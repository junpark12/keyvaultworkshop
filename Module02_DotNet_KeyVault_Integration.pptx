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media/image2.svg" ContentType="image/svg+xml"/>
  <Override PartName="/ppt/media/image6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099" r:id="rId45"/>
    <p:sldMasterId id="2147484151" r:id="rId46"/>
    <p:sldMasterId id="2147484206" r:id="rId47"/>
    <p:sldMasterId id="2147484259" r:id="rId48"/>
    <p:sldMasterId id="2147484304" r:id="rId49"/>
    <p:sldMasterId id="2147484362" r:id="rId50"/>
  </p:sldMasterIdLst>
  <p:notesMasterIdLst>
    <p:notesMasterId r:id="rId131"/>
  </p:notesMasterIdLst>
  <p:sldIdLst>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276" r:id="rId79"/>
    <p:sldId id="277" r:id="rId80"/>
    <p:sldId id="278" r:id="rId81"/>
    <p:sldId id="27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526DF9A2-33C5-A206-06EC-FB815EEEF4C6}" name="Pamela Fox" initials="PF" userId="S::pamelafox@microsoft.com::05c421f6-d446-4f2a-8ee0-1060b47b15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FFF37-9078-5E31-C47B-DBDF2141256F}" v="6" dt="2026-03-16T14:22:27.35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4" autoAdjust="0"/>
    <p:restoredTop sz="78182" autoAdjust="0"/>
  </p:normalViewPr>
  <p:slideViewPr>
    <p:cSldViewPr snapToGrid="0">
      <p:cViewPr varScale="1">
        <p:scale>
          <a:sx n="78" d="100"/>
          <a:sy n="78" d="100"/>
        </p:scale>
        <p:origin x="163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slideMaster" Target="slideMasters/slideMaster1.xml"/><Relationship Id="rId45" Type="http://schemas.openxmlformats.org/officeDocument/2006/relationships/slideMaster" Target="slideMasters/slideMaster2.xml"/><Relationship Id="rId46" Type="http://schemas.openxmlformats.org/officeDocument/2006/relationships/slideMaster" Target="slideMasters/slideMaster3.xml"/><Relationship Id="rId47" Type="http://schemas.openxmlformats.org/officeDocument/2006/relationships/slideMaster" Target="slideMasters/slideMaster4.xml"/><Relationship Id="rId48" Type="http://schemas.openxmlformats.org/officeDocument/2006/relationships/slideMaster" Target="slideMasters/slideMaster5.xml"/><Relationship Id="rId49" Type="http://schemas.openxmlformats.org/officeDocument/2006/relationships/slideMaster" Target="slideMasters/slideMaster6.xml"/><Relationship Id="rId50" Type="http://schemas.openxmlformats.org/officeDocument/2006/relationships/slideMaster" Target="slideMasters/slideMaster7.xml"/><Relationship Id="rId59" Type="http://schemas.openxmlformats.org/officeDocument/2006/relationships/slide" Target="slides/slide1.xml"/><Relationship Id="rId60" Type="http://schemas.openxmlformats.org/officeDocument/2006/relationships/slide" Target="slides/slide2.xml"/><Relationship Id="rId61" Type="http://schemas.openxmlformats.org/officeDocument/2006/relationships/slide" Target="slides/slide3.xml"/><Relationship Id="rId62" Type="http://schemas.openxmlformats.org/officeDocument/2006/relationships/slide" Target="slides/slide4.xml"/><Relationship Id="rId63" Type="http://schemas.openxmlformats.org/officeDocument/2006/relationships/slide" Target="slides/slide5.xml"/><Relationship Id="rId64" Type="http://schemas.openxmlformats.org/officeDocument/2006/relationships/slide" Target="slides/slide6.xml"/><Relationship Id="rId65" Type="http://schemas.openxmlformats.org/officeDocument/2006/relationships/slide" Target="slides/slide7.xml"/><Relationship Id="rId66" Type="http://schemas.openxmlformats.org/officeDocument/2006/relationships/slide" Target="slides/slide8.xml"/><Relationship Id="rId67" Type="http://schemas.openxmlformats.org/officeDocument/2006/relationships/slide" Target="slides/slide9.xml"/><Relationship Id="rId68" Type="http://schemas.openxmlformats.org/officeDocument/2006/relationships/slide" Target="slides/slide10.xml"/><Relationship Id="rId69" Type="http://schemas.openxmlformats.org/officeDocument/2006/relationships/slide" Target="slides/slide11.xml"/><Relationship Id="rId70" Type="http://schemas.openxmlformats.org/officeDocument/2006/relationships/slide" Target="slides/slide12.xml"/><Relationship Id="rId71" Type="http://schemas.openxmlformats.org/officeDocument/2006/relationships/slide" Target="slides/slide13.xml"/><Relationship Id="rId72" Type="http://schemas.openxmlformats.org/officeDocument/2006/relationships/slide" Target="slides/slide14.xml"/><Relationship Id="rId73" Type="http://schemas.openxmlformats.org/officeDocument/2006/relationships/slide" Target="slides/slide15.xml"/><Relationship Id="rId74" Type="http://schemas.openxmlformats.org/officeDocument/2006/relationships/slide" Target="slides/slide16.xml"/><Relationship Id="rId75" Type="http://schemas.openxmlformats.org/officeDocument/2006/relationships/slide" Target="slides/slide17.xml"/><Relationship Id="rId76" Type="http://schemas.openxmlformats.org/officeDocument/2006/relationships/slide" Target="slides/slide18.xml"/><Relationship Id="rId77" Type="http://schemas.openxmlformats.org/officeDocument/2006/relationships/slide" Target="slides/slide19.xml"/><Relationship Id="rId78" Type="http://schemas.openxmlformats.org/officeDocument/2006/relationships/slide" Target="slides/slide20.xml"/><Relationship Id="rId79" Type="http://schemas.openxmlformats.org/officeDocument/2006/relationships/slide" Target="slides/slide21.xml"/><Relationship Id="rId80" Type="http://schemas.openxmlformats.org/officeDocument/2006/relationships/slide" Target="slides/slide22.xml"/><Relationship Id="rId81" Type="http://schemas.openxmlformats.org/officeDocument/2006/relationships/slide" Target="slides/slide23.xml"/><Relationship Id="rId82" Type="http://schemas.openxmlformats.org/officeDocument/2006/relationships/slide" Target="slides/slide24.xml"/><Relationship Id="rId131" Type="http://schemas.openxmlformats.org/officeDocument/2006/relationships/notesMaster" Target="notesMasters/notesMaster1.xml"/><Relationship Id="rId133" Type="http://schemas.openxmlformats.org/officeDocument/2006/relationships/commentAuthors" Target="commentAuthors.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 Id="rId138" Type="http://schemas.microsoft.com/office/2015/10/relationships/revisionInfo" Target="revisionInfo.xml"/><Relationship Id="rId13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01에서 준비한 주문 앱의 DB 연결 문자열을 실제 .NET 앱에서 읽는다.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모듈 목표와 고객 실습 전제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앱 측 SDK와 플랫폼 참조의 책임 경계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시스템 할당과 사용자 할당 MI 비교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기본 체인과 워크숍 선택 경로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실습 인증 경로를 혼동하지 않도록 구분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프로젝트와 패키지 역할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Configuration 공급자 등록과 직접 읽기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Vault 이름과 .NET 설정 키 및 환경 변수 이름 구분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직접 조회 코드와 앱 책임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사용자 제공 Key Vault Reference 화면 포함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세 방식 비교</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공급자 갱신 주기와 화면 관찰 주기 구분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캐시 실습 결과와 운영 의미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환경별 Vault와 user-secrets의 위치</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Latest와 Pinned 비교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Secret 버전의 운영상 주의점</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자주 겪는 오류의 첫 확인 지점</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실습 순서와 확인 결과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labs/02-dotnet-integration/README.md를 열고 0절 준비 후 2.2 → 3.2 → 3.3 → 4.1 → 4.2 → 5 → 6 → 7 순서로 진행.</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인증 체인의 전체 순서와 워크숍 경계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Configuration 재조회와 Options 수명 상세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플랫폼별 문법과 갱신 경계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docs/02-dotnet-integration.md</a:t>
            </a:r>
          </a:p>
          <a:p>
            <a:r>
              <a:t>샘플의 값 없는 오류 코드와 점검 순서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microsoft.com/office/2007/relationships/hdphoto" Target="../media/hdphoto1.wdp"/><Relationship Id="rId4" Type="http://schemas.openxmlformats.org/officeDocument/2006/relationships/image" Target="../media/image1.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image" Target="../media/image38.jpeg"/><Relationship Id="rId5" Type="http://schemas.openxmlformats.org/officeDocument/2006/relationships/image" Target="../media/image39.jpe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jpeg"/><Relationship Id="rId3" Type="http://schemas.openxmlformats.org/officeDocument/2006/relationships/image" Target="../media/image41.jpeg"/><Relationship Id="rId4" Type="http://schemas.openxmlformats.org/officeDocument/2006/relationships/image" Target="../media/image42.jpeg"/><Relationship Id="rId5" Type="http://schemas.openxmlformats.org/officeDocument/2006/relationships/image" Target="../media/image43.jpeg"/><Relationship Id="rId6" Type="http://schemas.openxmlformats.org/officeDocument/2006/relationships/image" Target="../media/image44.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 Id="rId5" Type="http://schemas.openxmlformats.org/officeDocument/2006/relationships/image" Target="../media/image48.jpe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jpeg"/><Relationship Id="rId3" Type="http://schemas.openxmlformats.org/officeDocument/2006/relationships/image" Target="../media/image50.jpeg"/><Relationship Id="rId4" Type="http://schemas.openxmlformats.org/officeDocument/2006/relationships/image" Target="../media/image51.jpeg"/><Relationship Id="rId5" Type="http://schemas.openxmlformats.org/officeDocument/2006/relationships/image" Target="../media/image52.jpeg"/><Relationship Id="rId6" Type="http://schemas.openxmlformats.org/officeDocument/2006/relationships/image" Target="../media/image53.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5.png"/><Relationship Id="rId3" Type="http://schemas.openxmlformats.org/officeDocument/2006/relationships/image" Target="../media/image5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7.png"/><Relationship Id="rId3" Type="http://schemas.openxmlformats.org/officeDocument/2006/relationships/image" Target="../media/image56.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8.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3.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4.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5.jpe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6.svg"/><Relationship Id="rId3" Type="http://schemas.openxmlformats.org/officeDocument/2006/relationships/image" Target="../media/image1.emf"/></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 Id="rId3" Type="http://schemas.openxmlformats.org/officeDocument/2006/relationships/image" Target="../media/image1.emf"/></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9.png"/><Relationship Id="rId3" Type="http://schemas.openxmlformats.org/officeDocument/2006/relationships/image" Target="../media/image1.emf"/></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374407673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353429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67">
          <p15:clr>
            <a:srgbClr val="5ACBF0"/>
          </p15:clr>
        </p15:guide>
        <p15:guide id="4" orient="horz" pos="220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13201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55">
          <p15:clr>
            <a:srgbClr val="5ACBF0"/>
          </p15:clr>
        </p15:guide>
        <p15:guide id="4" orient="horz" pos="220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640854743"/>
      </p:ext>
    </p:extLst>
  </p:cSld>
  <p:clrMapOvr>
    <a:masterClrMapping/>
  </p:clrMapOvr>
  <p:transition>
    <p:fade/>
  </p:transition>
  <p:extLst>
    <p:ext uri="{DCECCB84-F9BA-43D5-87BE-67443E8EF086}">
      <p15:sldGuideLst xmlns:p15="http://schemas.microsoft.com/office/powerpoint/2012/main">
        <p15:guide id="2" orient="horz" pos="1297">
          <p15:clr>
            <a:srgbClr val="5ACBF0"/>
          </p15:clr>
        </p15:guide>
        <p15:guide id="3" orient="horz" pos="294">
          <p15:clr>
            <a:srgbClr val="5ACBF0"/>
          </p15:clr>
        </p15:guide>
        <p15:guide id="5" orient="horz" pos="92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6430004"/>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923">
          <p15:clr>
            <a:srgbClr val="5ACBF0"/>
          </p15:clr>
        </p15:guide>
        <p15:guide id="4" orient="horz" pos="129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038656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01">
          <p15:clr>
            <a:srgbClr val="5ACBF0"/>
          </p15:clr>
        </p15:guide>
        <p15:guide id="3" orient="horz" pos="922">
          <p15:clr>
            <a:srgbClr val="5ACBF0"/>
          </p15:clr>
        </p15:guide>
        <p15:guide id="4" pos="3733">
          <p15:clr>
            <a:srgbClr val="5ACBF0"/>
          </p15:clr>
        </p15:guide>
        <p15:guide id="5" pos="41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79847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297">
          <p15:clr>
            <a:srgbClr val="5ACBF0"/>
          </p15:clr>
        </p15:guide>
        <p15:guide id="3" orient="horz" pos="922">
          <p15:clr>
            <a:srgbClr val="5ACBF0"/>
          </p15:clr>
        </p15:guide>
        <p15:guide id="4" pos="3729">
          <p15:clr>
            <a:srgbClr val="5ACBF0"/>
          </p15:clr>
        </p15:guide>
        <p15:guide id="5" pos="41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8325820"/>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1298799"/>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38298"/>
      </p:ext>
    </p:extLst>
  </p:cSld>
  <p:clrMapOvr>
    <a:masterClrMapping/>
  </p:clrMapOvr>
  <p:transition>
    <p:fade/>
  </p:transition>
  <p:extLst>
    <p:ext uri="{DCECCB84-F9BA-43D5-87BE-67443E8EF086}">
      <p15:sldGuideLst xmlns:p15="http://schemas.microsoft.com/office/powerpoint/2012/main">
        <p15:guide id="3" orient="horz" pos="1536">
          <p15:clr>
            <a:srgbClr val="5ACBF0"/>
          </p15:clr>
        </p15:guide>
        <p15:guide id="4" orient="horz" pos="924">
          <p15:clr>
            <a:srgbClr val="5ACBF0"/>
          </p15:clr>
        </p15:guide>
        <p15:guide id="5" orient="horz" pos="294">
          <p15:clr>
            <a:srgbClr val="5ACBF0"/>
          </p15:clr>
        </p15:guide>
        <p15:guide id="6" pos="2479">
          <p15:clr>
            <a:srgbClr val="5ACBF0"/>
          </p15:clr>
        </p15:guide>
        <p15:guide id="7" pos="2867">
          <p15:clr>
            <a:srgbClr val="5ACBF0"/>
          </p15:clr>
        </p15:guide>
        <p15:guide id="8" pos="4969">
          <p15:clr>
            <a:srgbClr val="5ACBF0"/>
          </p15:clr>
        </p15:guide>
        <p15:guide id="9" pos="535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9476952"/>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1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7007316"/>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1642">
          <p15:clr>
            <a:srgbClr val="5ACBF0"/>
          </p15:clr>
        </p15:guide>
        <p15:guide id="7" pos="1831">
          <p15:clr>
            <a:srgbClr val="5ACBF0"/>
          </p15:clr>
        </p15:guide>
        <p15:guide id="8" pos="3096">
          <p15:clr>
            <a:srgbClr val="5ACBF0"/>
          </p15:clr>
        </p15:guide>
        <p15:guide id="9" pos="3286">
          <p15:clr>
            <a:srgbClr val="5ACBF0"/>
          </p15:clr>
        </p15:guide>
        <p15:guide id="10" pos="4550">
          <p15:clr>
            <a:srgbClr val="5ACBF0"/>
          </p15:clr>
        </p15:guide>
        <p15:guide id="11" pos="6008">
          <p15:clr>
            <a:srgbClr val="5ACBF0"/>
          </p15:clr>
        </p15:guide>
        <p15:guide id="12" orient="horz" pos="1465">
          <p15:clr>
            <a:srgbClr val="5ACBF0"/>
          </p15:clr>
        </p15:guide>
        <p15:guide id="13" pos="4739">
          <p15:clr>
            <a:srgbClr val="5ACBF0"/>
          </p15:clr>
        </p15:guide>
        <p15:guide id="14" pos="619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4724574"/>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93858166"/>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30" orient="horz" pos="294">
          <p15:clr>
            <a:srgbClr val="5ACBF0"/>
          </p15:clr>
        </p15:guide>
        <p15:guide id="32" orient="horz" pos="2203">
          <p15:clr>
            <a:srgbClr val="5ACBF0"/>
          </p15:clr>
        </p15:guide>
        <p15:guide id="33" pos="3036">
          <p15:clr>
            <a:srgbClr val="5ACBF0"/>
          </p15:clr>
        </p15:guide>
        <p15:guide id="34" pos="340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53525655"/>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19">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guide id="31" pos="391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04454800"/>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7" orient="horz" pos="2007">
          <p15:clr>
            <a:srgbClr val="5ACBF0"/>
          </p15:clr>
        </p15:guide>
        <p15:guide id="8" orient="horz" pos="2270">
          <p15:clr>
            <a:srgbClr val="5ACBF0"/>
          </p15:clr>
        </p15:guide>
        <p15:guide id="10" pos="3804">
          <p15:clr>
            <a:srgbClr val="C35EA4"/>
          </p15:clr>
        </p15:guide>
        <p15:guide id="11" pos="3053">
          <p15:clr>
            <a:srgbClr val="5ACBF0"/>
          </p15:clr>
        </p15:guide>
        <p15:guide id="12" pos="3614">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0220825"/>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5" orient="horz" pos="2203">
          <p15:clr>
            <a:srgbClr val="5ACBF0"/>
          </p15:clr>
        </p15:guide>
        <p15:guide id="6" pos="3051">
          <p15:clr>
            <a:srgbClr val="5ACBF0"/>
          </p15:clr>
        </p15:guide>
        <p15:guide id="7" pos="3803">
          <p15:clr>
            <a:srgbClr val="C35EA4"/>
          </p15:clr>
        </p15:guide>
        <p15:guide id="8" pos="3615">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72327984"/>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3" orient="horz" pos="1914">
          <p15:clr>
            <a:srgbClr val="5ACBF0"/>
          </p15:clr>
        </p15:guide>
        <p15:guide id="4" pos="3806">
          <p15:clr>
            <a:srgbClr val="C35EA4"/>
          </p15:clr>
        </p15:guide>
        <p15:guide id="5" pos="3053">
          <p15:clr>
            <a:srgbClr val="5ACBF0"/>
          </p15:clr>
        </p15:guide>
        <p15:guide id="6" pos="36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54209651"/>
      </p:ext>
    </p:extLst>
  </p:cSld>
  <p:clrMapOvr>
    <a:masterClrMapping/>
  </p:clrMapOvr>
  <p:transition>
    <p:fade/>
  </p:transition>
  <p:extLst>
    <p:ext uri="{DCECCB84-F9BA-43D5-87BE-67443E8EF086}">
      <p15:sldGuideLst xmlns:p15="http://schemas.microsoft.com/office/powerpoint/2012/main">
        <p15:guide id="1" orient="horz" pos="235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924034979"/>
      </p:ext>
    </p:extLst>
  </p:cSld>
  <p:clrMapOvr>
    <a:masterClrMapping/>
  </p:clrMapOvr>
  <p:transition>
    <p:fade/>
  </p:transition>
  <p:extLst>
    <p:ext uri="{DCECCB84-F9BA-43D5-87BE-67443E8EF086}">
      <p15:sldGuideLst xmlns:p15="http://schemas.microsoft.com/office/powerpoint/2012/main">
        <p15:guide id="7" pos="3648">
          <p15:clr>
            <a:srgbClr val="5ACBF0"/>
          </p15:clr>
        </p15:guide>
        <p15:guide id="8" orient="horz" pos="2203">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3100261"/>
      </p:ext>
    </p:extLst>
  </p:cSld>
  <p:clrMapOvr>
    <a:masterClrMapping/>
  </p:clrMapOvr>
  <p:transition>
    <p:fade/>
  </p:transition>
  <p:extLst>
    <p:ext uri="{DCECCB84-F9BA-43D5-87BE-67443E8EF086}">
      <p15:sldGuideLst xmlns:p15="http://schemas.microsoft.com/office/powerpoint/2012/main">
        <p15:guide id="7" pos="4187">
          <p15:clr>
            <a:srgbClr val="5ACBF0"/>
          </p15:clr>
        </p15:guide>
        <p15:guide id="8" orient="horz" pos="220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87845414"/>
      </p:ext>
    </p:extLst>
  </p:cSld>
  <p:clrMapOvr>
    <a:masterClrMapping/>
  </p:clrMapOvr>
  <p:transition>
    <p:fade/>
  </p:transition>
  <p:extLst>
    <p:ext uri="{DCECCB84-F9BA-43D5-87BE-67443E8EF086}">
      <p15:sldGuideLst xmlns:p15="http://schemas.microsoft.com/office/powerpoint/2012/main">
        <p15:guide id="5" orient="horz" pos="2937">
          <p15:clr>
            <a:srgbClr val="5ACBF0"/>
          </p15:clr>
        </p15:guide>
        <p15:guide id="6" orient="horz" pos="3672">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22885777"/>
      </p:ext>
    </p:extLst>
  </p:cSld>
  <p:clrMapOvr>
    <a:masterClrMapping/>
  </p:clrMapOvr>
  <p:transition>
    <p:fade/>
  </p:transition>
  <p:extLst>
    <p:ext uri="{DCECCB84-F9BA-43D5-87BE-67443E8EF086}">
      <p15:sldGuideLst xmlns:p15="http://schemas.microsoft.com/office/powerpoint/2012/main">
        <p15:guide id="5" orient="horz" pos="1469">
          <p15:clr>
            <a:srgbClr val="5ACBF0"/>
          </p15:clr>
        </p15:guide>
        <p15:guide id="6" orient="horz" pos="73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722416"/>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3824">
          <p15:clr>
            <a:srgbClr val="5ACBF0"/>
          </p15:clr>
        </p15:guide>
        <p15:guide id="7" pos="4010">
          <p15:clr>
            <a:srgbClr val="5ACBF0"/>
          </p15:clr>
        </p15:guide>
        <p15:guide id="8" orient="horz" pos="353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96673771"/>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2608">
          <p15:clr>
            <a:srgbClr val="5ACBF0"/>
          </p15:clr>
        </p15:guide>
        <p15:guide id="7" pos="2799">
          <p15:clr>
            <a:srgbClr val="5ACBF0"/>
          </p15:clr>
        </p15:guide>
        <p15:guide id="8" pos="5035">
          <p15:clr>
            <a:srgbClr val="5ACBF0"/>
          </p15:clr>
        </p15:guide>
        <p15:guide id="9" pos="5226">
          <p15:clr>
            <a:srgbClr val="5ACBF0"/>
          </p15:clr>
        </p15:guide>
        <p15:guide id="10" orient="horz" pos="353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10521163"/>
      </p:ext>
    </p:extLst>
  </p:cSld>
  <p:clrMapOvr>
    <a:masterClrMapping/>
  </p:clrMapOvr>
  <p:transition>
    <p:fade/>
  </p:transition>
  <p:extLst>
    <p:ext uri="{DCECCB84-F9BA-43D5-87BE-67443E8EF086}">
      <p15:sldGuideLst xmlns:p15="http://schemas.microsoft.com/office/powerpoint/2012/main">
        <p15:guide id="3" orient="horz" pos="3053">
          <p15:clr>
            <a:srgbClr val="5ACBF0"/>
          </p15:clr>
        </p15:guide>
        <p15:guide id="4" orient="horz" pos="1301">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292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820020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4" orient="horz" pos="3273">
          <p15:clr>
            <a:srgbClr val="5ACBF0"/>
          </p15:clr>
        </p15:guide>
        <p15:guide id="5" pos="3903">
          <p15:clr>
            <a:srgbClr val="5ACBF0"/>
          </p15:clr>
        </p15:guide>
        <p15:guide id="6" pos="3936">
          <p15:clr>
            <a:srgbClr val="5ACBF0"/>
          </p15:clr>
        </p15:guide>
        <p15:guide id="11" pos="1948">
          <p15:clr>
            <a:srgbClr val="5ACBF0"/>
          </p15:clr>
        </p15:guide>
        <p15:guide id="12" pos="5886">
          <p15:clr>
            <a:srgbClr val="5ACBF0"/>
          </p15:clr>
        </p15:guide>
        <p15:guide id="13" orient="horz" pos="3427">
          <p15:clr>
            <a:srgbClr val="5ACBF0"/>
          </p15:clr>
        </p15:guide>
        <p15:guide id="14" orient="horz">
          <p15:clr>
            <a:srgbClr val="5ACBF0"/>
          </p15:clr>
        </p15:guide>
        <p15:guide id="15" pos="3520">
          <p15:clr>
            <a:srgbClr val="5ACBF0"/>
          </p15:clr>
        </p15:guide>
        <p15:guide id="16" pos="431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82252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2585">
          <p15:clr>
            <a:srgbClr val="5ACBF0"/>
          </p15:clr>
        </p15:guide>
        <p15:guide id="6" pos="2625">
          <p15:clr>
            <a:srgbClr val="5ACBF0"/>
          </p15:clr>
        </p15:guide>
        <p15:guide id="8" pos="5211">
          <p15:clr>
            <a:srgbClr val="5ACBF0"/>
          </p15:clr>
        </p15:guide>
        <p15:guide id="9" pos="5248">
          <p15:clr>
            <a:srgbClr val="5ACBF0"/>
          </p15:clr>
        </p15:guide>
        <p15:guide id="11" pos="1291">
          <p15:clr>
            <a:srgbClr val="5ACBF0"/>
          </p15:clr>
        </p15:guide>
        <p15:guide id="12" pos="3917">
          <p15:clr>
            <a:srgbClr val="5ACBF0"/>
          </p15:clr>
        </p15:guide>
        <p15:guide id="13" pos="6543">
          <p15:clr>
            <a:srgbClr val="5ACBF0"/>
          </p15:clr>
        </p15:guide>
        <p15:guide id="14" orient="horz" pos="1095">
          <p15:clr>
            <a:srgbClr val="5ACBF0"/>
          </p15:clr>
        </p15:guide>
        <p15:guide id="15" pos="2211">
          <p15:clr>
            <a:srgbClr val="5ACBF0"/>
          </p15:clr>
        </p15:guide>
        <p15:guide id="16" pos="3003">
          <p15:clr>
            <a:srgbClr val="5ACBF0"/>
          </p15:clr>
        </p15:guide>
        <p15:guide id="17" pos="4833">
          <p15:clr>
            <a:srgbClr val="5ACBF0"/>
          </p15:clr>
        </p15:guide>
        <p15:guide id="18" pos="562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7037435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1928">
          <p15:clr>
            <a:srgbClr val="5ACBF0"/>
          </p15:clr>
        </p15:guide>
        <p15:guide id="6" pos="1969">
          <p15:clr>
            <a:srgbClr val="5ACBF0"/>
          </p15:clr>
        </p15:guide>
        <p15:guide id="7" pos="5864">
          <p15:clr>
            <a:srgbClr val="5ACBF0"/>
          </p15:clr>
        </p15:guide>
        <p15:guide id="8" pos="3897">
          <p15:clr>
            <a:srgbClr val="5ACBF0"/>
          </p15:clr>
        </p15:guide>
        <p15:guide id="9" pos="3937">
          <p15:clr>
            <a:srgbClr val="5ACBF0"/>
          </p15:clr>
        </p15:guide>
        <p15:guide id="10" pos="5905">
          <p15:clr>
            <a:srgbClr val="5ACBF0"/>
          </p15:clr>
        </p15:guide>
        <p15:guide id="11" pos="963">
          <p15:clr>
            <a:srgbClr val="5ACBF0"/>
          </p15:clr>
        </p15:guide>
        <p15:guide id="12" pos="2934">
          <p15:clr>
            <a:srgbClr val="5ACBF0"/>
          </p15:clr>
        </p15:guide>
        <p15:guide id="13" pos="4903">
          <p15:clr>
            <a:srgbClr val="5ACBF0"/>
          </p15:clr>
        </p15:guide>
        <p15:guide id="14" pos="6871">
          <p15:clr>
            <a:srgbClr val="5ACBF0"/>
          </p15:clr>
        </p15:guide>
        <p15:guide id="15" orient="horz">
          <p15:clr>
            <a:srgbClr val="5ACBF0"/>
          </p15:clr>
        </p15:guide>
        <p15:guide id="16" pos="1555">
          <p15:clr>
            <a:srgbClr val="5ACBF0"/>
          </p15:clr>
        </p15:guide>
        <p15:guide id="17" pos="2344">
          <p15:clr>
            <a:srgbClr val="5ACBF0"/>
          </p15:clr>
        </p15:guide>
        <p15:guide id="18" pos="3519">
          <p15:clr>
            <a:srgbClr val="5ACBF0"/>
          </p15:clr>
        </p15:guide>
        <p15:guide id="19" pos="4315">
          <p15:clr>
            <a:srgbClr val="5ACBF0"/>
          </p15:clr>
        </p15:guide>
        <p15:guide id="20" pos="5488">
          <p15:clr>
            <a:srgbClr val="5ACBF0"/>
          </p15:clr>
        </p15:guide>
        <p15:guide id="21" pos="627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5830820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8" pos="4724">
          <p15:clr>
            <a:srgbClr val="5ACBF0"/>
          </p15:clr>
        </p15:guide>
        <p15:guide id="9" pos="4685">
          <p15:clr>
            <a:srgbClr val="5ACBF0"/>
          </p15:clr>
        </p15:guide>
        <p15:guide id="10" pos="6257">
          <p15:clr>
            <a:srgbClr val="5ACBF0"/>
          </p15:clr>
        </p15:guide>
        <p15:guide id="11" pos="1350">
          <p15:clr>
            <a:srgbClr val="5ACBF0"/>
          </p15:clr>
        </p15:guide>
        <p15:guide id="12" pos="2922">
          <p15:clr>
            <a:srgbClr val="5ACBF0"/>
          </p15:clr>
        </p15:guide>
        <p15:guide id="13" pos="4912">
          <p15:clr>
            <a:srgbClr val="5ACBF0"/>
          </p15:clr>
        </p15:guide>
        <p15:guide id="14" pos="6489">
          <p15:clr>
            <a:srgbClr val="5ACBF0"/>
          </p15:clr>
        </p15:guide>
        <p15:guide id="15" orient="horz">
          <p15:clr>
            <a:srgbClr val="5ACBF0"/>
          </p15:clr>
        </p15:guide>
        <p15:guide id="16" pos="1762">
          <p15:clr>
            <a:srgbClr val="5ACBF0"/>
          </p15:clr>
        </p15:guide>
        <p15:guide id="17" pos="2340">
          <p15:clr>
            <a:srgbClr val="5ACBF0"/>
          </p15:clr>
        </p15:guide>
        <p15:guide id="18" pos="3339">
          <p15:clr>
            <a:srgbClr val="5ACBF0"/>
          </p15:clr>
        </p15:guide>
        <p15:guide id="19" pos="4499">
          <p15:clr>
            <a:srgbClr val="5ACBF0"/>
          </p15:clr>
        </p15:guide>
        <p15:guide id="21" pos="6303">
          <p15:clr>
            <a:srgbClr val="5ACBF0"/>
          </p15:clr>
        </p15:guide>
        <p15:guide id="22" pos="1531">
          <p15:clr>
            <a:srgbClr val="5ACBF0"/>
          </p15:clr>
        </p15:guide>
        <p15:guide id="23" pos="1574">
          <p15:clr>
            <a:srgbClr val="5ACBF0"/>
          </p15:clr>
        </p15:guide>
        <p15:guide id="24" pos="3110">
          <p15:clr>
            <a:srgbClr val="5ACBF0"/>
          </p15:clr>
        </p15:guide>
        <p15:guide id="25" pos="3150">
          <p15:clr>
            <a:srgbClr val="5ACBF0"/>
          </p15:clr>
        </p15:guide>
        <p15:guide id="26" pos="6073">
          <p15:clr>
            <a:srgbClr val="5ACBF0"/>
          </p15:clr>
        </p15:guide>
        <p15:guide id="27" pos="3917">
          <p15:clr>
            <a:srgbClr val="5ACBF0"/>
          </p15:clr>
        </p15:guide>
        <p15:guide id="28" pos="5494">
          <p15:clr>
            <a:srgbClr val="5ACBF0"/>
          </p15:clr>
        </p15:guide>
        <p15:guide id="29" pos="768">
          <p15:clr>
            <a:srgbClr val="5ACBF0"/>
          </p15:clr>
        </p15:guide>
        <p15:guide id="30" pos="706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3644142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3917">
          <p15:clr>
            <a:srgbClr val="5ACBF0"/>
          </p15:clr>
        </p15:guide>
        <p15:guide id="4" pos="1309">
          <p15:clr>
            <a:srgbClr val="5ACBF0"/>
          </p15:clr>
        </p15:guide>
        <p15:guide id="5" pos="5780">
          <p15:clr>
            <a:srgbClr val="5ACBF0"/>
          </p15:clr>
        </p15:guide>
        <p15:guide id="6" pos="2796">
          <p15:clr>
            <a:srgbClr val="5ACBF0"/>
          </p15:clr>
        </p15:guide>
        <p15:guide id="7" pos="2052">
          <p15:clr>
            <a:srgbClr val="5ACBF0"/>
          </p15:clr>
        </p15:guide>
        <p15:guide id="8" pos="3171">
          <p15:clr>
            <a:srgbClr val="5ACBF0"/>
          </p15:clr>
        </p15:guide>
        <p15:guide id="9" pos="4662">
          <p15:clr>
            <a:srgbClr val="5ACBF0"/>
          </p15:clr>
        </p15:guide>
        <p15:guide id="11" pos="6525">
          <p15:clr>
            <a:srgbClr val="5ACBF0"/>
          </p15:clr>
        </p15:guide>
        <p15:guide id="12" orient="horz" pos="1469">
          <p15:clr>
            <a:srgbClr val="5ACBF0"/>
          </p15:clr>
        </p15:guide>
        <p15:guide id="13" pos="5037">
          <p15:clr>
            <a:srgbClr val="5ACBF0"/>
          </p15:clr>
        </p15:guide>
        <p15:guide id="14" orient="horz" pos="295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4027694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4106">
          <p15:clr>
            <a:srgbClr val="5ACBF0"/>
          </p15:clr>
        </p15:guide>
        <p15:guide id="5" pos="5971">
          <p15:clr>
            <a:srgbClr val="5ACBF0"/>
          </p15:clr>
        </p15:guide>
        <p15:guide id="7" pos="3727">
          <p15:clr>
            <a:srgbClr val="5ACBF0"/>
          </p15:clr>
        </p15:guide>
        <p15:guide id="8" pos="2239">
          <p15:clr>
            <a:srgbClr val="5ACBF0"/>
          </p15:clr>
        </p15:guide>
        <p15:guide id="10" pos="2985">
          <p15:clr>
            <a:srgbClr val="5ACBF0"/>
          </p15:clr>
        </p15:guide>
        <p15:guide id="11" pos="4851">
          <p15:clr>
            <a:srgbClr val="5ACBF0"/>
          </p15:clr>
        </p15:guide>
        <p15:guide id="12" pos="6713">
          <p15:clr>
            <a:srgbClr val="5ACBF0"/>
          </p15:clr>
        </p15:guide>
        <p15:guide id="13" pos="1119">
          <p15:clr>
            <a:srgbClr val="5ACBF0"/>
          </p15:clr>
        </p15:guide>
        <p15:guide id="14" orient="horz" pos="1469">
          <p15:clr>
            <a:srgbClr val="5ACBF0"/>
          </p15:clr>
        </p15:guide>
        <p15:guide id="15" pos="1863">
          <p15:clr>
            <a:srgbClr val="5ACBF0"/>
          </p15:clr>
        </p15:guide>
        <p15:guide id="18" pos="5593">
          <p15:clr>
            <a:srgbClr val="5ACBF0"/>
          </p15:clr>
        </p15:guide>
        <p15:guide id="19" orient="horz" pos="295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9039960"/>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2717">
          <p15:clr>
            <a:srgbClr val="5ACBF0"/>
          </p15:clr>
        </p15:guide>
        <p15:guide id="3" pos="6341">
          <p15:clr>
            <a:srgbClr val="5ACBF0"/>
          </p15:clr>
        </p15:guide>
        <p15:guide id="5" pos="5967">
          <p15:clr>
            <a:srgbClr val="5ACBF0"/>
          </p15:clr>
        </p15:guide>
        <p15:guide id="7" pos="4480">
          <p15:clr>
            <a:srgbClr val="5ACBF0"/>
          </p15:clr>
        </p15:guide>
        <p15:guide id="8" pos="3358">
          <p15:clr>
            <a:srgbClr val="5ACBF0"/>
          </p15:clr>
        </p15:guide>
        <p15:guide id="10" pos="2985">
          <p15:clr>
            <a:srgbClr val="5ACBF0"/>
          </p15:clr>
        </p15:guide>
        <p15:guide id="11" pos="4849">
          <p15:clr>
            <a:srgbClr val="5ACBF0"/>
          </p15:clr>
        </p15:guide>
        <p15:guide id="13" pos="1493">
          <p15:clr>
            <a:srgbClr val="5ACBF0"/>
          </p15:clr>
        </p15:guide>
        <p15:guide id="14" orient="horz" pos="1469">
          <p15:clr>
            <a:srgbClr val="5ACBF0"/>
          </p15:clr>
        </p15:guide>
        <p15:guide id="15" pos="1867">
          <p15:clr>
            <a:srgbClr val="5ACBF0"/>
          </p15:clr>
        </p15:guide>
        <p15:guide id="16" orient="horz" pos="2583">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74886"/>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1297">
          <p15:clr>
            <a:srgbClr val="5ACBF0"/>
          </p15:clr>
        </p15:guide>
        <p15:guide id="30" pos="2424">
          <p15:clr>
            <a:srgbClr val="5ACBF0"/>
          </p15:clr>
        </p15:guide>
        <p15:guide id="32" orient="horz" pos="148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309270593"/>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2203">
          <p15:clr>
            <a:srgbClr val="5ACBF0"/>
          </p15:clr>
        </p15:guide>
        <p15:guide id="30" pos="2424">
          <p15:clr>
            <a:srgbClr val="5ACBF0"/>
          </p15:clr>
        </p15:guide>
        <p15:guide id="31" pos="3175">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58572894"/>
      </p:ext>
    </p:extLst>
  </p:cSld>
  <p:clrMapOvr>
    <a:masterClrMapping/>
  </p:clrMapOvr>
  <p:transition>
    <p:fade/>
  </p:transition>
  <p:extLst>
    <p:ext uri="{DCECCB84-F9BA-43D5-87BE-67443E8EF086}">
      <p15:sldGuideLst xmlns:p15="http://schemas.microsoft.com/office/powerpoint/2012/main">
        <p15:guide id="1" orient="horz" pos="1348">
          <p15:clr>
            <a:srgbClr val="5ACBF0"/>
          </p15:clr>
        </p15:guide>
        <p15:guide id="2" orient="horz" pos="923">
          <p15:clr>
            <a:srgbClr val="5ACBF0"/>
          </p15:clr>
        </p15:guide>
        <p15:guide id="3" orient="horz" pos="29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59048702"/>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1811">
          <p15:clr>
            <a:srgbClr val="5ACBF0"/>
          </p15:clr>
        </p15:guide>
        <p15:guide id="5" orient="horz" pos="2241">
          <p15:clr>
            <a:srgbClr val="5ACBF0"/>
          </p15:clr>
        </p15:guide>
        <p15:guide id="6" orient="horz" pos="7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4077589493"/>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2714">
          <p15:clr>
            <a:srgbClr val="5ACBF0"/>
          </p15:clr>
        </p15:guide>
        <p15:guide id="5" orient="horz" pos="3210">
          <p15:clr>
            <a:srgbClr val="5ACBF0"/>
          </p15:clr>
        </p15:guide>
        <p15:guide id="6" orient="horz" pos="427">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230963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54">
          <p15:clr>
            <a:srgbClr val="5ACBF0"/>
          </p15:clr>
        </p15:guide>
        <p15:guide id="4" orient="horz" pos="860">
          <p15:clr>
            <a:srgbClr val="5ACBF0"/>
          </p15:clr>
        </p15:guide>
        <p15:guide id="7" pos="3349">
          <p15:clr>
            <a:srgbClr val="5ACBF0"/>
          </p15:clr>
        </p15:guide>
        <p15:guide id="8" pos="3727">
          <p15:clr>
            <a:srgbClr val="5ACBF0"/>
          </p15:clr>
        </p15:guide>
        <p15:guide id="9" pos="297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07532056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45">
          <p15:clr>
            <a:srgbClr val="5ACBF0"/>
          </p15:clr>
        </p15:guide>
        <p15:guide id="4" orient="horz" pos="856">
          <p15:clr>
            <a:srgbClr val="5ACBF0"/>
          </p15:clr>
        </p15:guide>
        <p15:guide id="6" pos="4490">
          <p15:clr>
            <a:srgbClr val="5ACBF0"/>
          </p15:clr>
        </p15:guide>
        <p15:guide id="7" pos="4115">
          <p15:clr>
            <a:srgbClr val="5ACBF0"/>
          </p15:clr>
        </p15:guide>
        <p15:guide id="8" pos="486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07641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2158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17605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0">
          <p15:clr>
            <a:srgbClr val="5ACBF0"/>
          </p15:clr>
        </p15:guide>
        <p15:guide id="3" orient="horz" pos="1949">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170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44750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24">
          <p15:clr>
            <a:srgbClr val="A4A3A4"/>
          </p15:clr>
        </p15:guide>
        <p15:guide id="15" pos="3415">
          <p15:clr>
            <a:srgbClr val="A4A3A4"/>
          </p15:clr>
        </p15:guide>
        <p15:guide id="16" pos="3829">
          <p15:clr>
            <a:srgbClr val="A4A3A4"/>
          </p15:clr>
        </p15:guide>
        <p15:guide id="17" pos="4010">
          <p15:clr>
            <a:srgbClr val="A4A3A4"/>
          </p15:clr>
        </p15:guide>
        <p15:guide id="18" pos="4429">
          <p15:clr>
            <a:srgbClr val="A4A3A4"/>
          </p15:clr>
        </p15:guide>
        <p15:guide id="19" pos="4622">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6345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9979467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29977502"/>
      </p:ext>
    </p:extLst>
  </p:cSld>
  <p:clrMapOvr>
    <a:masterClrMapping/>
  </p:clrMapOvr>
  <p:transition>
    <p:fade/>
  </p:transition>
  <p:extLst>
    <p:ext uri="{DCECCB84-F9BA-43D5-87BE-67443E8EF086}">
      <p15:sldGuideLst xmlns:p15="http://schemas.microsoft.com/office/powerpoint/2012/main">
        <p15:guide id="1" orient="horz" pos="922">
          <p15:clr>
            <a:srgbClr val="5ACBF0"/>
          </p15:clr>
        </p15:guide>
        <p15:guide id="2" orient="horz" pos="29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7/29/2026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28527665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73569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7732444"/>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19C22-2186-58CF-1BD6-99E6A4069F2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B330B063-4076-B5F7-BFA5-01F80057E54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07A1FD2-D432-43C1-5279-8FFC4E318801}"/>
              </a:ext>
            </a:extLst>
          </p:cNvPr>
          <p:cNvSpPr>
            <a:spLocks noGrp="1"/>
          </p:cNvSpPr>
          <p:nvPr>
            <p:ph type="dt" sz="half" idx="10"/>
          </p:nvPr>
        </p:nvSpPr>
        <p:spPr/>
        <p:txBody>
          <a:bodyPr/>
          <a:lstStyle/>
          <a:p>
            <a:fld id="{7324F48B-FBF1-4E86-8169-CD1A281BDDCA}" type="datetimeFigureOut">
              <a:rPr lang="en-US" smtClean="0"/>
              <a:t>7/29/2026</a:t>
            </a:fld>
            <a:endParaRPr lang="en-US"/>
          </a:p>
        </p:txBody>
      </p:sp>
      <p:sp>
        <p:nvSpPr>
          <p:cNvPr id="5" name="Espace réservé du pied de page 4">
            <a:extLst>
              <a:ext uri="{FF2B5EF4-FFF2-40B4-BE49-F238E27FC236}">
                <a16:creationId xmlns:a16="http://schemas.microsoft.com/office/drawing/2014/main" id="{C4ACC870-7647-6073-7C82-CB2C23ECB918}"/>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12B79C0-4120-F172-8C44-1BF81BF0EC51}"/>
              </a:ext>
            </a:extLst>
          </p:cNvPr>
          <p:cNvSpPr>
            <a:spLocks noGrp="1"/>
          </p:cNvSpPr>
          <p:nvPr>
            <p:ph type="sldNum" sz="quarter" idx="12"/>
          </p:nvPr>
        </p:nvSpPr>
        <p:spPr/>
        <p:txBody>
          <a:bodyPr/>
          <a:lstStyle/>
          <a:p>
            <a:fld id="{FDADC613-D854-49BE-9542-FE5CE52DE1CD}" type="slidenum">
              <a:rPr lang="en-US" smtClean="0"/>
              <a:t>‹#›</a:t>
            </a:fld>
            <a:endParaRPr lang="en-US"/>
          </a:p>
        </p:txBody>
      </p:sp>
    </p:spTree>
    <p:extLst>
      <p:ext uri="{BB962C8B-B14F-4D97-AF65-F5344CB8AC3E}">
        <p14:creationId xmlns:p14="http://schemas.microsoft.com/office/powerpoint/2010/main" val="23682837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5671-2BAB-496E-A124-8C3A9EB204E2}"/>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11C884DE-0FC3-4FDC-9039-A81BDEAC5A03}"/>
              </a:ext>
            </a:extLst>
          </p:cNvPr>
          <p:cNvSpPr>
            <a:spLocks noGrp="1"/>
          </p:cNvSpPr>
          <p:nvPr>
            <p:ph sz="quarter" idx="10"/>
          </p:nvPr>
        </p:nvSpPr>
        <p:spPr>
          <a:xfrm>
            <a:off x="426424" y="1674525"/>
            <a:ext cx="1828800" cy="914400"/>
          </a:xfrm>
        </p:spPr>
        <p:txBody>
          <a:bodyPr/>
          <a:lstStyle/>
          <a:p>
            <a:pPr lvl="0"/>
            <a:endParaRPr lang="en-US"/>
          </a:p>
        </p:txBody>
      </p:sp>
      <p:sp>
        <p:nvSpPr>
          <p:cNvPr id="6" name="Content Placeholder 5">
            <a:extLst>
              <a:ext uri="{FF2B5EF4-FFF2-40B4-BE49-F238E27FC236}">
                <a16:creationId xmlns:a16="http://schemas.microsoft.com/office/drawing/2014/main" id="{72416673-8A15-4CB5-A7BF-12114C3588E8}"/>
              </a:ext>
            </a:extLst>
          </p:cNvPr>
          <p:cNvSpPr>
            <a:spLocks noGrp="1"/>
          </p:cNvSpPr>
          <p:nvPr>
            <p:ph sz="quarter" idx="11"/>
          </p:nvPr>
        </p:nvSpPr>
        <p:spPr>
          <a:xfrm>
            <a:off x="426424" y="3354676"/>
            <a:ext cx="1828800" cy="914400"/>
          </a:xfrm>
        </p:spPr>
        <p:txBody>
          <a:bodyPr/>
          <a:lstStyle/>
          <a:p>
            <a:pPr lvl="0"/>
            <a:endParaRPr lang="en-US"/>
          </a:p>
        </p:txBody>
      </p:sp>
    </p:spTree>
    <p:extLst>
      <p:ext uri="{BB962C8B-B14F-4D97-AF65-F5344CB8AC3E}">
        <p14:creationId xmlns:p14="http://schemas.microsoft.com/office/powerpoint/2010/main" val="2264784783"/>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5087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9322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71581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8981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05119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71189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622202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6770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542526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39911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1923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0189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9018760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084076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047253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53161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771312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8436900"/>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93932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608116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630626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2530956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503982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105307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276472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58854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983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74404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72361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56312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55786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089744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1792573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550489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3011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9853384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13863939"/>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98158003"/>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4689550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918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7612264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485882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32854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2535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807456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667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50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7639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5510249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5461937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3032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4710850"/>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627460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49086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userDrawn="1"/>
        </p:nvPicPr>
        <p:blipFill rotWithShape="1">
          <a:blip r:embed="rId2" cstate="screen">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4965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70830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77685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3045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45834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72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40342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0067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05272"/>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08485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6541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63164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33311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994507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38161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769154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71921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56944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69324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0800204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15034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13496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922887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39114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943408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19827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9294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8115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06511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914721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90030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13342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4344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82395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93565125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696216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140968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62660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459669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619626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0147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74092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021418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8114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22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851101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10229739"/>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843E-F072-07B5-2820-764A604D5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CBDD8B-59C1-385B-6064-194C6EC09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FFD2F-7054-28D1-2468-148A60E19580}"/>
              </a:ext>
            </a:extLst>
          </p:cNvPr>
          <p:cNvSpPr>
            <a:spLocks noGrp="1"/>
          </p:cNvSpPr>
          <p:nvPr>
            <p:ph type="dt" sz="half" idx="10"/>
          </p:nvPr>
        </p:nvSpPr>
        <p:spPr/>
        <p:txBody>
          <a:bodyPr/>
          <a:lstStyle/>
          <a:p>
            <a:fld id="{B9DB3BA8-24F1-4573-A945-62E1F2791B35}" type="datetimeFigureOut">
              <a:rPr lang="en-US" smtClean="0"/>
              <a:t>7/29/2026</a:t>
            </a:fld>
            <a:endParaRPr lang="en-US"/>
          </a:p>
        </p:txBody>
      </p:sp>
      <p:sp>
        <p:nvSpPr>
          <p:cNvPr id="5" name="Footer Placeholder 4">
            <a:extLst>
              <a:ext uri="{FF2B5EF4-FFF2-40B4-BE49-F238E27FC236}">
                <a16:creationId xmlns:a16="http://schemas.microsoft.com/office/drawing/2014/main" id="{8D77832B-7B3D-CDDE-5669-6886951A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6D420-453B-80DF-E3EC-7FDA1920FE04}"/>
              </a:ext>
            </a:extLst>
          </p:cNvPr>
          <p:cNvSpPr>
            <a:spLocks noGrp="1"/>
          </p:cNvSpPr>
          <p:nvPr>
            <p:ph type="sldNum" sz="quarter" idx="12"/>
          </p:nvPr>
        </p:nvSpPr>
        <p:spPr/>
        <p:txBody>
          <a:bodyPr/>
          <a:lstStyle/>
          <a:p>
            <a:fld id="{F1C452FB-75D9-4069-AE97-89D0F5A2BF21}" type="slidenum">
              <a:rPr lang="en-US" smtClean="0"/>
              <a:t>‹#›</a:t>
            </a:fld>
            <a:endParaRPr lang="en-US"/>
          </a:p>
        </p:txBody>
      </p:sp>
    </p:spTree>
    <p:extLst>
      <p:ext uri="{BB962C8B-B14F-4D97-AF65-F5344CB8AC3E}">
        <p14:creationId xmlns:p14="http://schemas.microsoft.com/office/powerpoint/2010/main" val="60356785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21524" t="21453" r="44602" b="-2007"/>
          <a:stretch/>
        </p:blipFill>
        <p:spPr>
          <a:xfrm>
            <a:off x="7472516" y="0"/>
            <a:ext cx="4719484" cy="6312924"/>
          </a:xfrm>
          <a:prstGeom prst="rect">
            <a:avLst/>
          </a:prstGeom>
        </p:spPr>
      </p:pic>
    </p:spTree>
    <p:extLst>
      <p:ext uri="{BB962C8B-B14F-4D97-AF65-F5344CB8AC3E}">
        <p14:creationId xmlns:p14="http://schemas.microsoft.com/office/powerpoint/2010/main" val="980160802"/>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7/29/2026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48759081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2680007"/>
            <a:ext cx="7739253" cy="1309712"/>
          </a:xfrm>
          <a:prstGeom prst="rect">
            <a:avLst/>
          </a:prstGeom>
        </p:spPr>
        <p:txBody>
          <a:bodyPr anchor="t">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Event name or presentation title</a:t>
            </a:r>
          </a:p>
        </p:txBody>
      </p:sp>
      <p:sp>
        <p:nvSpPr>
          <p:cNvPr id="9" name="Text Placeholder 2">
            <a:extLst>
              <a:ext uri="{FF2B5EF4-FFF2-40B4-BE49-F238E27FC236}">
                <a16:creationId xmlns:a16="http://schemas.microsoft.com/office/drawing/2014/main" id="{66824F50-404D-BEE1-C249-4FB71A5241E0}"/>
              </a:ext>
            </a:extLst>
          </p:cNvPr>
          <p:cNvSpPr>
            <a:spLocks noGrp="1"/>
          </p:cNvSpPr>
          <p:nvPr>
            <p:ph type="body" sz="quarter" idx="11" hasCustomPrompt="1"/>
          </p:nvPr>
        </p:nvSpPr>
        <p:spPr>
          <a:xfrm>
            <a:off x="563498" y="4271337"/>
            <a:ext cx="7739253" cy="369332"/>
          </a:xfrm>
          <a:prstGeom prst="rect">
            <a:avLst/>
          </a:prstGeom>
        </p:spPr>
        <p:txBody>
          <a:bodyPr/>
          <a:lstStyle>
            <a:lvl1pPr marL="0" indent="0">
              <a:buNone/>
              <a:defRPr sz="2400" b="0" i="0">
                <a:solidFill>
                  <a:schemeClr val="bg1"/>
                </a:solidFill>
                <a:latin typeface="Segoe UI Variable Display Semibold"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r>
              <a:rPr lang="en-IN" sz="2400"/>
              <a:t>Subtitle of event / presentation</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3" name="Text Placeholder 9">
            <a:extLst>
              <a:ext uri="{FF2B5EF4-FFF2-40B4-BE49-F238E27FC236}">
                <a16:creationId xmlns:a16="http://schemas.microsoft.com/office/drawing/2014/main" id="{7D7A5C5E-F631-E2DF-E961-39F687B675DC}"/>
              </a:ext>
            </a:extLst>
          </p:cNvPr>
          <p:cNvSpPr>
            <a:spLocks noGrp="1"/>
          </p:cNvSpPr>
          <p:nvPr>
            <p:ph type="body" sz="quarter" idx="13" hasCustomPrompt="1"/>
          </p:nvPr>
        </p:nvSpPr>
        <p:spPr>
          <a:xfrm>
            <a:off x="563499" y="2360316"/>
            <a:ext cx="3648075" cy="276999"/>
          </a:xfrm>
          <a:prstGeom prst="rect">
            <a:avLst/>
          </a:prstGeom>
        </p:spPr>
        <p:txBody>
          <a:bodyPr/>
          <a:lstStyle>
            <a:lvl1pPr marL="0" indent="0">
              <a:buNone/>
              <a:defRPr sz="1800" b="0" i="0">
                <a:solidFill>
                  <a:schemeClr val="bg1"/>
                </a:solidFill>
                <a:latin typeface="Segoe UI Variable Display Semilight" pitchFamily="2" charset="0"/>
              </a:defRPr>
            </a:lvl1pPr>
          </a:lstStyle>
          <a:p>
            <a:pPr lvl="0"/>
            <a:r>
              <a:rPr lang="en-US"/>
              <a:t>MCAPS Academy presents</a:t>
            </a:r>
          </a:p>
        </p:txBody>
      </p:sp>
      <p:pic>
        <p:nvPicPr>
          <p:cNvPr id="4" name="Picture 3" descr="A close-up of a logo&#10;&#10;Description automatically generated">
            <a:extLst>
              <a:ext uri="{FF2B5EF4-FFF2-40B4-BE49-F238E27FC236}">
                <a16:creationId xmlns:a16="http://schemas.microsoft.com/office/drawing/2014/main" id="{C6B72760-8909-ADE8-75F9-A7156317C038}"/>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
        <p:nvSpPr>
          <p:cNvPr id="5" name="Picture Placeholder 3">
            <a:extLst>
              <a:ext uri="{FF2B5EF4-FFF2-40B4-BE49-F238E27FC236}">
                <a16:creationId xmlns:a16="http://schemas.microsoft.com/office/drawing/2014/main" id="{39F60B9A-998A-8DA9-1E8E-9C4CA428C343}"/>
              </a:ext>
            </a:extLst>
          </p:cNvPr>
          <p:cNvSpPr>
            <a:spLocks noGrp="1"/>
          </p:cNvSpPr>
          <p:nvPr>
            <p:ph type="pic" sz="quarter" idx="18" hasCustomPrompt="1"/>
          </p:nvPr>
        </p:nvSpPr>
        <p:spPr>
          <a:xfrm>
            <a:off x="10992304" y="5627513"/>
            <a:ext cx="957837" cy="915694"/>
          </a:xfrm>
          <a:prstGeom prst="rect">
            <a:avLst/>
          </a:prstGeom>
          <a:solidFill>
            <a:srgbClr val="FEF000"/>
          </a:solidFill>
        </p:spPr>
        <p:txBody>
          <a:bodyPr/>
          <a:lstStyle>
            <a:lvl1pPr marL="0" indent="0" algn="ctr">
              <a:lnSpc>
                <a:spcPct val="150000"/>
              </a:lnSpc>
              <a:buNone/>
              <a:defRPr sz="1000" b="1" i="0">
                <a:latin typeface="Segoe UI Variable Display" pitchFamily="2" charset="0"/>
                <a:cs typeface="Segoe UI" panose="020B0502040204020203" pitchFamily="34" charset="0"/>
              </a:defRPr>
            </a:lvl1pPr>
          </a:lstStyle>
          <a:p>
            <a:r>
              <a:rPr lang="en-US"/>
              <a:t>Place QR Here</a:t>
            </a:r>
          </a:p>
        </p:txBody>
      </p:sp>
    </p:spTree>
    <p:extLst>
      <p:ext uri="{BB962C8B-B14F-4D97-AF65-F5344CB8AC3E}">
        <p14:creationId xmlns:p14="http://schemas.microsoft.com/office/powerpoint/2010/main" val="1807680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1617371"/>
            <a:ext cx="6960423" cy="2099571"/>
          </a:xfrm>
          <a:prstGeom prst="rect">
            <a:avLst/>
          </a:prstGeom>
        </p:spPr>
        <p:txBody>
          <a:bodyPr anchor="t">
            <a:noAutofit/>
          </a:bodyPr>
          <a:lstStyle>
            <a:lvl1pPr marL="0" indent="0">
              <a:buNone/>
              <a:defRPr sz="44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solidFill>
                  <a:schemeClr val="bg1"/>
                </a:solidFill>
                <a:latin typeface="Segoe UI Variable Display" pitchFamily="2" charset="0"/>
              </a:rPr>
              <a:t>Event name or presentation title</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C00C22E-652B-E2BD-C88C-53CC6D8F4E15}"/>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bg1"/>
                </a:solidFill>
                <a:latin typeface="Segoe UI Variable Display" pitchFamily="2" charset="0"/>
              </a:defRPr>
            </a:lvl1pPr>
          </a:lstStyle>
          <a:p>
            <a:pPr lvl="0"/>
            <a:r>
              <a:rPr lang="en-US"/>
              <a:t>Title / Position</a:t>
            </a:r>
          </a:p>
        </p:txBody>
      </p:sp>
      <p:sp>
        <p:nvSpPr>
          <p:cNvPr id="13" name="Text Placeholder 12">
            <a:extLst>
              <a:ext uri="{FF2B5EF4-FFF2-40B4-BE49-F238E27FC236}">
                <a16:creationId xmlns:a16="http://schemas.microsoft.com/office/drawing/2014/main" id="{368F868D-5515-3E9C-B5F0-7D1E3E3A0E2C}"/>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bg1"/>
                </a:solidFill>
                <a:latin typeface="Segoe UI Variable Display" pitchFamily="2" charset="0"/>
              </a:defRPr>
            </a:lvl1pPr>
          </a:lstStyle>
          <a:p>
            <a:pPr lvl="0"/>
            <a:r>
              <a:rPr lang="en-US"/>
              <a:t>Speaker name or subtitle</a:t>
            </a:r>
          </a:p>
        </p:txBody>
      </p:sp>
      <p:sp>
        <p:nvSpPr>
          <p:cNvPr id="15" name="Text Placeholder 6">
            <a:extLst>
              <a:ext uri="{FF2B5EF4-FFF2-40B4-BE49-F238E27FC236}">
                <a16:creationId xmlns:a16="http://schemas.microsoft.com/office/drawing/2014/main" id="{B3697337-AD4B-DDCC-BFF1-DAA75B122352}"/>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bg1"/>
                </a:solidFill>
                <a:latin typeface="Segoe UI Variable Display Semilight" pitchFamily="2" charset="0"/>
              </a:defRPr>
            </a:lvl1pPr>
          </a:lstStyle>
          <a:p>
            <a:pPr lvl="0"/>
            <a:r>
              <a:rPr lang="en-US"/>
              <a:t>Department of title / position held</a:t>
            </a:r>
          </a:p>
        </p:txBody>
      </p:sp>
      <p:sp>
        <p:nvSpPr>
          <p:cNvPr id="19" name="Picture Placeholder 3">
            <a:extLst>
              <a:ext uri="{FF2B5EF4-FFF2-40B4-BE49-F238E27FC236}">
                <a16:creationId xmlns:a16="http://schemas.microsoft.com/office/drawing/2014/main" id="{BE90EEB3-71A2-E843-89CF-31EEBACDCFFA}"/>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pic>
        <p:nvPicPr>
          <p:cNvPr id="21" name="Picture 20" descr="A close-up of a logo&#10;&#10;Description automatically generated">
            <a:extLst>
              <a:ext uri="{FF2B5EF4-FFF2-40B4-BE49-F238E27FC236}">
                <a16:creationId xmlns:a16="http://schemas.microsoft.com/office/drawing/2014/main" id="{FF3B0A85-6622-BAD5-5427-47A8208A91B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Tree>
    <p:extLst>
      <p:ext uri="{BB962C8B-B14F-4D97-AF65-F5344CB8AC3E}">
        <p14:creationId xmlns:p14="http://schemas.microsoft.com/office/powerpoint/2010/main" val="9552874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over_White_NoBrea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700B5632-2B0C-A1F8-ED94-4866A84C2D42}"/>
              </a:ext>
            </a:extLst>
          </p:cNvPr>
          <p:cNvSpPr>
            <a:spLocks noGrp="1"/>
          </p:cNvSpPr>
          <p:nvPr>
            <p:ph type="body" sz="quarter" idx="11" hasCustomPrompt="1"/>
          </p:nvPr>
        </p:nvSpPr>
        <p:spPr>
          <a:xfrm>
            <a:off x="563499" y="1617371"/>
            <a:ext cx="6960423" cy="2099571"/>
          </a:xfrm>
          <a:prstGeom prst="rect">
            <a:avLst/>
          </a:prstGeom>
        </p:spPr>
        <p:txBody>
          <a:bodyPr anchor="t">
            <a:noAutofit/>
          </a:bodyPr>
          <a:lstStyle>
            <a:lvl1pPr marL="0" indent="0">
              <a:buNone/>
              <a:defRPr sz="44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latin typeface="Segoe UI Variable Display" pitchFamily="2" charset="0"/>
              </a:rPr>
              <a:t>Event name or presentation title</a:t>
            </a:r>
          </a:p>
        </p:txBody>
      </p:sp>
      <p:sp>
        <p:nvSpPr>
          <p:cNvPr id="6" name="Footer Placeholder 1">
            <a:extLst>
              <a:ext uri="{FF2B5EF4-FFF2-40B4-BE49-F238E27FC236}">
                <a16:creationId xmlns:a16="http://schemas.microsoft.com/office/drawing/2014/main" id="{2D3AB81A-4A9C-FBD2-03F5-F1938C9B740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513E8BE-8DE9-9229-73DD-809787A0D7F1}"/>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tx1"/>
                </a:solidFill>
                <a:latin typeface="Segoe UI Variable Display" pitchFamily="2" charset="0"/>
              </a:defRPr>
            </a:lvl1pPr>
          </a:lstStyle>
          <a:p>
            <a:pPr lvl="0"/>
            <a:r>
              <a:rPr lang="en-US"/>
              <a:t>Title / Position</a:t>
            </a:r>
          </a:p>
        </p:txBody>
      </p:sp>
      <p:sp>
        <p:nvSpPr>
          <p:cNvPr id="8" name="Text Placeholder 12">
            <a:extLst>
              <a:ext uri="{FF2B5EF4-FFF2-40B4-BE49-F238E27FC236}">
                <a16:creationId xmlns:a16="http://schemas.microsoft.com/office/drawing/2014/main" id="{0FB58745-D320-F4A0-710E-B8B7902AFEB0}"/>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tx1"/>
                </a:solidFill>
                <a:latin typeface="Segoe UI Variable Display" pitchFamily="2" charset="0"/>
              </a:defRPr>
            </a:lvl1pPr>
          </a:lstStyle>
          <a:p>
            <a:pPr lvl="0"/>
            <a:r>
              <a:rPr lang="en-US"/>
              <a:t>Speaker name or subtitle</a:t>
            </a:r>
          </a:p>
        </p:txBody>
      </p:sp>
      <p:sp>
        <p:nvSpPr>
          <p:cNvPr id="10" name="Text Placeholder 6">
            <a:extLst>
              <a:ext uri="{FF2B5EF4-FFF2-40B4-BE49-F238E27FC236}">
                <a16:creationId xmlns:a16="http://schemas.microsoft.com/office/drawing/2014/main" id="{A814835C-F55A-B721-47F4-598A0B62E391}"/>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tx1"/>
                </a:solidFill>
                <a:latin typeface="Segoe UI Variable Display Semilight" pitchFamily="2" charset="0"/>
              </a:defRPr>
            </a:lvl1pPr>
          </a:lstStyle>
          <a:p>
            <a:pPr lvl="0"/>
            <a:r>
              <a:rPr lang="en-US"/>
              <a:t>Department of title / position held</a:t>
            </a:r>
          </a:p>
        </p:txBody>
      </p:sp>
      <p:pic>
        <p:nvPicPr>
          <p:cNvPr id="14" name="Picture 13">
            <a:extLst>
              <a:ext uri="{FF2B5EF4-FFF2-40B4-BE49-F238E27FC236}">
                <a16:creationId xmlns:a16="http://schemas.microsoft.com/office/drawing/2014/main" id="{036CE8F6-2AEA-578C-4687-FD074E748F5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563499" y="457270"/>
            <a:ext cx="2411347" cy="478112"/>
          </a:xfrm>
          <a:prstGeom prst="rect">
            <a:avLst/>
          </a:prstGeom>
        </p:spPr>
      </p:pic>
      <p:sp>
        <p:nvSpPr>
          <p:cNvPr id="3" name="Picture Placeholder 3">
            <a:extLst>
              <a:ext uri="{FF2B5EF4-FFF2-40B4-BE49-F238E27FC236}">
                <a16:creationId xmlns:a16="http://schemas.microsoft.com/office/drawing/2014/main" id="{B4EB1B6F-D09C-6E4E-EDA3-521195C8107E}"/>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4281656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5969326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ection_Divider_Gradient_Light">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092EB425-F759-0B2D-7845-B13BEEDDDF81}"/>
              </a:ext>
            </a:extLst>
          </p:cNvPr>
          <p:cNvSpPr>
            <a:spLocks noGrp="1"/>
          </p:cNvSpPr>
          <p:nvPr>
            <p:ph type="ftr" sz="quarter" idx="13"/>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A6B44958-A4BF-2419-7324-6654AAFC0200}"/>
              </a:ext>
            </a:extLst>
          </p:cNvPr>
          <p:cNvSpPr>
            <a:spLocks noGrp="1"/>
          </p:cNvSpPr>
          <p:nvPr>
            <p:ph type="body" sz="quarter" idx="11" hasCustomPrompt="1"/>
          </p:nvPr>
        </p:nvSpPr>
        <p:spPr>
          <a:xfrm>
            <a:off x="584201" y="3646980"/>
            <a:ext cx="10480421" cy="1477328"/>
          </a:xfrm>
          <a:prstGeom prst="rect">
            <a:avLst/>
          </a:prstGeom>
          <a:noFill/>
        </p:spPr>
        <p:txBody>
          <a:bodyPr anchor="b">
            <a:noAutofit/>
          </a:bodyPr>
          <a:lstStyle>
            <a:lvl1pPr marL="0" indent="0">
              <a:buNone/>
              <a:defRPr sz="4800" b="1" i="0">
                <a:solidFill>
                  <a:srgbClr val="131313"/>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Section Divider title</a:t>
            </a:r>
          </a:p>
        </p:txBody>
      </p:sp>
      <p:sp>
        <p:nvSpPr>
          <p:cNvPr id="2" name="Text Placeholder 4">
            <a:extLst>
              <a:ext uri="{FF2B5EF4-FFF2-40B4-BE49-F238E27FC236}">
                <a16:creationId xmlns:a16="http://schemas.microsoft.com/office/drawing/2014/main" id="{5C2D7F27-723C-3745-C8D1-5A9440BCEED7}"/>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tx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688880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D90F2B-C625-D74D-0F83-8C5092EAA7D6}"/>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2">
            <a:extLst>
              <a:ext uri="{FF2B5EF4-FFF2-40B4-BE49-F238E27FC236}">
                <a16:creationId xmlns:a16="http://schemas.microsoft.com/office/drawing/2014/main" id="{3888857E-1B2B-32A5-FE56-3867EB1638A3}"/>
              </a:ext>
            </a:extLst>
          </p:cNvPr>
          <p:cNvSpPr>
            <a:spLocks noGrp="1"/>
          </p:cNvSpPr>
          <p:nvPr>
            <p:ph type="body" sz="quarter" idx="11" hasCustomPrompt="1"/>
          </p:nvPr>
        </p:nvSpPr>
        <p:spPr>
          <a:xfrm>
            <a:off x="584201" y="5369099"/>
            <a:ext cx="11128187" cy="763655"/>
          </a:xfrm>
          <a:prstGeom prst="rect">
            <a:avLst/>
          </a:prstGeom>
        </p:spPr>
        <p:txBody>
          <a:bodyPr anchor="b">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Click to edit title</a:t>
            </a:r>
          </a:p>
        </p:txBody>
      </p:sp>
      <p:sp>
        <p:nvSpPr>
          <p:cNvPr id="7" name="Footer Placeholder 1">
            <a:extLst>
              <a:ext uri="{FF2B5EF4-FFF2-40B4-BE49-F238E27FC236}">
                <a16:creationId xmlns:a16="http://schemas.microsoft.com/office/drawing/2014/main" id="{7A38BE22-6AA2-521B-285D-5426E1F4F4A9}"/>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099519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78226A4-A1AE-3745-A3A3-2A26E8C9834A}"/>
              </a:ext>
            </a:extLst>
          </p:cNvPr>
          <p:cNvSpPr>
            <a:spLocks noGrp="1"/>
          </p:cNvSpPr>
          <p:nvPr>
            <p:ph type="body" sz="quarter" idx="12" hasCustomPrompt="1"/>
          </p:nvPr>
        </p:nvSpPr>
        <p:spPr>
          <a:xfrm>
            <a:off x="584201" y="5369099"/>
            <a:ext cx="11128187" cy="763655"/>
          </a:xfrm>
          <a:prstGeom prst="rect">
            <a:avLst/>
          </a:prstGeom>
        </p:spPr>
        <p:txBody>
          <a:bodyPr anchor="b">
            <a:noAutofit/>
          </a:bodyPr>
          <a:lstStyle>
            <a:lvl1pPr marL="0" indent="0">
              <a:buNone/>
              <a:defRPr sz="48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Click to edit title</a:t>
            </a:r>
          </a:p>
        </p:txBody>
      </p:sp>
      <p:sp>
        <p:nvSpPr>
          <p:cNvPr id="6" name="Footer Placeholder 1">
            <a:extLst>
              <a:ext uri="{FF2B5EF4-FFF2-40B4-BE49-F238E27FC236}">
                <a16:creationId xmlns:a16="http://schemas.microsoft.com/office/drawing/2014/main" id="{51F3B1FA-F5A4-87CA-1BFC-2EDE23CFBBD1}"/>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7330306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_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4E6899-69D9-8DF8-3562-A9BD34681588}"/>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2" name="TextBox 1">
            <a:extLst>
              <a:ext uri="{FF2B5EF4-FFF2-40B4-BE49-F238E27FC236}">
                <a16:creationId xmlns:a16="http://schemas.microsoft.com/office/drawing/2014/main" id="{C0C1198E-A442-CDDE-C721-94C16341032F}"/>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
        <p:nvSpPr>
          <p:cNvPr id="3" name="Text Placeholder 2">
            <a:extLst>
              <a:ext uri="{FF2B5EF4-FFF2-40B4-BE49-F238E27FC236}">
                <a16:creationId xmlns:a16="http://schemas.microsoft.com/office/drawing/2014/main" id="{75A4BAFA-7127-6C18-1004-7E76BB691DF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a:t>
            </a:r>
          </a:p>
        </p:txBody>
      </p:sp>
      <p:sp>
        <p:nvSpPr>
          <p:cNvPr id="5" name="Text Placeholder 3">
            <a:extLst>
              <a:ext uri="{FF2B5EF4-FFF2-40B4-BE49-F238E27FC236}">
                <a16:creationId xmlns:a16="http://schemas.microsoft.com/office/drawing/2014/main" id="{DC94C2EC-511A-A0CE-A973-77E67A941389}"/>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bg1"/>
                </a:solidFill>
                <a:latin typeface="Segoe UI Semibold" panose="020B0702040204020203" pitchFamily="34" charset="0"/>
                <a:cs typeface="Segoe UI Semibold" panose="020B0702040204020203" pitchFamily="34" charset="0"/>
              </a:defRPr>
            </a:lvl1pPr>
          </a:lstStyle>
          <a:p>
            <a:pPr algn="l"/>
            <a:r>
              <a:rPr lang="en-US" sz="1600" b="1" i="0">
                <a:solidFill>
                  <a:schemeClr val="bg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EB529936-4718-5813-E590-8D95CF84E2AE}"/>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bg1"/>
                </a:solidFill>
                <a:latin typeface="+mn-lt"/>
                <a:cs typeface="Segoe UI Semilight" panose="020B0402040204020203" pitchFamily="34" charset="0"/>
              </a:defRPr>
            </a:lvl1pPr>
          </a:lstStyle>
          <a:p>
            <a:pPr algn="l"/>
            <a:r>
              <a:rPr lang="en-US" sz="1200" b="0" i="0">
                <a:solidFill>
                  <a:schemeClr val="bg1"/>
                </a:solidFill>
                <a:latin typeface="Segoe UI Variable Small Semilight" pitchFamily="2" charset="0"/>
              </a:rPr>
              <a:t>Tertiary Information Goes Here</a:t>
            </a:r>
          </a:p>
        </p:txBody>
      </p:sp>
      <p:sp>
        <p:nvSpPr>
          <p:cNvPr id="6" name="Footer Placeholder 1">
            <a:extLst>
              <a:ext uri="{FF2B5EF4-FFF2-40B4-BE49-F238E27FC236}">
                <a16:creationId xmlns:a16="http://schemas.microsoft.com/office/drawing/2014/main" id="{47DEEA79-BC89-68A6-0D17-69C3C2D1B84C}"/>
              </a:ext>
            </a:extLst>
          </p:cNvPr>
          <p:cNvSpPr>
            <a:spLocks noGrp="1"/>
          </p:cNvSpPr>
          <p:nvPr>
            <p:ph type="ftr" sz="quarter" idx="16"/>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9272383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_Whi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2" name="Footer Placeholder 1">
            <a:extLst>
              <a:ext uri="{FF2B5EF4-FFF2-40B4-BE49-F238E27FC236}">
                <a16:creationId xmlns:a16="http://schemas.microsoft.com/office/drawing/2014/main" id="{EC56F4E8-F6DB-0F4D-EFF1-56B18856A03A}"/>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088DC2D7-12FF-E0B6-E67D-F57C23A75DA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a:t>
            </a:r>
          </a:p>
        </p:txBody>
      </p:sp>
      <p:sp>
        <p:nvSpPr>
          <p:cNvPr id="10" name="Text Placeholder 3">
            <a:extLst>
              <a:ext uri="{FF2B5EF4-FFF2-40B4-BE49-F238E27FC236}">
                <a16:creationId xmlns:a16="http://schemas.microsoft.com/office/drawing/2014/main" id="{9353D2C3-E997-95E8-9BE9-061C8A8BBCCF}"/>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tx1"/>
                </a:solidFill>
                <a:latin typeface="Segoe UI Semibold" panose="020B0702040204020203" pitchFamily="34" charset="0"/>
                <a:cs typeface="Segoe UI Semibold" panose="020B0702040204020203"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b="1" i="0">
                <a:solidFill>
                  <a:schemeClr val="tx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B01E6E8A-DC83-B933-928D-1D697891386F}"/>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tx1"/>
                </a:solidFill>
                <a:latin typeface="+mn-lt"/>
                <a:cs typeface="Segoe UI Semilight" panose="020B0402040204020203" pitchFamily="34" charset="0"/>
              </a:defRPr>
            </a:lvl1pPr>
          </a:lstStyle>
          <a:p>
            <a:pPr algn="l"/>
            <a:r>
              <a:rPr lang="en-US" sz="1200" b="0" i="0">
                <a:solidFill>
                  <a:schemeClr val="tx1"/>
                </a:solidFill>
                <a:latin typeface="Segoe UI Variable Small Semilight" pitchFamily="2" charset="0"/>
              </a:rPr>
              <a:t>Tertiary Information Goes Here</a:t>
            </a:r>
          </a:p>
        </p:txBody>
      </p:sp>
      <p:sp>
        <p:nvSpPr>
          <p:cNvPr id="15" name="TextBox 14">
            <a:extLst>
              <a:ext uri="{FF2B5EF4-FFF2-40B4-BE49-F238E27FC236}">
                <a16:creationId xmlns:a16="http://schemas.microsoft.com/office/drawing/2014/main" id="{A173C091-9656-B3EF-C62B-AA0D97173ED4}"/>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Tree>
    <p:extLst>
      <p:ext uri="{BB962C8B-B14F-4D97-AF65-F5344CB8AC3E}">
        <p14:creationId xmlns:p14="http://schemas.microsoft.com/office/powerpoint/2010/main" val="1683767486"/>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ection_Half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7E515-D420-0274-4191-E5F7CB926E7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9" name="Text Placeholder 2">
            <a:extLst>
              <a:ext uri="{FF2B5EF4-FFF2-40B4-BE49-F238E27FC236}">
                <a16:creationId xmlns:a16="http://schemas.microsoft.com/office/drawing/2014/main" id="{78210DB2-5758-3D51-0A08-A1174E40B4A2}"/>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5" name="Text Placeholder 4">
            <a:extLst>
              <a:ext uri="{FF2B5EF4-FFF2-40B4-BE49-F238E27FC236}">
                <a16:creationId xmlns:a16="http://schemas.microsoft.com/office/drawing/2014/main" id="{B0A8C59B-6B0C-9492-954B-8FEF45936480}"/>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0" name="Text Placeholder 4">
            <a:extLst>
              <a:ext uri="{FF2B5EF4-FFF2-40B4-BE49-F238E27FC236}">
                <a16:creationId xmlns:a16="http://schemas.microsoft.com/office/drawing/2014/main" id="{6D1AED05-C869-9AEA-DD95-5526A869D852}"/>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4" name="Text Placeholder 4">
            <a:extLst>
              <a:ext uri="{FF2B5EF4-FFF2-40B4-BE49-F238E27FC236}">
                <a16:creationId xmlns:a16="http://schemas.microsoft.com/office/drawing/2014/main" id="{1C30D727-631C-4F3D-1DA5-8A5CC8A5F1D4}"/>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 name="Slide Number Placeholder 2">
            <a:extLst>
              <a:ext uri="{FF2B5EF4-FFF2-40B4-BE49-F238E27FC236}">
                <a16:creationId xmlns:a16="http://schemas.microsoft.com/office/drawing/2014/main" id="{C77E599C-CC5B-4B98-F426-05A786AB061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3C8A360D-EDB2-5F75-F845-AD7395FB3ABA}"/>
              </a:ext>
            </a:extLst>
          </p:cNvPr>
          <p:cNvSpPr>
            <a:spLocks noGrp="1"/>
          </p:cNvSpPr>
          <p:nvPr>
            <p:ph type="ftr" sz="quarter" idx="2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24" name="Text Placeholder 4">
            <a:extLst>
              <a:ext uri="{FF2B5EF4-FFF2-40B4-BE49-F238E27FC236}">
                <a16:creationId xmlns:a16="http://schemas.microsoft.com/office/drawing/2014/main" id="{C1DD1155-DE80-DB16-5D58-FE37ACECE0BF}"/>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5" name="Text Placeholder 4">
            <a:extLst>
              <a:ext uri="{FF2B5EF4-FFF2-40B4-BE49-F238E27FC236}">
                <a16:creationId xmlns:a16="http://schemas.microsoft.com/office/drawing/2014/main" id="{9C97BEAF-CFE3-69EC-C552-3BBA9BBD38B8}"/>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6" name="Text Placeholder 4">
            <a:extLst>
              <a:ext uri="{FF2B5EF4-FFF2-40B4-BE49-F238E27FC236}">
                <a16:creationId xmlns:a16="http://schemas.microsoft.com/office/drawing/2014/main" id="{18D62252-6EF9-E882-0254-8366C7F92169}"/>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0" name="Text Placeholder 4">
            <a:extLst>
              <a:ext uri="{FF2B5EF4-FFF2-40B4-BE49-F238E27FC236}">
                <a16:creationId xmlns:a16="http://schemas.microsoft.com/office/drawing/2014/main" id="{7266C87E-16AC-E864-E6E5-63501E7FC73B}"/>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31" name="Text Placeholder 4">
            <a:extLst>
              <a:ext uri="{FF2B5EF4-FFF2-40B4-BE49-F238E27FC236}">
                <a16:creationId xmlns:a16="http://schemas.microsoft.com/office/drawing/2014/main" id="{6A206C02-56C5-016F-9670-736B6724DAA8}"/>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32" name="Text Placeholder 4">
            <a:extLst>
              <a:ext uri="{FF2B5EF4-FFF2-40B4-BE49-F238E27FC236}">
                <a16:creationId xmlns:a16="http://schemas.microsoft.com/office/drawing/2014/main" id="{AF78F7F5-AF1C-9AC8-5D66-0359EE0A348F}"/>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627469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_Half_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1DC71E-905C-13BA-8BEE-155F4B01A2C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cxnSp>
        <p:nvCxnSpPr>
          <p:cNvPr id="21" name="Straight Connector 20">
            <a:extLst>
              <a:ext uri="{FF2B5EF4-FFF2-40B4-BE49-F238E27FC236}">
                <a16:creationId xmlns:a16="http://schemas.microsoft.com/office/drawing/2014/main" id="{E2AF11C5-E7BE-76FB-76BD-F5BCFAD8287B}"/>
              </a:ext>
            </a:extLst>
          </p:cNvPr>
          <p:cNvCxnSpPr>
            <a:cxnSpLocks/>
          </p:cNvCxnSpPr>
          <p:nvPr userDrawn="1"/>
        </p:nvCxnSpPr>
        <p:spPr>
          <a:xfrm>
            <a:off x="6096000" y="577850"/>
            <a:ext cx="0" cy="570230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0EC1AEB3-203A-A99D-2704-85C106947BB6}"/>
              </a:ext>
            </a:extLst>
          </p:cNvPr>
          <p:cNvSpPr>
            <a:spLocks noGrp="1"/>
          </p:cNvSpPr>
          <p:nvPr>
            <p:ph type="ftr" sz="quarter" idx="2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Text Placeholder 2">
            <a:extLst>
              <a:ext uri="{FF2B5EF4-FFF2-40B4-BE49-F238E27FC236}">
                <a16:creationId xmlns:a16="http://schemas.microsoft.com/office/drawing/2014/main" id="{10392172-D37E-90E7-AF16-D1A154B132F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7" name="Text Placeholder 2">
            <a:extLst>
              <a:ext uri="{FF2B5EF4-FFF2-40B4-BE49-F238E27FC236}">
                <a16:creationId xmlns:a16="http://schemas.microsoft.com/office/drawing/2014/main" id="{BE39FFB6-BBAD-A579-98B0-E8612D7CA703}"/>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11" name="Text Placeholder 4">
            <a:extLst>
              <a:ext uri="{FF2B5EF4-FFF2-40B4-BE49-F238E27FC236}">
                <a16:creationId xmlns:a16="http://schemas.microsoft.com/office/drawing/2014/main" id="{F017FD68-E283-E80A-842F-F53C3870EDB3}"/>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2" name="Text Placeholder 4">
            <a:extLst>
              <a:ext uri="{FF2B5EF4-FFF2-40B4-BE49-F238E27FC236}">
                <a16:creationId xmlns:a16="http://schemas.microsoft.com/office/drawing/2014/main" id="{62D32000-2037-C308-B8C7-C6A4A0088AAF}"/>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3" name="Text Placeholder 4">
            <a:extLst>
              <a:ext uri="{FF2B5EF4-FFF2-40B4-BE49-F238E27FC236}">
                <a16:creationId xmlns:a16="http://schemas.microsoft.com/office/drawing/2014/main" id="{AE5DCA4E-18BD-A9A7-5BAE-0A5F63DC7C48}"/>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2" name="Text Placeholder 4">
            <a:extLst>
              <a:ext uri="{FF2B5EF4-FFF2-40B4-BE49-F238E27FC236}">
                <a16:creationId xmlns:a16="http://schemas.microsoft.com/office/drawing/2014/main" id="{8E8A3BE2-6125-36DB-1B15-B0443B967286}"/>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3" name="Text Placeholder 4">
            <a:extLst>
              <a:ext uri="{FF2B5EF4-FFF2-40B4-BE49-F238E27FC236}">
                <a16:creationId xmlns:a16="http://schemas.microsoft.com/office/drawing/2014/main" id="{880067E5-5A4B-B5F3-65C6-4E06F390ACC5}"/>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4" name="Text Placeholder 4">
            <a:extLst>
              <a:ext uri="{FF2B5EF4-FFF2-40B4-BE49-F238E27FC236}">
                <a16:creationId xmlns:a16="http://schemas.microsoft.com/office/drawing/2014/main" id="{74FF8FA0-FAD5-6833-412C-3CDF819AEC4E}"/>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5" name="Text Placeholder 4">
            <a:extLst>
              <a:ext uri="{FF2B5EF4-FFF2-40B4-BE49-F238E27FC236}">
                <a16:creationId xmlns:a16="http://schemas.microsoft.com/office/drawing/2014/main" id="{E851353C-80BC-58DC-665E-00F7967460A0}"/>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6" name="Text Placeholder 4">
            <a:extLst>
              <a:ext uri="{FF2B5EF4-FFF2-40B4-BE49-F238E27FC236}">
                <a16:creationId xmlns:a16="http://schemas.microsoft.com/office/drawing/2014/main" id="{5696F8D1-4A47-1BE9-F0D2-6EC8145AC4E1}"/>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7" name="Text Placeholder 4">
            <a:extLst>
              <a:ext uri="{FF2B5EF4-FFF2-40B4-BE49-F238E27FC236}">
                <a16:creationId xmlns:a16="http://schemas.microsoft.com/office/drawing/2014/main" id="{7324173E-AA9C-8BF3-2437-1771DBD138D3}"/>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902446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ull_Bleed_Imag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3AEDEC4F-FC56-B05A-52AD-159156BC0DC8}"/>
              </a:ext>
            </a:extLst>
          </p:cNvPr>
          <p:cNvSpPr>
            <a:spLocks noGrp="1"/>
          </p:cNvSpPr>
          <p:nvPr>
            <p:ph type="pic" sz="quarter" idx="10" hasCustomPrompt="1"/>
          </p:nvPr>
        </p:nvSpPr>
        <p:spPr>
          <a:xfrm>
            <a:off x="0" y="0"/>
            <a:ext cx="12192000"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4413251"/>
            <a:ext cx="4994021" cy="1631950"/>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text</a:t>
            </a:r>
          </a:p>
        </p:txBody>
      </p:sp>
      <p:sp>
        <p:nvSpPr>
          <p:cNvPr id="3" name="Footer Placeholder 1">
            <a:extLst>
              <a:ext uri="{FF2B5EF4-FFF2-40B4-BE49-F238E27FC236}">
                <a16:creationId xmlns:a16="http://schemas.microsoft.com/office/drawing/2014/main" id="{EAC0C3FF-ADA5-FFDB-57E4-002AFDA187C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21464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_Bleed_Top_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5D3AEB4-C898-EBBD-E472-C4A8EAF8E92E}"/>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6" name="Picture 5">
            <a:extLst>
              <a:ext uri="{FF2B5EF4-FFF2-40B4-BE49-F238E27FC236}">
                <a16:creationId xmlns:a16="http://schemas.microsoft.com/office/drawing/2014/main" id="{942F0238-66BE-083C-C773-629AD18C76E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A4118093-7D3C-9764-D242-3FF6E0731EF9}"/>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9564349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Full_Bleed_Top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8F8BBAC-8DA3-09F6-A450-B668FFC46A4F}"/>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595F97B7-EA88-4DD0-A6FD-34D74E9D3FE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20578784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ull_Bleed_Bottom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2A66E-C3D9-FE0F-7C48-C1F7BB13BEE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194297"/>
            <a:ext cx="12192000" cy="1663703"/>
          </a:xfrm>
          <a:custGeom>
            <a:avLst/>
            <a:gdLst>
              <a:gd name="connsiteX0" fmla="*/ 0 w 12192000"/>
              <a:gd name="connsiteY0" fmla="*/ 0 h 1663703"/>
              <a:gd name="connsiteX1" fmla="*/ 12192000 w 12192000"/>
              <a:gd name="connsiteY1" fmla="*/ 0 h 1663703"/>
              <a:gd name="connsiteX2" fmla="*/ 12192000 w 12192000"/>
              <a:gd name="connsiteY2" fmla="*/ 1663703 h 1663703"/>
              <a:gd name="connsiteX3" fmla="*/ 0 w 12192000"/>
              <a:gd name="connsiteY3" fmla="*/ 1663703 h 1663703"/>
            </a:gdLst>
            <a:ahLst/>
            <a:cxnLst>
              <a:cxn ang="0">
                <a:pos x="connsiteX0" y="connsiteY0"/>
              </a:cxn>
              <a:cxn ang="0">
                <a:pos x="connsiteX1" y="connsiteY1"/>
              </a:cxn>
              <a:cxn ang="0">
                <a:pos x="connsiteX2" y="connsiteY2"/>
              </a:cxn>
              <a:cxn ang="0">
                <a:pos x="connsiteX3" y="connsiteY3"/>
              </a:cxn>
            </a:cxnLst>
            <a:rect l="l" t="t" r="r" b="b"/>
            <a:pathLst>
              <a:path w="12192000" h="1663703">
                <a:moveTo>
                  <a:pt x="0" y="0"/>
                </a:moveTo>
                <a:lnTo>
                  <a:pt x="12192000" y="0"/>
                </a:lnTo>
                <a:lnTo>
                  <a:pt x="12192000" y="1663703"/>
                </a:lnTo>
                <a:lnTo>
                  <a:pt x="0" y="1663703"/>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F527D418-DEB4-E6BE-632F-E81F936C2219}"/>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AC6B327B-BAC8-C162-6486-423D58BD11B9}"/>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14093728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Full_Bleed_Bottom_White">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4C3C472A-9880-67E2-C6C7-3134163D5A3B}"/>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859D7922-CA29-DA79-7E84-A874DC6BAF9A}"/>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2239458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HalfHalf_Image">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0A8E3695-D58B-CEE4-8D30-AA6C47648C6B}"/>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5" name="Picture 4">
            <a:extLst>
              <a:ext uri="{FF2B5EF4-FFF2-40B4-BE49-F238E27FC236}">
                <a16:creationId xmlns:a16="http://schemas.microsoft.com/office/drawing/2014/main" id="{447239BF-0481-A97F-2349-BE6007CEC1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3" name="Slide Number Placeholder 2">
            <a:extLst>
              <a:ext uri="{FF2B5EF4-FFF2-40B4-BE49-F238E27FC236}">
                <a16:creationId xmlns:a16="http://schemas.microsoft.com/office/drawing/2014/main" id="{CFD5AF84-2053-9C47-0F10-14DA1507923E}"/>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2EDA3B3A-6C0B-15C1-7D74-FF397B603129}"/>
              </a:ext>
            </a:extLst>
          </p:cNvPr>
          <p:cNvSpPr>
            <a:spLocks noGrp="1"/>
          </p:cNvSpPr>
          <p:nvPr>
            <p:ph type="ftr" sz="quarter" idx="1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8" name="Text Placeholder 2">
            <a:extLst>
              <a:ext uri="{FF2B5EF4-FFF2-40B4-BE49-F238E27FC236}">
                <a16:creationId xmlns:a16="http://schemas.microsoft.com/office/drawing/2014/main" id="{1CD2CE30-1A33-E095-1E39-36DACB7D926C}"/>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1" name="Text Placeholder 2">
            <a:extLst>
              <a:ext uri="{FF2B5EF4-FFF2-40B4-BE49-F238E27FC236}">
                <a16:creationId xmlns:a16="http://schemas.microsoft.com/office/drawing/2014/main" id="{24F931D7-A333-BB87-FFB5-3E9DAF4F1848}"/>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330758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HalfHalf_Image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374165A-58C8-61CD-EBB8-4759B0CE5DBA}"/>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06B4669D-57D3-3D89-6D13-EDDCEC473643}"/>
              </a:ext>
            </a:extLst>
          </p:cNvPr>
          <p:cNvSpPr>
            <a:spLocks noGrp="1"/>
          </p:cNvSpPr>
          <p:nvPr>
            <p:ph type="ftr" sz="quarter" idx="1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2" name="Text Placeholder 2">
            <a:extLst>
              <a:ext uri="{FF2B5EF4-FFF2-40B4-BE49-F238E27FC236}">
                <a16:creationId xmlns:a16="http://schemas.microsoft.com/office/drawing/2014/main" id="{0C51C66B-C47F-0C5F-A1F2-BB028731B90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2">
            <a:extLst>
              <a:ext uri="{FF2B5EF4-FFF2-40B4-BE49-F238E27FC236}">
                <a16:creationId xmlns:a16="http://schemas.microsoft.com/office/drawing/2014/main" id="{B47B6CC6-422B-7741-4595-42A385F635F4}"/>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1821029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op_Banner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4171D8-B95E-7C53-2CC9-A73E98EB7E10}"/>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F5BFD52B-9607-56D9-DA0D-CB98F20BCE7E}"/>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40191303-7F6F-5DF5-9085-D58748C9EBF3}"/>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164981135"/>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op_Banner_Gradien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a:defRPr lang="en-US" sz="3600">
                <a:solidFill>
                  <a:schemeClr val="tx1"/>
                </a:solidFill>
                <a:latin typeface="Segoe UI Variable Display" pitchFamily="2" charset="0"/>
              </a:defRPr>
            </a:lvl1pPr>
          </a:lstStyle>
          <a:p>
            <a:pPr marL="0" lvl="0" indent="0">
              <a:buNone/>
            </a:pPr>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7A193465-ADC4-F3FA-006A-4DFCD348545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4">
            <a:extLst>
              <a:ext uri="{FF2B5EF4-FFF2-40B4-BE49-F238E27FC236}">
                <a16:creationId xmlns:a16="http://schemas.microsoft.com/office/drawing/2014/main" id="{9611D6D9-4F27-F2CE-1B34-B66702E0483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BAEF16A7-14DC-0F5A-9EFA-FEB462C2D9B2}"/>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270009449"/>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Banner_NoTert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1"/>
            <a:ext cx="11045889" cy="512299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5" name="Footer Placeholder 1">
            <a:extLst>
              <a:ext uri="{FF2B5EF4-FFF2-40B4-BE49-F238E27FC236}">
                <a16:creationId xmlns:a16="http://schemas.microsoft.com/office/drawing/2014/main" id="{4A3220C7-FAAE-6B2B-D410-9A2035A93902}"/>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4E4A96EA-8D54-ADD1-09D5-0413E9FE692E}"/>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25DECBCC-10C9-3B20-FF41-C63041E237B8}"/>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marL="0" indent="0">
              <a:buNone/>
              <a:defRPr lang="en-US" sz="3600">
                <a:solidFill>
                  <a:schemeClr val="bg1"/>
                </a:solidFill>
                <a:latin typeface="+mj-lt"/>
              </a:defRPr>
            </a:lvl1pPr>
          </a:lstStyle>
          <a:p>
            <a:pPr marL="228600" lvl="0" indent="-228600"/>
            <a:r>
              <a:rPr lang="en-US" sz="3600" b="1" i="0">
                <a:latin typeface="Segoe UI Variable Display" pitchFamily="2" charset="0"/>
              </a:rPr>
              <a:t>Click to edit title</a:t>
            </a:r>
          </a:p>
        </p:txBody>
      </p:sp>
    </p:spTree>
    <p:extLst>
      <p:ext uri="{BB962C8B-B14F-4D97-AF65-F5344CB8AC3E}">
        <p14:creationId xmlns:p14="http://schemas.microsoft.com/office/powerpoint/2010/main" val="2133435203"/>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op_Banner_NoTer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1755EFB9-9C51-91C0-FEAF-31297B8B2C68}"/>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91382626-CED8-2B9E-7D3C-5E126A56B6CB}"/>
              </a:ext>
            </a:extLst>
          </p:cNvPr>
          <p:cNvSpPr>
            <a:spLocks noGrp="1"/>
          </p:cNvSpPr>
          <p:nvPr>
            <p:ph type="body" sz="quarter" idx="13" hasCustomPrompt="1"/>
          </p:nvPr>
        </p:nvSpPr>
        <p:spPr>
          <a:xfrm>
            <a:off x="563498" y="1125401"/>
            <a:ext cx="11045889" cy="5177863"/>
          </a:xfrm>
          <a:prstGeom prst="rect">
            <a:avLst/>
          </a:prstGeom>
        </p:spPr>
        <p:txBody>
          <a:bodyPr/>
          <a:lstStyle>
            <a:lvl1pPr marL="0" indent="0">
              <a:buNone/>
              <a:defRPr sz="2000" b="0"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198837519"/>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op_Banner_Du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B33B71F4-3755-658C-6CEC-DC7462957F30}"/>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11" name="Picture 10">
            <a:extLst>
              <a:ext uri="{FF2B5EF4-FFF2-40B4-BE49-F238E27FC236}">
                <a16:creationId xmlns:a16="http://schemas.microsoft.com/office/drawing/2014/main" id="{27ADDDFE-8429-7DAE-8EB5-A0ED71C7BB3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12" name="Text Placeholder 2">
            <a:extLst>
              <a:ext uri="{FF2B5EF4-FFF2-40B4-BE49-F238E27FC236}">
                <a16:creationId xmlns:a16="http://schemas.microsoft.com/office/drawing/2014/main" id="{FA48CB90-2254-194C-D01F-D132279547CC}"/>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4">
            <a:extLst>
              <a:ext uri="{FF2B5EF4-FFF2-40B4-BE49-F238E27FC236}">
                <a16:creationId xmlns:a16="http://schemas.microsoft.com/office/drawing/2014/main" id="{822A8AFE-5C2A-6252-FE77-9B5074E6B037}"/>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14" name="Text Placeholder 4">
            <a:extLst>
              <a:ext uri="{FF2B5EF4-FFF2-40B4-BE49-F238E27FC236}">
                <a16:creationId xmlns:a16="http://schemas.microsoft.com/office/drawing/2014/main" id="{5E3D1867-3935-B7B5-BA9B-E130DC77BEBA}"/>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88702191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op_Banner_Du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239791FC-9174-3E4E-7EE6-1E573BD5946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4" name="Text Placeholder 4">
            <a:extLst>
              <a:ext uri="{FF2B5EF4-FFF2-40B4-BE49-F238E27FC236}">
                <a16:creationId xmlns:a16="http://schemas.microsoft.com/office/drawing/2014/main" id="{EA6DC214-CD14-8F4F-46C9-A190227629B6}"/>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6" name="Text Placeholder 4">
            <a:extLst>
              <a:ext uri="{FF2B5EF4-FFF2-40B4-BE49-F238E27FC236}">
                <a16:creationId xmlns:a16="http://schemas.microsoft.com/office/drawing/2014/main" id="{63E4C2B0-40C0-A1AE-1C0A-43BE080CC93E}"/>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FF6C37F7-8227-1A55-2BC6-934248002CE5}"/>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4" name="Text Placeholder 4">
            <a:extLst>
              <a:ext uri="{FF2B5EF4-FFF2-40B4-BE49-F238E27FC236}">
                <a16:creationId xmlns:a16="http://schemas.microsoft.com/office/drawing/2014/main" id="{92F6A92B-A0B5-9FEA-FAD7-CDA80EEBEA7B}"/>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1872267472"/>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op_Banner_Tri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6E95DBA8-54D3-2FE1-5C2E-248FA385633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59F4EF30-953D-7C7A-F1AC-7FF65BB4C74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68EFF0C1-4C2F-F855-150A-68E8C805582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Tree>
    <p:extLst>
      <p:ext uri="{BB962C8B-B14F-4D97-AF65-F5344CB8AC3E}">
        <p14:creationId xmlns:p14="http://schemas.microsoft.com/office/powerpoint/2010/main" val="2669085532"/>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op_Banner_Tri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CE4A9C1D-FD8A-BCDD-042A-AB36EE68F116}"/>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9" name="Text Placeholder 4">
            <a:extLst>
              <a:ext uri="{FF2B5EF4-FFF2-40B4-BE49-F238E27FC236}">
                <a16:creationId xmlns:a16="http://schemas.microsoft.com/office/drawing/2014/main" id="{8E0180DE-4ABA-4FD6-BDA8-961ED052125F}"/>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1" name="Text Placeholder 4">
            <a:extLst>
              <a:ext uri="{FF2B5EF4-FFF2-40B4-BE49-F238E27FC236}">
                <a16:creationId xmlns:a16="http://schemas.microsoft.com/office/drawing/2014/main" id="{A64EC02C-CD0D-2406-7313-FA3453FAD434}"/>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2602993600"/>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hank_You_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E5EDC-231B-9E08-7B8D-B15DB1DEBFD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Footer Placeholder 1">
            <a:extLst>
              <a:ext uri="{FF2B5EF4-FFF2-40B4-BE49-F238E27FC236}">
                <a16:creationId xmlns:a16="http://schemas.microsoft.com/office/drawing/2014/main" id="{C137BB25-FAE7-4594-DE3A-28FB1247ADBA}"/>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74A6712B-AE58-A954-20DB-A07FB2E5D3F9}"/>
              </a:ext>
            </a:extLst>
          </p:cNvPr>
          <p:cNvSpPr>
            <a:spLocks noGrp="1"/>
          </p:cNvSpPr>
          <p:nvPr>
            <p:ph type="body" sz="quarter" idx="13" hasCustomPrompt="1"/>
          </p:nvPr>
        </p:nvSpPr>
        <p:spPr>
          <a:xfrm>
            <a:off x="584200" y="4885140"/>
            <a:ext cx="10480421" cy="923330"/>
          </a:xfrm>
        </p:spPr>
        <p:txBody>
          <a:bodyPr/>
          <a:lstStyle>
            <a:lvl1pPr marL="0" indent="0">
              <a:buNone/>
              <a:defRPr sz="6000" b="1" i="0">
                <a:solidFill>
                  <a:schemeClr val="bg1"/>
                </a:solidFill>
                <a:latin typeface="Segoe UI Variable Display" pitchFamily="2" charset="0"/>
              </a:defRPr>
            </a:lvl1pPr>
          </a:lstStyle>
          <a:p>
            <a:pPr lvl="0"/>
            <a:r>
              <a:rPr lang="en-US"/>
              <a:t>Thank you.</a:t>
            </a:r>
          </a:p>
        </p:txBody>
      </p:sp>
    </p:spTree>
    <p:extLst>
      <p:ext uri="{BB962C8B-B14F-4D97-AF65-F5344CB8AC3E}">
        <p14:creationId xmlns:p14="http://schemas.microsoft.com/office/powerpoint/2010/main" val="41607889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129148354"/>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1390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468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310172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47429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673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876437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812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3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25946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553870"/>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2"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3904871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cSld name="1_Title &amp;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16DF-5189-4EC0-9ED7-D0F6BB61E86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0984539" cy="4899524"/>
          </a:xfrm>
        </p:spPr>
        <p:txBody>
          <a:bodyPr wrap="square">
            <a:noAutofit/>
          </a:bodyPr>
          <a:lstStyle>
            <a:lvl1pPr marL="0" indent="0">
              <a:buNone/>
              <a:defRPr/>
            </a:lvl1pPr>
            <a:lvl2pPr marL="0" indent="0">
              <a:buNone/>
              <a:defRPr/>
            </a:lvl2pPr>
            <a:lvl3pPr marL="0" indent="0">
              <a:buNone/>
              <a:defRPr/>
            </a:lvl3pPr>
            <a:lvl4pPr marL="0" indent="0">
              <a:buNone/>
              <a:defRPr/>
            </a:lvl4pPr>
            <a:lvl5pPr marL="176213" indent="-176213">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278727"/>
      </p:ext>
    </p:extLst>
  </p:cSld>
  <p:clrMapOvr>
    <a:masterClrMapping/>
  </p:clrMapOvr>
  <p:transition>
    <p:fade/>
  </p:transition>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FE9529-DD87-4671-AEC5-9F8C9794C00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DC99A39-21B4-B0B5-B84C-183403D9C7E5}"/>
              </a:ext>
            </a:extLst>
          </p:cNvPr>
          <p:cNvSpPr>
            <a:spLocks noGrp="1"/>
          </p:cNvSpPr>
          <p:nvPr>
            <p:ph sz="quarter" idx="10"/>
          </p:nvPr>
        </p:nvSpPr>
        <p:spPr>
          <a:xfrm>
            <a:off x="625475" y="1473200"/>
            <a:ext cx="3476625" cy="520700"/>
          </a:xfrm>
        </p:spPr>
        <p:txBody>
          <a:bodyPr/>
          <a:lstStyle/>
          <a:p>
            <a:pPr lvl="0"/>
            <a:endParaRPr lang="en-US"/>
          </a:p>
        </p:txBody>
      </p:sp>
      <p:sp>
        <p:nvSpPr>
          <p:cNvPr id="5" name="Content Placeholder 3">
            <a:extLst>
              <a:ext uri="{FF2B5EF4-FFF2-40B4-BE49-F238E27FC236}">
                <a16:creationId xmlns:a16="http://schemas.microsoft.com/office/drawing/2014/main" id="{7DF11D15-A85A-0C8F-DBB3-47143ED1D869}"/>
              </a:ext>
            </a:extLst>
          </p:cNvPr>
          <p:cNvSpPr>
            <a:spLocks noGrp="1"/>
          </p:cNvSpPr>
          <p:nvPr>
            <p:ph sz="quarter" idx="11"/>
          </p:nvPr>
        </p:nvSpPr>
        <p:spPr>
          <a:xfrm>
            <a:off x="625475" y="2298700"/>
            <a:ext cx="3476625" cy="520700"/>
          </a:xfrm>
        </p:spPr>
        <p:txBody>
          <a:bodyPr/>
          <a:lstStyle/>
          <a:p>
            <a:pPr lvl="0"/>
            <a:endParaRPr lang="en-US"/>
          </a:p>
        </p:txBody>
      </p:sp>
      <p:sp>
        <p:nvSpPr>
          <p:cNvPr id="6" name="Content Placeholder 3">
            <a:extLst>
              <a:ext uri="{FF2B5EF4-FFF2-40B4-BE49-F238E27FC236}">
                <a16:creationId xmlns:a16="http://schemas.microsoft.com/office/drawing/2014/main" id="{71DA5763-0B9E-FC89-1D26-5C518A79DA05}"/>
              </a:ext>
            </a:extLst>
          </p:cNvPr>
          <p:cNvSpPr>
            <a:spLocks noGrp="1"/>
          </p:cNvSpPr>
          <p:nvPr>
            <p:ph sz="quarter" idx="12"/>
          </p:nvPr>
        </p:nvSpPr>
        <p:spPr>
          <a:xfrm>
            <a:off x="625475" y="3124200"/>
            <a:ext cx="3476625" cy="520700"/>
          </a:xfrm>
        </p:spPr>
        <p:txBody>
          <a:bodyPr/>
          <a:lstStyle/>
          <a:p>
            <a:pPr lvl="0"/>
            <a:endParaRPr lang="en-US"/>
          </a:p>
        </p:txBody>
      </p:sp>
      <p:sp>
        <p:nvSpPr>
          <p:cNvPr id="7" name="Content Placeholder 3">
            <a:extLst>
              <a:ext uri="{FF2B5EF4-FFF2-40B4-BE49-F238E27FC236}">
                <a16:creationId xmlns:a16="http://schemas.microsoft.com/office/drawing/2014/main" id="{B04A2C3D-7C9B-4DEA-11A8-C12CF6080B4F}"/>
              </a:ext>
            </a:extLst>
          </p:cNvPr>
          <p:cNvSpPr>
            <a:spLocks noGrp="1"/>
          </p:cNvSpPr>
          <p:nvPr>
            <p:ph sz="quarter" idx="13"/>
          </p:nvPr>
        </p:nvSpPr>
        <p:spPr>
          <a:xfrm>
            <a:off x="625475" y="3949700"/>
            <a:ext cx="3476625" cy="520700"/>
          </a:xfrm>
        </p:spPr>
        <p:txBody>
          <a:bodyPr/>
          <a:lstStyle/>
          <a:p>
            <a:pPr lvl="0"/>
            <a:endParaRPr lang="en-US"/>
          </a:p>
        </p:txBody>
      </p:sp>
      <p:sp>
        <p:nvSpPr>
          <p:cNvPr id="8" name="Content Placeholder 3">
            <a:extLst>
              <a:ext uri="{FF2B5EF4-FFF2-40B4-BE49-F238E27FC236}">
                <a16:creationId xmlns:a16="http://schemas.microsoft.com/office/drawing/2014/main" id="{37258921-F190-D1FD-7DDC-9574DB62C512}"/>
              </a:ext>
            </a:extLst>
          </p:cNvPr>
          <p:cNvSpPr>
            <a:spLocks noGrp="1"/>
          </p:cNvSpPr>
          <p:nvPr>
            <p:ph sz="quarter" idx="14"/>
          </p:nvPr>
        </p:nvSpPr>
        <p:spPr>
          <a:xfrm>
            <a:off x="624849" y="4775200"/>
            <a:ext cx="3476625" cy="520700"/>
          </a:xfrm>
        </p:spPr>
        <p:txBody>
          <a:bodyPr/>
          <a:lstStyle/>
          <a:p>
            <a:pPr lvl="0"/>
            <a:endParaRPr lang="en-US"/>
          </a:p>
        </p:txBody>
      </p:sp>
      <p:sp>
        <p:nvSpPr>
          <p:cNvPr id="9" name="Content Placeholder 3">
            <a:extLst>
              <a:ext uri="{FF2B5EF4-FFF2-40B4-BE49-F238E27FC236}">
                <a16:creationId xmlns:a16="http://schemas.microsoft.com/office/drawing/2014/main" id="{6C8C944A-1B2A-74C5-EEDD-B6F26279274A}"/>
              </a:ext>
            </a:extLst>
          </p:cNvPr>
          <p:cNvSpPr>
            <a:spLocks noGrp="1"/>
          </p:cNvSpPr>
          <p:nvPr>
            <p:ph sz="quarter" idx="15"/>
          </p:nvPr>
        </p:nvSpPr>
        <p:spPr>
          <a:xfrm>
            <a:off x="624849" y="5600700"/>
            <a:ext cx="3476625" cy="520700"/>
          </a:xfrm>
        </p:spPr>
        <p:txBody>
          <a:bodyPr/>
          <a:lstStyle/>
          <a:p>
            <a:pPr lvl="0"/>
            <a:endParaRPr lang="en-US"/>
          </a:p>
        </p:txBody>
      </p:sp>
    </p:spTree>
    <p:extLst>
      <p:ext uri="{BB962C8B-B14F-4D97-AF65-F5344CB8AC3E}">
        <p14:creationId xmlns:p14="http://schemas.microsoft.com/office/powerpoint/2010/main" val="29230542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2_Title left &amp; non-bulleted text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AE8A1D1-C0FE-4F6D-AB19-4D9F4FAF1014}"/>
              </a:ext>
            </a:extLst>
          </p:cNvPr>
          <p:cNvSpPr>
            <a:spLocks noGrp="1"/>
          </p:cNvSpPr>
          <p:nvPr>
            <p:ph type="title"/>
          </p:nvPr>
        </p:nvSpPr>
        <p:spPr>
          <a:xfrm>
            <a:off x="584201" y="906705"/>
            <a:ext cx="3650573" cy="2519707"/>
          </a:xfrm>
          <a:prstGeom prst="rect">
            <a:avLst/>
          </a:prstGeom>
        </p:spPr>
        <p:txBody>
          <a:bodyPr lIns="0" tIns="0" rIns="0" bIns="0" anchor="b">
            <a:noAutofit/>
          </a:bodyPr>
          <a:lstStyle>
            <a:lvl1pPr algn="l">
              <a:defRPr/>
            </a:lvl1pPr>
          </a:lstStyle>
          <a:p>
            <a:r>
              <a:rPr lang="en-US"/>
              <a:t>Click to edit Master title style</a:t>
            </a:r>
          </a:p>
        </p:txBody>
      </p:sp>
      <p:sp>
        <p:nvSpPr>
          <p:cNvPr id="4" name="Text Placeholder 3"/>
          <p:cNvSpPr>
            <a:spLocks noGrp="1"/>
          </p:cNvSpPr>
          <p:nvPr>
            <p:ph type="body" sz="quarter" idx="10"/>
          </p:nvPr>
        </p:nvSpPr>
        <p:spPr>
          <a:xfrm>
            <a:off x="5484700" y="-2588"/>
            <a:ext cx="6124688" cy="6858000"/>
          </a:xfrm>
        </p:spPr>
        <p:txBody>
          <a:bodyPr wrap="square" anchor="ctr">
            <a:noAutofit/>
          </a:bodyPr>
          <a:lstStyle>
            <a:lvl1pPr marL="0" indent="0">
              <a:buNone/>
              <a:defRPr sz="2000"/>
            </a:lvl1pPr>
            <a:lvl2pPr marL="0" indent="0">
              <a:spcAft>
                <a:spcPts val="600"/>
              </a:spcAft>
              <a:buNone/>
              <a:defRPr sz="1800"/>
            </a:lvl2pPr>
            <a:lvl3pPr marL="0" indent="0">
              <a:buNone/>
              <a:defRPr sz="1400"/>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6B5B105-7471-4F10-87CC-49F9B5C2363B}"/>
              </a:ext>
            </a:extLst>
          </p:cNvPr>
          <p:cNvSpPr>
            <a:spLocks noGrp="1"/>
          </p:cNvSpPr>
          <p:nvPr>
            <p:ph type="body" sz="quarter" idx="11"/>
          </p:nvPr>
        </p:nvSpPr>
        <p:spPr>
          <a:xfrm>
            <a:off x="584201" y="3552881"/>
            <a:ext cx="3650573" cy="1448492"/>
          </a:xfrm>
        </p:spPr>
        <p:txBody>
          <a:bodyPr>
            <a:noAutofit/>
          </a:bodyPr>
          <a:lstStyle>
            <a:lvl1pPr algn="l">
              <a:defRPr sz="2000"/>
            </a:lvl1pPr>
            <a:lvl2pPr algn="l">
              <a:defRPr sz="1800"/>
            </a:lvl2pPr>
            <a:lvl3pPr algn="l">
              <a:defRPr sz="1400"/>
            </a:lvl3pPr>
            <a:lvl4pPr algn="l">
              <a:defRPr sz="1200"/>
            </a:lvl4pPr>
            <a:lvl5pPr algn="l">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9597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orient="horz" pos="2160">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201" y="2019300"/>
            <a:ext cx="3650573" cy="1409700"/>
          </a:xfrm>
          <a:prstGeom prst="rect">
            <a:avLst/>
          </a:prstGeom>
        </p:spPr>
        <p:txBody>
          <a:bodyPr lIns="0" tIns="0" rIns="0" bIns="0" anchor="b">
            <a:noAutofit/>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6A7E4C07-9D8A-38B6-8E2D-CF244A34EDDB}"/>
              </a:ext>
            </a:extLst>
          </p:cNvPr>
          <p:cNvSpPr>
            <a:spLocks noChangeAspect="1"/>
          </p:cNvSpPr>
          <p:nvPr userDrawn="1"/>
        </p:nvSpPr>
        <p:spPr bwMode="auto">
          <a:xfrm>
            <a:off x="584201" y="521231"/>
            <a:ext cx="1371600" cy="1371600"/>
          </a:xfrm>
          <a:prstGeom prst="rect">
            <a:avLst/>
          </a:prstGeom>
          <a:solidFill>
            <a:schemeClr val="accent1">
              <a:alpha val="30000"/>
            </a:schemeClr>
          </a:solidFill>
          <a:ln w="31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0539832"/>
      </p:ext>
    </p:extLst>
  </p:cSld>
  <p:clrMapOvr>
    <a:masterClrMapping/>
  </p:clrMapOvr>
  <p:transition>
    <p:fade/>
  </p:transition>
  <p:extLst>
    <p:ext uri="{DCECCB84-F9BA-43D5-87BE-67443E8EF086}">
      <p15:sldGuideLst xmlns:p15="http://schemas.microsoft.com/office/powerpoint/2012/main">
        <p15:guide id="2" orient="horz" pos="2160">
          <p15:clr>
            <a:srgbClr val="5ACBF0"/>
          </p15:clr>
        </p15:guide>
        <p15:guide id="3" orient="horz" pos="288">
          <p15:clr>
            <a:srgbClr val="5ACBF0"/>
          </p15:clr>
        </p15:guide>
        <p15:guide id="5" orient="horz" pos="904">
          <p15:clr>
            <a:srgbClr val="5ACBF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748521"/>
      </p:ext>
    </p:extLst>
  </p:cSld>
  <p:clrMapOvr>
    <a:masterClrMapping/>
  </p:clrMapOvr>
  <p:transition>
    <p:fade/>
  </p:transition>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17004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611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47025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24532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7461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0186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0048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30392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43741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34273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907615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15528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551378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322386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0756215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104545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06522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2981117"/>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6713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4692263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802035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821296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0905672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63648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756299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60340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90709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083994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07780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47089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397302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78501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73938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43573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8558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268497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30648345"/>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7975137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216307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638340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306862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094550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691817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1292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6797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12808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99911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1582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51212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8792603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82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Azure Data All Hand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EE0C23-C0DD-6E4A-9E72-11CB6C3AA833}"/>
              </a:ext>
            </a:extLst>
          </p:cNvPr>
          <p:cNvSpPr/>
          <p:nvPr userDrawn="1"/>
        </p:nvSpPr>
        <p:spPr bwMode="auto">
          <a:xfrm>
            <a:off x="5326063" y="0"/>
            <a:ext cx="6865937"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4" name="Graphic 3">
            <a:extLst>
              <a:ext uri="{FF2B5EF4-FFF2-40B4-BE49-F238E27FC236}">
                <a16:creationId xmlns:a16="http://schemas.microsoft.com/office/drawing/2014/main" id="{A57CF859-E00A-8047-B30C-E47B6D4BB4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1371" y="377371"/>
            <a:ext cx="6103257" cy="6103257"/>
          </a:xfrm>
          <a:prstGeom prst="rect">
            <a:avLst/>
          </a:prstGeom>
        </p:spPr>
      </p:pic>
      <p:sp>
        <p:nvSpPr>
          <p:cNvPr id="3" name="Rectangle 2">
            <a:extLst>
              <a:ext uri="{FF2B5EF4-FFF2-40B4-BE49-F238E27FC236}">
                <a16:creationId xmlns:a16="http://schemas.microsoft.com/office/drawing/2014/main" id="{4696F784-A615-2F41-93AA-8064D970D771}"/>
              </a:ext>
            </a:extLst>
          </p:cNvPr>
          <p:cNvSpPr/>
          <p:nvPr userDrawn="1"/>
        </p:nvSpPr>
        <p:spPr bwMode="auto">
          <a:xfrm>
            <a:off x="1" y="1"/>
            <a:ext cx="12192000" cy="6858000"/>
          </a:xfrm>
          <a:prstGeom prst="rect">
            <a:avLst/>
          </a:prstGeom>
          <a:gradFill>
            <a:gsLst>
              <a:gs pos="100000">
                <a:schemeClr val="accent1">
                  <a:alpha val="25000"/>
                </a:schemeClr>
              </a:gs>
              <a:gs pos="0">
                <a:schemeClr val="accent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548652"/>
            <a:ext cx="4167887" cy="984885"/>
          </a:xfrm>
        </p:spPr>
        <p:txBody>
          <a:bodyPr anchor="b" anchorCtr="0">
            <a:spAutoFit/>
          </a:bodyPr>
          <a:lstStyle>
            <a:lvl1pPr algn="l">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sp>
        <p:nvSpPr>
          <p:cNvPr id="10" name="Text Placeholder 4">
            <a:extLst>
              <a:ext uri="{FF2B5EF4-FFF2-40B4-BE49-F238E27FC236}">
                <a16:creationId xmlns:a16="http://schemas.microsoft.com/office/drawing/2014/main" id="{9971DF7F-2C6F-C047-87E6-01BCE692B33C}"/>
              </a:ext>
            </a:extLst>
          </p:cNvPr>
          <p:cNvSpPr>
            <a:spLocks noGrp="1"/>
          </p:cNvSpPr>
          <p:nvPr>
            <p:ph type="body" sz="quarter" idx="13" hasCustomPrompt="1"/>
          </p:nvPr>
        </p:nvSpPr>
        <p:spPr>
          <a:xfrm>
            <a:off x="582042" y="6088741"/>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Date</a:t>
            </a:r>
          </a:p>
        </p:txBody>
      </p:sp>
      <p:sp>
        <p:nvSpPr>
          <p:cNvPr id="11" name="Text Placeholder 4">
            <a:extLst>
              <a:ext uri="{FF2B5EF4-FFF2-40B4-BE49-F238E27FC236}">
                <a16:creationId xmlns:a16="http://schemas.microsoft.com/office/drawing/2014/main" id="{F5A9D17E-0B71-3F4E-966C-B9B2C5D11AAB}"/>
              </a:ext>
            </a:extLst>
          </p:cNvPr>
          <p:cNvSpPr>
            <a:spLocks noGrp="1"/>
          </p:cNvSpPr>
          <p:nvPr>
            <p:ph type="body" sz="quarter" idx="14" hasCustomPrompt="1"/>
          </p:nvPr>
        </p:nvSpPr>
        <p:spPr>
          <a:xfrm>
            <a:off x="582042" y="4400889"/>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Speaker title</a:t>
            </a:r>
          </a:p>
        </p:txBody>
      </p:sp>
      <p:pic>
        <p:nvPicPr>
          <p:cNvPr id="9" name="MS logo white - EMF" descr="Microsoft logo white text version">
            <a:extLst>
              <a:ext uri="{FF2B5EF4-FFF2-40B4-BE49-F238E27FC236}">
                <a16:creationId xmlns:a16="http://schemas.microsoft.com/office/drawing/2014/main" id="{34ABE124-0544-0C4D-9FCE-68AA16069F0C}"/>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6378931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lgn="l">
              <a:defRPr sz="36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97700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pic>
        <p:nvPicPr>
          <p:cNvPr id="7" name="MS logo white - EMF" descr="Microsoft logo white text version">
            <a:extLst>
              <a:ext uri="{FF2B5EF4-FFF2-40B4-BE49-F238E27FC236}">
                <a16:creationId xmlns:a16="http://schemas.microsoft.com/office/drawing/2014/main" id="{4FEECCAC-0723-BE77-2780-C0C6DE673474}"/>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9500833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36" name="Group 35">
            <a:extLst>
              <a:ext uri="{FF2B5EF4-FFF2-40B4-BE49-F238E27FC236}">
                <a16:creationId xmlns:a16="http://schemas.microsoft.com/office/drawing/2014/main" id="{4E02E165-8FB9-4BAC-89A8-82F852FC3D11}"/>
              </a:ext>
            </a:extLst>
          </p:cNvPr>
          <p:cNvGrpSpPr/>
          <p:nvPr userDrawn="1"/>
        </p:nvGrpSpPr>
        <p:grpSpPr>
          <a:xfrm>
            <a:off x="10029650" y="3023271"/>
            <a:ext cx="593947" cy="652463"/>
            <a:chOff x="10029649" y="3023271"/>
            <a:chExt cx="593947" cy="652463"/>
          </a:xfrm>
        </p:grpSpPr>
        <p:grpSp>
          <p:nvGrpSpPr>
            <p:cNvPr id="33" name="Group 32">
              <a:extLst>
                <a:ext uri="{FF2B5EF4-FFF2-40B4-BE49-F238E27FC236}">
                  <a16:creationId xmlns:a16="http://schemas.microsoft.com/office/drawing/2014/main" id="{612A56EB-B7AC-4F7F-A951-4B9C94A84077}"/>
                </a:ext>
              </a:extLst>
            </p:cNvPr>
            <p:cNvGrpSpPr/>
            <p:nvPr userDrawn="1"/>
          </p:nvGrpSpPr>
          <p:grpSpPr>
            <a:xfrm>
              <a:off x="10029649" y="3024859"/>
              <a:ext cx="137160" cy="650875"/>
              <a:chOff x="10029649" y="3024859"/>
              <a:chExt cx="137160" cy="650875"/>
            </a:xfrm>
          </p:grpSpPr>
          <p:cxnSp>
            <p:nvCxnSpPr>
              <p:cNvPr id="22" name="Straight Connector 21">
                <a:extLst>
                  <a:ext uri="{FF2B5EF4-FFF2-40B4-BE49-F238E27FC236}">
                    <a16:creationId xmlns:a16="http://schemas.microsoft.com/office/drawing/2014/main" id="{A9562522-E42A-43B7-AB52-62DDB37D5835}"/>
                  </a:ext>
                </a:extLst>
              </p:cNvPr>
              <p:cNvCxnSpPr>
                <a:cxnSpLocks/>
              </p:cNvCxnSpPr>
              <p:nvPr userDrawn="1"/>
            </p:nvCxnSpPr>
            <p:spPr>
              <a:xfrm rot="16200000">
                <a:off x="9772793" y="3350297"/>
                <a:ext cx="65087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FFA8598-A624-4472-838A-16707C3B342C}"/>
                  </a:ext>
                </a:extLst>
              </p:cNvPr>
              <p:cNvSpPr/>
              <p:nvPr userDrawn="1"/>
            </p:nvSpPr>
            <p:spPr bwMode="auto">
              <a:xfrm rot="16200000">
                <a:off x="10029649" y="3133762"/>
                <a:ext cx="137160" cy="137160"/>
              </a:xfrm>
              <a:prstGeom prst="ellipse">
                <a:avLst/>
              </a:prstGeom>
              <a:solidFill>
                <a:schemeClr val="accent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4" name="Group 33">
              <a:extLst>
                <a:ext uri="{FF2B5EF4-FFF2-40B4-BE49-F238E27FC236}">
                  <a16:creationId xmlns:a16="http://schemas.microsoft.com/office/drawing/2014/main" id="{17B2223C-5277-40FD-9764-EDCABCA1DB2B}"/>
                </a:ext>
              </a:extLst>
            </p:cNvPr>
            <p:cNvGrpSpPr/>
            <p:nvPr userDrawn="1"/>
          </p:nvGrpSpPr>
          <p:grpSpPr>
            <a:xfrm>
              <a:off x="10258042" y="3023271"/>
              <a:ext cx="137160" cy="650875"/>
              <a:chOff x="10263352" y="3023271"/>
              <a:chExt cx="137160" cy="650875"/>
            </a:xfrm>
          </p:grpSpPr>
          <p:cxnSp>
            <p:nvCxnSpPr>
              <p:cNvPr id="25" name="Straight Connector 24">
                <a:extLst>
                  <a:ext uri="{FF2B5EF4-FFF2-40B4-BE49-F238E27FC236}">
                    <a16:creationId xmlns:a16="http://schemas.microsoft.com/office/drawing/2014/main" id="{B7E7DFE1-EE22-4435-AF30-BED58AC8C78A}"/>
                  </a:ext>
                </a:extLst>
              </p:cNvPr>
              <p:cNvCxnSpPr>
                <a:cxnSpLocks/>
              </p:cNvCxnSpPr>
              <p:nvPr userDrawn="1"/>
            </p:nvCxnSpPr>
            <p:spPr>
              <a:xfrm rot="16200000">
                <a:off x="10006496" y="3348709"/>
                <a:ext cx="650875" cy="0"/>
              </a:xfrm>
              <a:prstGeom prst="line">
                <a:avLst/>
              </a:prstGeom>
              <a:ln w="1905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D6F491B-59F6-4334-A12A-E4D1ED0B2657}"/>
                  </a:ext>
                </a:extLst>
              </p:cNvPr>
              <p:cNvSpPr/>
              <p:nvPr userDrawn="1"/>
            </p:nvSpPr>
            <p:spPr bwMode="auto">
              <a:xfrm rot="16200000">
                <a:off x="10263352" y="3411574"/>
                <a:ext cx="137160" cy="137160"/>
              </a:xfrm>
              <a:prstGeom prst="ellipse">
                <a:avLst/>
              </a:prstGeom>
              <a:solidFill>
                <a:schemeClr val="accent2"/>
              </a:solid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5" name="Group 34">
              <a:extLst>
                <a:ext uri="{FF2B5EF4-FFF2-40B4-BE49-F238E27FC236}">
                  <a16:creationId xmlns:a16="http://schemas.microsoft.com/office/drawing/2014/main" id="{D55FBD12-10EB-40C2-8197-8933EFEDC861}"/>
                </a:ext>
              </a:extLst>
            </p:cNvPr>
            <p:cNvGrpSpPr/>
            <p:nvPr userDrawn="1"/>
          </p:nvGrpSpPr>
          <p:grpSpPr>
            <a:xfrm>
              <a:off x="10486436" y="3023271"/>
              <a:ext cx="137160" cy="650875"/>
              <a:chOff x="10486436" y="3023271"/>
              <a:chExt cx="137160" cy="650875"/>
            </a:xfrm>
          </p:grpSpPr>
          <p:cxnSp>
            <p:nvCxnSpPr>
              <p:cNvPr id="29" name="Straight Connector 28">
                <a:extLst>
                  <a:ext uri="{FF2B5EF4-FFF2-40B4-BE49-F238E27FC236}">
                    <a16:creationId xmlns:a16="http://schemas.microsoft.com/office/drawing/2014/main" id="{27A2D27B-1592-4A16-BC95-26D2F3826189}"/>
                  </a:ext>
                </a:extLst>
              </p:cNvPr>
              <p:cNvCxnSpPr>
                <a:cxnSpLocks/>
              </p:cNvCxnSpPr>
              <p:nvPr userDrawn="1"/>
            </p:nvCxnSpPr>
            <p:spPr>
              <a:xfrm rot="16200000">
                <a:off x="10229580" y="3348709"/>
                <a:ext cx="650875" cy="0"/>
              </a:xfrm>
              <a:prstGeom prst="line">
                <a:avLst/>
              </a:prstGeom>
              <a:ln w="19050">
                <a:solidFill>
                  <a:schemeClr val="accent1">
                    <a:lumMod val="60000"/>
                    <a:lumOff val="4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67CDA03-9CF4-45AD-86F3-81060A27A728}"/>
                  </a:ext>
                </a:extLst>
              </p:cNvPr>
              <p:cNvSpPr/>
              <p:nvPr userDrawn="1"/>
            </p:nvSpPr>
            <p:spPr bwMode="auto">
              <a:xfrm rot="16200000">
                <a:off x="10486436" y="3176084"/>
                <a:ext cx="137160" cy="137160"/>
              </a:xfrm>
              <a:prstGeom prst="ellipse">
                <a:avLst/>
              </a:prstGeom>
              <a:solidFill>
                <a:schemeClr val="accent1">
                  <a:lumMod val="60000"/>
                  <a:lumOff val="40000"/>
                </a:schemeClr>
              </a:solidFill>
              <a:ln w="28575">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3" name="Group 42">
            <a:extLst>
              <a:ext uri="{FF2B5EF4-FFF2-40B4-BE49-F238E27FC236}">
                <a16:creationId xmlns:a16="http://schemas.microsoft.com/office/drawing/2014/main" id="{CF55D524-3FF9-43DD-AA89-0CF3F9348DBB}"/>
              </a:ext>
            </a:extLst>
          </p:cNvPr>
          <p:cNvGrpSpPr/>
          <p:nvPr userDrawn="1"/>
        </p:nvGrpSpPr>
        <p:grpSpPr>
          <a:xfrm>
            <a:off x="4387850" y="3001963"/>
            <a:ext cx="649288" cy="695325"/>
            <a:chOff x="4387850" y="3001963"/>
            <a:chExt cx="649288" cy="695325"/>
          </a:xfrm>
        </p:grpSpPr>
        <p:grpSp>
          <p:nvGrpSpPr>
            <p:cNvPr id="37" name="Group 4">
              <a:extLst>
                <a:ext uri="{FF2B5EF4-FFF2-40B4-BE49-F238E27FC236}">
                  <a16:creationId xmlns:a16="http://schemas.microsoft.com/office/drawing/2014/main" id="{F0E161BB-F7C6-4642-9264-893C9F2C2E2B}"/>
                </a:ext>
              </a:extLst>
            </p:cNvPr>
            <p:cNvGrpSpPr>
              <a:grpSpLocks noChangeAspect="1"/>
            </p:cNvGrpSpPr>
            <p:nvPr userDrawn="1"/>
          </p:nvGrpSpPr>
          <p:grpSpPr bwMode="auto">
            <a:xfrm>
              <a:off x="4387850" y="3001963"/>
              <a:ext cx="649288" cy="695325"/>
              <a:chOff x="2764" y="1891"/>
              <a:chExt cx="409" cy="438"/>
            </a:xfrm>
          </p:grpSpPr>
          <p:sp>
            <p:nvSpPr>
              <p:cNvPr id="38" name="AutoShape 3">
                <a:extLst>
                  <a:ext uri="{FF2B5EF4-FFF2-40B4-BE49-F238E27FC236}">
                    <a16:creationId xmlns:a16="http://schemas.microsoft.com/office/drawing/2014/main" id="{1A5B60B3-A3D9-4427-9644-175CC548EB1E}"/>
                  </a:ext>
                </a:extLst>
              </p:cNvPr>
              <p:cNvSpPr>
                <a:spLocks noChangeAspect="1" noChangeArrowheads="1" noTextEdit="1"/>
              </p:cNvSpPr>
              <p:nvPr userDrawn="1"/>
            </p:nvSpPr>
            <p:spPr bwMode="auto">
              <a:xfrm>
                <a:off x="2764" y="1891"/>
                <a:ext cx="40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5">
                <a:extLst>
                  <a:ext uri="{FF2B5EF4-FFF2-40B4-BE49-F238E27FC236}">
                    <a16:creationId xmlns:a16="http://schemas.microsoft.com/office/drawing/2014/main" id="{8251BCCB-4751-462C-B250-60DB8D01E8BD}"/>
                  </a:ext>
                </a:extLst>
              </p:cNvPr>
              <p:cNvSpPr>
                <a:spLocks/>
              </p:cNvSpPr>
              <p:nvPr userDrawn="1"/>
            </p:nvSpPr>
            <p:spPr bwMode="auto">
              <a:xfrm>
                <a:off x="2764" y="1891"/>
                <a:ext cx="409" cy="438"/>
              </a:xfrm>
              <a:custGeom>
                <a:avLst/>
                <a:gdLst>
                  <a:gd name="T0" fmla="*/ 328 w 409"/>
                  <a:gd name="T1" fmla="*/ 226 h 438"/>
                  <a:gd name="T2" fmla="*/ 300 w 409"/>
                  <a:gd name="T3" fmla="*/ 253 h 438"/>
                  <a:gd name="T4" fmla="*/ 336 w 409"/>
                  <a:gd name="T5" fmla="*/ 291 h 438"/>
                  <a:gd name="T6" fmla="*/ 224 w 409"/>
                  <a:gd name="T7" fmla="*/ 291 h 438"/>
                  <a:gd name="T8" fmla="*/ 224 w 409"/>
                  <a:gd name="T9" fmla="*/ 73 h 438"/>
                  <a:gd name="T10" fmla="*/ 259 w 409"/>
                  <a:gd name="T11" fmla="*/ 109 h 438"/>
                  <a:gd name="T12" fmla="*/ 286 w 409"/>
                  <a:gd name="T13" fmla="*/ 81 h 438"/>
                  <a:gd name="T14" fmla="*/ 205 w 409"/>
                  <a:gd name="T15" fmla="*/ 0 h 438"/>
                  <a:gd name="T16" fmla="*/ 123 w 409"/>
                  <a:gd name="T17" fmla="*/ 81 h 438"/>
                  <a:gd name="T18" fmla="*/ 150 w 409"/>
                  <a:gd name="T19" fmla="*/ 109 h 438"/>
                  <a:gd name="T20" fmla="*/ 185 w 409"/>
                  <a:gd name="T21" fmla="*/ 74 h 438"/>
                  <a:gd name="T22" fmla="*/ 185 w 409"/>
                  <a:gd name="T23" fmla="*/ 185 h 438"/>
                  <a:gd name="T24" fmla="*/ 73 w 409"/>
                  <a:gd name="T25" fmla="*/ 185 h 438"/>
                  <a:gd name="T26" fmla="*/ 109 w 409"/>
                  <a:gd name="T27" fmla="*/ 150 h 438"/>
                  <a:gd name="T28" fmla="*/ 82 w 409"/>
                  <a:gd name="T29" fmla="*/ 123 h 438"/>
                  <a:gd name="T30" fmla="*/ 0 w 409"/>
                  <a:gd name="T31" fmla="*/ 204 h 438"/>
                  <a:gd name="T32" fmla="*/ 81 w 409"/>
                  <a:gd name="T33" fmla="*/ 286 h 438"/>
                  <a:gd name="T34" fmla="*/ 109 w 409"/>
                  <a:gd name="T35" fmla="*/ 259 h 438"/>
                  <a:gd name="T36" fmla="*/ 73 w 409"/>
                  <a:gd name="T37" fmla="*/ 223 h 438"/>
                  <a:gd name="T38" fmla="*/ 185 w 409"/>
                  <a:gd name="T39" fmla="*/ 223 h 438"/>
                  <a:gd name="T40" fmla="*/ 185 w 409"/>
                  <a:gd name="T41" fmla="*/ 438 h 438"/>
                  <a:gd name="T42" fmla="*/ 224 w 409"/>
                  <a:gd name="T43" fmla="*/ 438 h 438"/>
                  <a:gd name="T44" fmla="*/ 224 w 409"/>
                  <a:gd name="T45" fmla="*/ 329 h 438"/>
                  <a:gd name="T46" fmla="*/ 336 w 409"/>
                  <a:gd name="T47" fmla="*/ 329 h 438"/>
                  <a:gd name="T48" fmla="*/ 300 w 409"/>
                  <a:gd name="T49" fmla="*/ 361 h 438"/>
                  <a:gd name="T50" fmla="*/ 328 w 409"/>
                  <a:gd name="T51" fmla="*/ 388 h 438"/>
                  <a:gd name="T52" fmla="*/ 409 w 409"/>
                  <a:gd name="T53" fmla="*/ 307 h 438"/>
                  <a:gd name="T54" fmla="*/ 328 w 409"/>
                  <a:gd name="T55" fmla="*/ 22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9" h="438">
                    <a:moveTo>
                      <a:pt x="328" y="226"/>
                    </a:moveTo>
                    <a:lnTo>
                      <a:pt x="300" y="253"/>
                    </a:lnTo>
                    <a:lnTo>
                      <a:pt x="336" y="291"/>
                    </a:lnTo>
                    <a:lnTo>
                      <a:pt x="224" y="291"/>
                    </a:lnTo>
                    <a:lnTo>
                      <a:pt x="224" y="73"/>
                    </a:lnTo>
                    <a:lnTo>
                      <a:pt x="259" y="109"/>
                    </a:lnTo>
                    <a:lnTo>
                      <a:pt x="286" y="81"/>
                    </a:lnTo>
                    <a:lnTo>
                      <a:pt x="205" y="0"/>
                    </a:lnTo>
                    <a:lnTo>
                      <a:pt x="123" y="81"/>
                    </a:lnTo>
                    <a:lnTo>
                      <a:pt x="150" y="109"/>
                    </a:lnTo>
                    <a:lnTo>
                      <a:pt x="185" y="74"/>
                    </a:lnTo>
                    <a:lnTo>
                      <a:pt x="185" y="185"/>
                    </a:lnTo>
                    <a:lnTo>
                      <a:pt x="73" y="185"/>
                    </a:lnTo>
                    <a:lnTo>
                      <a:pt x="109" y="150"/>
                    </a:lnTo>
                    <a:lnTo>
                      <a:pt x="82" y="123"/>
                    </a:lnTo>
                    <a:lnTo>
                      <a:pt x="0" y="204"/>
                    </a:lnTo>
                    <a:lnTo>
                      <a:pt x="81" y="286"/>
                    </a:lnTo>
                    <a:lnTo>
                      <a:pt x="109" y="259"/>
                    </a:lnTo>
                    <a:lnTo>
                      <a:pt x="73" y="223"/>
                    </a:lnTo>
                    <a:lnTo>
                      <a:pt x="185" y="223"/>
                    </a:lnTo>
                    <a:lnTo>
                      <a:pt x="185" y="438"/>
                    </a:lnTo>
                    <a:lnTo>
                      <a:pt x="224" y="438"/>
                    </a:lnTo>
                    <a:lnTo>
                      <a:pt x="224" y="329"/>
                    </a:lnTo>
                    <a:lnTo>
                      <a:pt x="336" y="329"/>
                    </a:lnTo>
                    <a:lnTo>
                      <a:pt x="300" y="361"/>
                    </a:lnTo>
                    <a:lnTo>
                      <a:pt x="328" y="388"/>
                    </a:lnTo>
                    <a:lnTo>
                      <a:pt x="409" y="307"/>
                    </a:lnTo>
                    <a:lnTo>
                      <a:pt x="328" y="22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
                <a:extLst>
                  <a:ext uri="{FF2B5EF4-FFF2-40B4-BE49-F238E27FC236}">
                    <a16:creationId xmlns:a16="http://schemas.microsoft.com/office/drawing/2014/main" id="{A1B2B908-A650-4445-AF23-359E0DDE78CF}"/>
                  </a:ext>
                </a:extLst>
              </p:cNvPr>
              <p:cNvSpPr>
                <a:spLocks/>
              </p:cNvSpPr>
              <p:nvPr userDrawn="1"/>
            </p:nvSpPr>
            <p:spPr bwMode="auto">
              <a:xfrm>
                <a:off x="2988" y="2117"/>
                <a:ext cx="185" cy="162"/>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 name="Freeform 6">
              <a:extLst>
                <a:ext uri="{FF2B5EF4-FFF2-40B4-BE49-F238E27FC236}">
                  <a16:creationId xmlns:a16="http://schemas.microsoft.com/office/drawing/2014/main" id="{6DC1E3D6-7433-49D1-8616-86F1FECFD0E3}"/>
                </a:ext>
              </a:extLst>
            </p:cNvPr>
            <p:cNvSpPr>
              <a:spLocks/>
            </p:cNvSpPr>
            <p:nvPr userDrawn="1"/>
          </p:nvSpPr>
          <p:spPr bwMode="auto">
            <a:xfrm rot="10800000">
              <a:off x="4387850" y="3200508"/>
              <a:ext cx="293688" cy="257175"/>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4" name="Group 9">
            <a:extLst>
              <a:ext uri="{FF2B5EF4-FFF2-40B4-BE49-F238E27FC236}">
                <a16:creationId xmlns:a16="http://schemas.microsoft.com/office/drawing/2014/main" id="{101769AF-0246-47BA-9A3E-14AAF8ACB34D}"/>
              </a:ext>
            </a:extLst>
          </p:cNvPr>
          <p:cNvGrpSpPr>
            <a:grpSpLocks noChangeAspect="1"/>
          </p:cNvGrpSpPr>
          <p:nvPr userDrawn="1"/>
        </p:nvGrpSpPr>
        <p:grpSpPr bwMode="auto">
          <a:xfrm>
            <a:off x="7172325" y="3001963"/>
            <a:ext cx="695325" cy="695325"/>
            <a:chOff x="4518" y="1891"/>
            <a:chExt cx="438" cy="438"/>
          </a:xfrm>
        </p:grpSpPr>
        <p:sp>
          <p:nvSpPr>
            <p:cNvPr id="45" name="AutoShape 8">
              <a:extLst>
                <a:ext uri="{FF2B5EF4-FFF2-40B4-BE49-F238E27FC236}">
                  <a16:creationId xmlns:a16="http://schemas.microsoft.com/office/drawing/2014/main" id="{91E93D47-E8ED-4306-8D6A-7611148F15FC}"/>
                </a:ext>
              </a:extLst>
            </p:cNvPr>
            <p:cNvSpPr>
              <a:spLocks noChangeAspect="1" noChangeArrowheads="1" noTextEdit="1"/>
            </p:cNvSpPr>
            <p:nvPr userDrawn="1"/>
          </p:nvSpPr>
          <p:spPr bwMode="auto">
            <a:xfrm>
              <a:off x="4518" y="1891"/>
              <a:ext cx="43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0">
              <a:extLst>
                <a:ext uri="{FF2B5EF4-FFF2-40B4-BE49-F238E27FC236}">
                  <a16:creationId xmlns:a16="http://schemas.microsoft.com/office/drawing/2014/main" id="{8564755A-CC7A-4AB1-83FA-1FF06276AACB}"/>
                </a:ext>
              </a:extLst>
            </p:cNvPr>
            <p:cNvSpPr>
              <a:spLocks noEditPoints="1"/>
            </p:cNvSpPr>
            <p:nvPr userDrawn="1"/>
          </p:nvSpPr>
          <p:spPr bwMode="auto">
            <a:xfrm>
              <a:off x="4636" y="1905"/>
              <a:ext cx="325" cy="287"/>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1">
              <a:extLst>
                <a:ext uri="{FF2B5EF4-FFF2-40B4-BE49-F238E27FC236}">
                  <a16:creationId xmlns:a16="http://schemas.microsoft.com/office/drawing/2014/main" id="{34BB26B7-FF18-4622-928F-6D967988851E}"/>
                </a:ext>
              </a:extLst>
            </p:cNvPr>
            <p:cNvSpPr>
              <a:spLocks/>
            </p:cNvSpPr>
            <p:nvPr userDrawn="1"/>
          </p:nvSpPr>
          <p:spPr bwMode="auto">
            <a:xfrm>
              <a:off x="4832" y="1891"/>
              <a:ext cx="43" cy="39"/>
            </a:xfrm>
            <a:custGeom>
              <a:avLst/>
              <a:gdLst>
                <a:gd name="T0" fmla="*/ 34 w 43"/>
                <a:gd name="T1" fmla="*/ 39 h 39"/>
                <a:gd name="T2" fmla="*/ 0 w 43"/>
                <a:gd name="T3" fmla="*/ 25 h 39"/>
                <a:gd name="T4" fmla="*/ 10 w 43"/>
                <a:gd name="T5" fmla="*/ 0 h 39"/>
                <a:gd name="T6" fmla="*/ 43 w 43"/>
                <a:gd name="T7" fmla="*/ 14 h 39"/>
                <a:gd name="T8" fmla="*/ 34 w 43"/>
                <a:gd name="T9" fmla="*/ 39 h 39"/>
              </a:gdLst>
              <a:ahLst/>
              <a:cxnLst>
                <a:cxn ang="0">
                  <a:pos x="T0" y="T1"/>
                </a:cxn>
                <a:cxn ang="0">
                  <a:pos x="T2" y="T3"/>
                </a:cxn>
                <a:cxn ang="0">
                  <a:pos x="T4" y="T5"/>
                </a:cxn>
                <a:cxn ang="0">
                  <a:pos x="T6" y="T7"/>
                </a:cxn>
                <a:cxn ang="0">
                  <a:pos x="T8" y="T9"/>
                </a:cxn>
              </a:cxnLst>
              <a:rect l="0" t="0" r="r" b="b"/>
              <a:pathLst>
                <a:path w="43" h="39">
                  <a:moveTo>
                    <a:pt x="34" y="39"/>
                  </a:moveTo>
                  <a:lnTo>
                    <a:pt x="0" y="25"/>
                  </a:lnTo>
                  <a:lnTo>
                    <a:pt x="10" y="0"/>
                  </a:lnTo>
                  <a:lnTo>
                    <a:pt x="43" y="14"/>
                  </a:lnTo>
                  <a:lnTo>
                    <a:pt x="34"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2">
              <a:extLst>
                <a:ext uri="{FF2B5EF4-FFF2-40B4-BE49-F238E27FC236}">
                  <a16:creationId xmlns:a16="http://schemas.microsoft.com/office/drawing/2014/main" id="{5DA30236-E9CE-4E8F-93FA-9DBBF1FEA72E}"/>
                </a:ext>
              </a:extLst>
            </p:cNvPr>
            <p:cNvSpPr>
              <a:spLocks/>
            </p:cNvSpPr>
            <p:nvPr userDrawn="1"/>
          </p:nvSpPr>
          <p:spPr bwMode="auto">
            <a:xfrm>
              <a:off x="4722" y="2167"/>
              <a:ext cx="43" cy="39"/>
            </a:xfrm>
            <a:custGeom>
              <a:avLst/>
              <a:gdLst>
                <a:gd name="T0" fmla="*/ 33 w 43"/>
                <a:gd name="T1" fmla="*/ 39 h 39"/>
                <a:gd name="T2" fmla="*/ 0 w 43"/>
                <a:gd name="T3" fmla="*/ 26 h 39"/>
                <a:gd name="T4" fmla="*/ 10 w 43"/>
                <a:gd name="T5" fmla="*/ 0 h 39"/>
                <a:gd name="T6" fmla="*/ 43 w 43"/>
                <a:gd name="T7" fmla="*/ 14 h 39"/>
                <a:gd name="T8" fmla="*/ 33 w 43"/>
                <a:gd name="T9" fmla="*/ 39 h 39"/>
              </a:gdLst>
              <a:ahLst/>
              <a:cxnLst>
                <a:cxn ang="0">
                  <a:pos x="T0" y="T1"/>
                </a:cxn>
                <a:cxn ang="0">
                  <a:pos x="T2" y="T3"/>
                </a:cxn>
                <a:cxn ang="0">
                  <a:pos x="T4" y="T5"/>
                </a:cxn>
                <a:cxn ang="0">
                  <a:pos x="T6" y="T7"/>
                </a:cxn>
                <a:cxn ang="0">
                  <a:pos x="T8" y="T9"/>
                </a:cxn>
              </a:cxnLst>
              <a:rect l="0" t="0" r="r" b="b"/>
              <a:pathLst>
                <a:path w="43" h="39">
                  <a:moveTo>
                    <a:pt x="33" y="39"/>
                  </a:moveTo>
                  <a:lnTo>
                    <a:pt x="0" y="26"/>
                  </a:lnTo>
                  <a:lnTo>
                    <a:pt x="10" y="0"/>
                  </a:lnTo>
                  <a:lnTo>
                    <a:pt x="43" y="14"/>
                  </a:lnTo>
                  <a:lnTo>
                    <a:pt x="33"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3">
              <a:extLst>
                <a:ext uri="{FF2B5EF4-FFF2-40B4-BE49-F238E27FC236}">
                  <a16:creationId xmlns:a16="http://schemas.microsoft.com/office/drawing/2014/main" id="{73DC0344-09FA-419D-96F2-4D226882508F}"/>
                </a:ext>
              </a:extLst>
            </p:cNvPr>
            <p:cNvSpPr>
              <a:spLocks/>
            </p:cNvSpPr>
            <p:nvPr userDrawn="1"/>
          </p:nvSpPr>
          <p:spPr bwMode="auto">
            <a:xfrm>
              <a:off x="4918" y="2082"/>
              <a:ext cx="38" cy="43"/>
            </a:xfrm>
            <a:custGeom>
              <a:avLst/>
              <a:gdLst>
                <a:gd name="T0" fmla="*/ 38 w 38"/>
                <a:gd name="T1" fmla="*/ 10 h 43"/>
                <a:gd name="T2" fmla="*/ 25 w 38"/>
                <a:gd name="T3" fmla="*/ 43 h 43"/>
                <a:gd name="T4" fmla="*/ 0 w 38"/>
                <a:gd name="T5" fmla="*/ 33 h 43"/>
                <a:gd name="T6" fmla="*/ 13 w 38"/>
                <a:gd name="T7" fmla="*/ 0 h 43"/>
                <a:gd name="T8" fmla="*/ 38 w 38"/>
                <a:gd name="T9" fmla="*/ 10 h 43"/>
              </a:gdLst>
              <a:ahLst/>
              <a:cxnLst>
                <a:cxn ang="0">
                  <a:pos x="T0" y="T1"/>
                </a:cxn>
                <a:cxn ang="0">
                  <a:pos x="T2" y="T3"/>
                </a:cxn>
                <a:cxn ang="0">
                  <a:pos x="T4" y="T5"/>
                </a:cxn>
                <a:cxn ang="0">
                  <a:pos x="T6" y="T7"/>
                </a:cxn>
                <a:cxn ang="0">
                  <a:pos x="T8" y="T9"/>
                </a:cxn>
              </a:cxnLst>
              <a:rect l="0" t="0" r="r" b="b"/>
              <a:pathLst>
                <a:path w="38" h="43">
                  <a:moveTo>
                    <a:pt x="38" y="10"/>
                  </a:moveTo>
                  <a:lnTo>
                    <a:pt x="25" y="43"/>
                  </a:lnTo>
                  <a:lnTo>
                    <a:pt x="0" y="33"/>
                  </a:lnTo>
                  <a:lnTo>
                    <a:pt x="13" y="0"/>
                  </a:lnTo>
                  <a:lnTo>
                    <a:pt x="38"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a:extLst>
                <a:ext uri="{FF2B5EF4-FFF2-40B4-BE49-F238E27FC236}">
                  <a16:creationId xmlns:a16="http://schemas.microsoft.com/office/drawing/2014/main" id="{1856DA9B-DB02-45E1-A5C4-60B171D431A2}"/>
                </a:ext>
              </a:extLst>
            </p:cNvPr>
            <p:cNvSpPr>
              <a:spLocks/>
            </p:cNvSpPr>
            <p:nvPr userDrawn="1"/>
          </p:nvSpPr>
          <p:spPr bwMode="auto">
            <a:xfrm>
              <a:off x="4641" y="1972"/>
              <a:ext cx="39" cy="43"/>
            </a:xfrm>
            <a:custGeom>
              <a:avLst/>
              <a:gdLst>
                <a:gd name="T0" fmla="*/ 39 w 39"/>
                <a:gd name="T1" fmla="*/ 10 h 43"/>
                <a:gd name="T2" fmla="*/ 25 w 39"/>
                <a:gd name="T3" fmla="*/ 43 h 43"/>
                <a:gd name="T4" fmla="*/ 0 w 39"/>
                <a:gd name="T5" fmla="*/ 33 h 43"/>
                <a:gd name="T6" fmla="*/ 14 w 39"/>
                <a:gd name="T7" fmla="*/ 0 h 43"/>
                <a:gd name="T8" fmla="*/ 39 w 39"/>
                <a:gd name="T9" fmla="*/ 10 h 43"/>
              </a:gdLst>
              <a:ahLst/>
              <a:cxnLst>
                <a:cxn ang="0">
                  <a:pos x="T0" y="T1"/>
                </a:cxn>
                <a:cxn ang="0">
                  <a:pos x="T2" y="T3"/>
                </a:cxn>
                <a:cxn ang="0">
                  <a:pos x="T4" y="T5"/>
                </a:cxn>
                <a:cxn ang="0">
                  <a:pos x="T6" y="T7"/>
                </a:cxn>
                <a:cxn ang="0">
                  <a:pos x="T8" y="T9"/>
                </a:cxn>
              </a:cxnLst>
              <a:rect l="0" t="0" r="r" b="b"/>
              <a:pathLst>
                <a:path w="39" h="43">
                  <a:moveTo>
                    <a:pt x="39" y="10"/>
                  </a:moveTo>
                  <a:lnTo>
                    <a:pt x="25" y="43"/>
                  </a:lnTo>
                  <a:lnTo>
                    <a:pt x="0" y="33"/>
                  </a:lnTo>
                  <a:lnTo>
                    <a:pt x="14" y="0"/>
                  </a:lnTo>
                  <a:lnTo>
                    <a:pt x="39"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a:extLst>
                <a:ext uri="{FF2B5EF4-FFF2-40B4-BE49-F238E27FC236}">
                  <a16:creationId xmlns:a16="http://schemas.microsoft.com/office/drawing/2014/main" id="{B63404C3-AAE2-462E-BFDA-1216E42E7DB8}"/>
                </a:ext>
              </a:extLst>
            </p:cNvPr>
            <p:cNvSpPr>
              <a:spLocks/>
            </p:cNvSpPr>
            <p:nvPr userDrawn="1"/>
          </p:nvSpPr>
          <p:spPr bwMode="auto">
            <a:xfrm>
              <a:off x="4643" y="2085"/>
              <a:ext cx="39" cy="44"/>
            </a:xfrm>
            <a:custGeom>
              <a:avLst/>
              <a:gdLst>
                <a:gd name="T0" fmla="*/ 24 w 39"/>
                <a:gd name="T1" fmla="*/ 0 h 44"/>
                <a:gd name="T2" fmla="*/ 39 w 39"/>
                <a:gd name="T3" fmla="*/ 34 h 44"/>
                <a:gd name="T4" fmla="*/ 14 w 39"/>
                <a:gd name="T5" fmla="*/ 44 h 44"/>
                <a:gd name="T6" fmla="*/ 0 w 39"/>
                <a:gd name="T7" fmla="*/ 11 h 44"/>
                <a:gd name="T8" fmla="*/ 24 w 39"/>
                <a:gd name="T9" fmla="*/ 0 h 44"/>
              </a:gdLst>
              <a:ahLst/>
              <a:cxnLst>
                <a:cxn ang="0">
                  <a:pos x="T0" y="T1"/>
                </a:cxn>
                <a:cxn ang="0">
                  <a:pos x="T2" y="T3"/>
                </a:cxn>
                <a:cxn ang="0">
                  <a:pos x="T4" y="T5"/>
                </a:cxn>
                <a:cxn ang="0">
                  <a:pos x="T6" y="T7"/>
                </a:cxn>
                <a:cxn ang="0">
                  <a:pos x="T8" y="T9"/>
                </a:cxn>
              </a:cxnLst>
              <a:rect l="0" t="0" r="r" b="b"/>
              <a:pathLst>
                <a:path w="39" h="44">
                  <a:moveTo>
                    <a:pt x="24" y="0"/>
                  </a:moveTo>
                  <a:lnTo>
                    <a:pt x="39" y="34"/>
                  </a:lnTo>
                  <a:lnTo>
                    <a:pt x="14" y="44"/>
                  </a:lnTo>
                  <a:lnTo>
                    <a:pt x="0" y="11"/>
                  </a:lnTo>
                  <a:lnTo>
                    <a:pt x="2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94A797C2-15AB-46CF-8E5A-3156B2FAF372}"/>
                </a:ext>
              </a:extLst>
            </p:cNvPr>
            <p:cNvSpPr>
              <a:spLocks/>
            </p:cNvSpPr>
            <p:nvPr userDrawn="1"/>
          </p:nvSpPr>
          <p:spPr bwMode="auto">
            <a:xfrm>
              <a:off x="4916" y="1968"/>
              <a:ext cx="39" cy="44"/>
            </a:xfrm>
            <a:custGeom>
              <a:avLst/>
              <a:gdLst>
                <a:gd name="T0" fmla="*/ 25 w 39"/>
                <a:gd name="T1" fmla="*/ 0 h 44"/>
                <a:gd name="T2" fmla="*/ 39 w 39"/>
                <a:gd name="T3" fmla="*/ 33 h 44"/>
                <a:gd name="T4" fmla="*/ 14 w 39"/>
                <a:gd name="T5" fmla="*/ 44 h 44"/>
                <a:gd name="T6" fmla="*/ 0 w 39"/>
                <a:gd name="T7" fmla="*/ 11 h 44"/>
                <a:gd name="T8" fmla="*/ 25 w 39"/>
                <a:gd name="T9" fmla="*/ 0 h 44"/>
              </a:gdLst>
              <a:ahLst/>
              <a:cxnLst>
                <a:cxn ang="0">
                  <a:pos x="T0" y="T1"/>
                </a:cxn>
                <a:cxn ang="0">
                  <a:pos x="T2" y="T3"/>
                </a:cxn>
                <a:cxn ang="0">
                  <a:pos x="T4" y="T5"/>
                </a:cxn>
                <a:cxn ang="0">
                  <a:pos x="T6" y="T7"/>
                </a:cxn>
                <a:cxn ang="0">
                  <a:pos x="T8" y="T9"/>
                </a:cxn>
              </a:cxnLst>
              <a:rect l="0" t="0" r="r" b="b"/>
              <a:pathLst>
                <a:path w="39" h="44">
                  <a:moveTo>
                    <a:pt x="25" y="0"/>
                  </a:moveTo>
                  <a:lnTo>
                    <a:pt x="39" y="33"/>
                  </a:lnTo>
                  <a:lnTo>
                    <a:pt x="14" y="44"/>
                  </a:lnTo>
                  <a:lnTo>
                    <a:pt x="0" y="11"/>
                  </a:lnTo>
                  <a:lnTo>
                    <a:pt x="2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E011851D-1687-42E6-9BF2-9B1A1D2B5695}"/>
                </a:ext>
              </a:extLst>
            </p:cNvPr>
            <p:cNvSpPr>
              <a:spLocks/>
            </p:cNvSpPr>
            <p:nvPr userDrawn="1"/>
          </p:nvSpPr>
          <p:spPr bwMode="auto">
            <a:xfrm>
              <a:off x="4836" y="2166"/>
              <a:ext cx="43" cy="39"/>
            </a:xfrm>
            <a:custGeom>
              <a:avLst/>
              <a:gdLst>
                <a:gd name="T0" fmla="*/ 0 w 43"/>
                <a:gd name="T1" fmla="*/ 14 h 39"/>
                <a:gd name="T2" fmla="*/ 33 w 43"/>
                <a:gd name="T3" fmla="*/ 0 h 39"/>
                <a:gd name="T4" fmla="*/ 43 w 43"/>
                <a:gd name="T5" fmla="*/ 24 h 39"/>
                <a:gd name="T6" fmla="*/ 10 w 43"/>
                <a:gd name="T7" fmla="*/ 39 h 39"/>
                <a:gd name="T8" fmla="*/ 0 w 43"/>
                <a:gd name="T9" fmla="*/ 14 h 39"/>
              </a:gdLst>
              <a:ahLst/>
              <a:cxnLst>
                <a:cxn ang="0">
                  <a:pos x="T0" y="T1"/>
                </a:cxn>
                <a:cxn ang="0">
                  <a:pos x="T2" y="T3"/>
                </a:cxn>
                <a:cxn ang="0">
                  <a:pos x="T4" y="T5"/>
                </a:cxn>
                <a:cxn ang="0">
                  <a:pos x="T6" y="T7"/>
                </a:cxn>
                <a:cxn ang="0">
                  <a:pos x="T8" y="T9"/>
                </a:cxn>
              </a:cxnLst>
              <a:rect l="0" t="0" r="r" b="b"/>
              <a:pathLst>
                <a:path w="43" h="39">
                  <a:moveTo>
                    <a:pt x="0" y="14"/>
                  </a:moveTo>
                  <a:lnTo>
                    <a:pt x="33" y="0"/>
                  </a:lnTo>
                  <a:lnTo>
                    <a:pt x="43" y="24"/>
                  </a:lnTo>
                  <a:lnTo>
                    <a:pt x="10"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18">
              <a:extLst>
                <a:ext uri="{FF2B5EF4-FFF2-40B4-BE49-F238E27FC236}">
                  <a16:creationId xmlns:a16="http://schemas.microsoft.com/office/drawing/2014/main" id="{BC2F536A-E8C5-46E3-93FA-DAC950037F7B}"/>
                </a:ext>
              </a:extLst>
            </p:cNvPr>
            <p:cNvSpPr>
              <a:spLocks/>
            </p:cNvSpPr>
            <p:nvPr userDrawn="1"/>
          </p:nvSpPr>
          <p:spPr bwMode="auto">
            <a:xfrm>
              <a:off x="4718" y="1892"/>
              <a:ext cx="44" cy="39"/>
            </a:xfrm>
            <a:custGeom>
              <a:avLst/>
              <a:gdLst>
                <a:gd name="T0" fmla="*/ 0 w 44"/>
                <a:gd name="T1" fmla="*/ 14 h 39"/>
                <a:gd name="T2" fmla="*/ 33 w 44"/>
                <a:gd name="T3" fmla="*/ 0 h 39"/>
                <a:gd name="T4" fmla="*/ 44 w 44"/>
                <a:gd name="T5" fmla="*/ 25 h 39"/>
                <a:gd name="T6" fmla="*/ 11 w 44"/>
                <a:gd name="T7" fmla="*/ 39 h 39"/>
                <a:gd name="T8" fmla="*/ 0 w 44"/>
                <a:gd name="T9" fmla="*/ 14 h 39"/>
              </a:gdLst>
              <a:ahLst/>
              <a:cxnLst>
                <a:cxn ang="0">
                  <a:pos x="T0" y="T1"/>
                </a:cxn>
                <a:cxn ang="0">
                  <a:pos x="T2" y="T3"/>
                </a:cxn>
                <a:cxn ang="0">
                  <a:pos x="T4" y="T5"/>
                </a:cxn>
                <a:cxn ang="0">
                  <a:pos x="T6" y="T7"/>
                </a:cxn>
                <a:cxn ang="0">
                  <a:pos x="T8" y="T9"/>
                </a:cxn>
              </a:cxnLst>
              <a:rect l="0" t="0" r="r" b="b"/>
              <a:pathLst>
                <a:path w="44" h="39">
                  <a:moveTo>
                    <a:pt x="0" y="14"/>
                  </a:moveTo>
                  <a:lnTo>
                    <a:pt x="33" y="0"/>
                  </a:lnTo>
                  <a:lnTo>
                    <a:pt x="44" y="25"/>
                  </a:lnTo>
                  <a:lnTo>
                    <a:pt x="11"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9">
              <a:extLst>
                <a:ext uri="{FF2B5EF4-FFF2-40B4-BE49-F238E27FC236}">
                  <a16:creationId xmlns:a16="http://schemas.microsoft.com/office/drawing/2014/main" id="{0E2FA171-B2FE-45BC-814B-0BC44C31B7B7}"/>
                </a:ext>
              </a:extLst>
            </p:cNvPr>
            <p:cNvSpPr>
              <a:spLocks noEditPoints="1"/>
            </p:cNvSpPr>
            <p:nvPr userDrawn="1"/>
          </p:nvSpPr>
          <p:spPr bwMode="auto">
            <a:xfrm>
              <a:off x="4531" y="2152"/>
              <a:ext cx="165" cy="164"/>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
              <a:extLst>
                <a:ext uri="{FF2B5EF4-FFF2-40B4-BE49-F238E27FC236}">
                  <a16:creationId xmlns:a16="http://schemas.microsoft.com/office/drawing/2014/main" id="{BBFB2C93-73E8-4C37-9D9A-C7B68B081B58}"/>
                </a:ext>
              </a:extLst>
            </p:cNvPr>
            <p:cNvSpPr>
              <a:spLocks/>
            </p:cNvSpPr>
            <p:nvPr userDrawn="1"/>
          </p:nvSpPr>
          <p:spPr bwMode="auto">
            <a:xfrm>
              <a:off x="4602" y="2137"/>
              <a:ext cx="20" cy="17"/>
            </a:xfrm>
            <a:custGeom>
              <a:avLst/>
              <a:gdLst>
                <a:gd name="T0" fmla="*/ 20 w 20"/>
                <a:gd name="T1" fmla="*/ 17 h 17"/>
                <a:gd name="T2" fmla="*/ 0 w 20"/>
                <a:gd name="T3" fmla="*/ 17 h 17"/>
                <a:gd name="T4" fmla="*/ 0 w 20"/>
                <a:gd name="T5" fmla="*/ 1 h 17"/>
                <a:gd name="T6" fmla="*/ 20 w 20"/>
                <a:gd name="T7" fmla="*/ 0 h 17"/>
                <a:gd name="T8" fmla="*/ 20 w 20"/>
                <a:gd name="T9" fmla="*/ 17 h 17"/>
              </a:gdLst>
              <a:ahLst/>
              <a:cxnLst>
                <a:cxn ang="0">
                  <a:pos x="T0" y="T1"/>
                </a:cxn>
                <a:cxn ang="0">
                  <a:pos x="T2" y="T3"/>
                </a:cxn>
                <a:cxn ang="0">
                  <a:pos x="T4" y="T5"/>
                </a:cxn>
                <a:cxn ang="0">
                  <a:pos x="T6" y="T7"/>
                </a:cxn>
                <a:cxn ang="0">
                  <a:pos x="T8" y="T9"/>
                </a:cxn>
              </a:cxnLst>
              <a:rect l="0" t="0" r="r" b="b"/>
              <a:pathLst>
                <a:path w="20" h="17">
                  <a:moveTo>
                    <a:pt x="20" y="17"/>
                  </a:moveTo>
                  <a:lnTo>
                    <a:pt x="0" y="17"/>
                  </a:lnTo>
                  <a:lnTo>
                    <a:pt x="0" y="1"/>
                  </a:lnTo>
                  <a:lnTo>
                    <a:pt x="20" y="0"/>
                  </a:lnTo>
                  <a:lnTo>
                    <a:pt x="20"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1">
              <a:extLst>
                <a:ext uri="{FF2B5EF4-FFF2-40B4-BE49-F238E27FC236}">
                  <a16:creationId xmlns:a16="http://schemas.microsoft.com/office/drawing/2014/main" id="{EDF6553E-59E2-4E36-B433-91045C97DF3E}"/>
                </a:ext>
              </a:extLst>
            </p:cNvPr>
            <p:cNvSpPr>
              <a:spLocks/>
            </p:cNvSpPr>
            <p:nvPr userDrawn="1"/>
          </p:nvSpPr>
          <p:spPr bwMode="auto">
            <a:xfrm>
              <a:off x="4605" y="2312"/>
              <a:ext cx="21" cy="17"/>
            </a:xfrm>
            <a:custGeom>
              <a:avLst/>
              <a:gdLst>
                <a:gd name="T0" fmla="*/ 21 w 21"/>
                <a:gd name="T1" fmla="*/ 17 h 17"/>
                <a:gd name="T2" fmla="*/ 1 w 21"/>
                <a:gd name="T3" fmla="*/ 17 h 17"/>
                <a:gd name="T4" fmla="*/ 0 w 21"/>
                <a:gd name="T5" fmla="*/ 0 h 17"/>
                <a:gd name="T6" fmla="*/ 21 w 21"/>
                <a:gd name="T7" fmla="*/ 0 h 17"/>
                <a:gd name="T8" fmla="*/ 21 w 21"/>
                <a:gd name="T9" fmla="*/ 17 h 17"/>
              </a:gdLst>
              <a:ahLst/>
              <a:cxnLst>
                <a:cxn ang="0">
                  <a:pos x="T0" y="T1"/>
                </a:cxn>
                <a:cxn ang="0">
                  <a:pos x="T2" y="T3"/>
                </a:cxn>
                <a:cxn ang="0">
                  <a:pos x="T4" y="T5"/>
                </a:cxn>
                <a:cxn ang="0">
                  <a:pos x="T6" y="T7"/>
                </a:cxn>
                <a:cxn ang="0">
                  <a:pos x="T8" y="T9"/>
                </a:cxn>
              </a:cxnLst>
              <a:rect l="0" t="0" r="r" b="b"/>
              <a:pathLst>
                <a:path w="21" h="17">
                  <a:moveTo>
                    <a:pt x="21" y="17"/>
                  </a:moveTo>
                  <a:lnTo>
                    <a:pt x="1" y="17"/>
                  </a:lnTo>
                  <a:lnTo>
                    <a:pt x="0" y="0"/>
                  </a:lnTo>
                  <a:lnTo>
                    <a:pt x="21" y="0"/>
                  </a:lnTo>
                  <a:lnTo>
                    <a:pt x="21"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2">
              <a:extLst>
                <a:ext uri="{FF2B5EF4-FFF2-40B4-BE49-F238E27FC236}">
                  <a16:creationId xmlns:a16="http://schemas.microsoft.com/office/drawing/2014/main" id="{C2AAC19B-12F1-4321-A4BA-A5B7C1D70431}"/>
                </a:ext>
              </a:extLst>
            </p:cNvPr>
            <p:cNvSpPr>
              <a:spLocks/>
            </p:cNvSpPr>
            <p:nvPr userDrawn="1"/>
          </p:nvSpPr>
          <p:spPr bwMode="auto">
            <a:xfrm>
              <a:off x="4692" y="2223"/>
              <a:ext cx="18" cy="20"/>
            </a:xfrm>
            <a:custGeom>
              <a:avLst/>
              <a:gdLst>
                <a:gd name="T0" fmla="*/ 17 w 18"/>
                <a:gd name="T1" fmla="*/ 0 h 20"/>
                <a:gd name="T2" fmla="*/ 18 w 18"/>
                <a:gd name="T3" fmla="*/ 20 h 20"/>
                <a:gd name="T4" fmla="*/ 1 w 18"/>
                <a:gd name="T5" fmla="*/ 20 h 20"/>
                <a:gd name="T6" fmla="*/ 0 w 18"/>
                <a:gd name="T7" fmla="*/ 0 h 20"/>
                <a:gd name="T8" fmla="*/ 17 w 18"/>
                <a:gd name="T9" fmla="*/ 0 h 20"/>
              </a:gdLst>
              <a:ahLst/>
              <a:cxnLst>
                <a:cxn ang="0">
                  <a:pos x="T0" y="T1"/>
                </a:cxn>
                <a:cxn ang="0">
                  <a:pos x="T2" y="T3"/>
                </a:cxn>
                <a:cxn ang="0">
                  <a:pos x="T4" y="T5"/>
                </a:cxn>
                <a:cxn ang="0">
                  <a:pos x="T6" y="T7"/>
                </a:cxn>
                <a:cxn ang="0">
                  <a:pos x="T8" y="T9"/>
                </a:cxn>
              </a:cxnLst>
              <a:rect l="0" t="0" r="r" b="b"/>
              <a:pathLst>
                <a:path w="18" h="20">
                  <a:moveTo>
                    <a:pt x="17" y="0"/>
                  </a:moveTo>
                  <a:lnTo>
                    <a:pt x="18" y="20"/>
                  </a:lnTo>
                  <a:lnTo>
                    <a:pt x="1" y="20"/>
                  </a:lnTo>
                  <a:lnTo>
                    <a:pt x="0" y="0"/>
                  </a:lnTo>
                  <a:lnTo>
                    <a:pt x="17"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23">
              <a:extLst>
                <a:ext uri="{FF2B5EF4-FFF2-40B4-BE49-F238E27FC236}">
                  <a16:creationId xmlns:a16="http://schemas.microsoft.com/office/drawing/2014/main" id="{0F3D6FE3-DF31-4420-8B3A-C22ED5B87321}"/>
                </a:ext>
              </a:extLst>
            </p:cNvPr>
            <p:cNvSpPr>
              <a:spLocks noChangeArrowheads="1"/>
            </p:cNvSpPr>
            <p:nvPr userDrawn="1"/>
          </p:nvSpPr>
          <p:spPr bwMode="auto">
            <a:xfrm>
              <a:off x="4518" y="2223"/>
              <a:ext cx="17" cy="2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4">
              <a:extLst>
                <a:ext uri="{FF2B5EF4-FFF2-40B4-BE49-F238E27FC236}">
                  <a16:creationId xmlns:a16="http://schemas.microsoft.com/office/drawing/2014/main" id="{08C0A866-7473-418F-9326-C65AD0425403}"/>
                </a:ext>
              </a:extLst>
            </p:cNvPr>
            <p:cNvSpPr>
              <a:spLocks/>
            </p:cNvSpPr>
            <p:nvPr userDrawn="1"/>
          </p:nvSpPr>
          <p:spPr bwMode="auto">
            <a:xfrm>
              <a:off x="4540" y="2283"/>
              <a:ext cx="26" cy="25"/>
            </a:xfrm>
            <a:custGeom>
              <a:avLst/>
              <a:gdLst>
                <a:gd name="T0" fmla="*/ 11 w 26"/>
                <a:gd name="T1" fmla="*/ 0 h 25"/>
                <a:gd name="T2" fmla="*/ 26 w 26"/>
                <a:gd name="T3" fmla="*/ 14 h 25"/>
                <a:gd name="T4" fmla="*/ 15 w 26"/>
                <a:gd name="T5" fmla="*/ 25 h 25"/>
                <a:gd name="T6" fmla="*/ 0 w 26"/>
                <a:gd name="T7" fmla="*/ 11 h 25"/>
                <a:gd name="T8" fmla="*/ 11 w 26"/>
                <a:gd name="T9" fmla="*/ 0 h 25"/>
              </a:gdLst>
              <a:ahLst/>
              <a:cxnLst>
                <a:cxn ang="0">
                  <a:pos x="T0" y="T1"/>
                </a:cxn>
                <a:cxn ang="0">
                  <a:pos x="T2" y="T3"/>
                </a:cxn>
                <a:cxn ang="0">
                  <a:pos x="T4" y="T5"/>
                </a:cxn>
                <a:cxn ang="0">
                  <a:pos x="T6" y="T7"/>
                </a:cxn>
                <a:cxn ang="0">
                  <a:pos x="T8" y="T9"/>
                </a:cxn>
              </a:cxnLst>
              <a:rect l="0" t="0" r="r" b="b"/>
              <a:pathLst>
                <a:path w="26" h="25">
                  <a:moveTo>
                    <a:pt x="11" y="0"/>
                  </a:moveTo>
                  <a:lnTo>
                    <a:pt x="26" y="14"/>
                  </a:lnTo>
                  <a:lnTo>
                    <a:pt x="15" y="25"/>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
              <a:extLst>
                <a:ext uri="{FF2B5EF4-FFF2-40B4-BE49-F238E27FC236}">
                  <a16:creationId xmlns:a16="http://schemas.microsoft.com/office/drawing/2014/main" id="{50853E55-8E19-4A96-8132-9B583BE532B5}"/>
                </a:ext>
              </a:extLst>
            </p:cNvPr>
            <p:cNvSpPr>
              <a:spLocks/>
            </p:cNvSpPr>
            <p:nvPr userDrawn="1"/>
          </p:nvSpPr>
          <p:spPr bwMode="auto">
            <a:xfrm>
              <a:off x="4662" y="2159"/>
              <a:ext cx="26" cy="26"/>
            </a:xfrm>
            <a:custGeom>
              <a:avLst/>
              <a:gdLst>
                <a:gd name="T0" fmla="*/ 11 w 26"/>
                <a:gd name="T1" fmla="*/ 0 h 26"/>
                <a:gd name="T2" fmla="*/ 26 w 26"/>
                <a:gd name="T3" fmla="*/ 14 h 26"/>
                <a:gd name="T4" fmla="*/ 16 w 26"/>
                <a:gd name="T5" fmla="*/ 26 h 26"/>
                <a:gd name="T6" fmla="*/ 0 w 26"/>
                <a:gd name="T7" fmla="*/ 11 h 26"/>
                <a:gd name="T8" fmla="*/ 11 w 26"/>
                <a:gd name="T9" fmla="*/ 0 h 26"/>
              </a:gdLst>
              <a:ahLst/>
              <a:cxnLst>
                <a:cxn ang="0">
                  <a:pos x="T0" y="T1"/>
                </a:cxn>
                <a:cxn ang="0">
                  <a:pos x="T2" y="T3"/>
                </a:cxn>
                <a:cxn ang="0">
                  <a:pos x="T4" y="T5"/>
                </a:cxn>
                <a:cxn ang="0">
                  <a:pos x="T6" y="T7"/>
                </a:cxn>
                <a:cxn ang="0">
                  <a:pos x="T8" y="T9"/>
                </a:cxn>
              </a:cxnLst>
              <a:rect l="0" t="0" r="r" b="b"/>
              <a:pathLst>
                <a:path w="26" h="26">
                  <a:moveTo>
                    <a:pt x="11" y="0"/>
                  </a:moveTo>
                  <a:lnTo>
                    <a:pt x="26" y="14"/>
                  </a:lnTo>
                  <a:lnTo>
                    <a:pt x="16" y="26"/>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
              <a:extLst>
                <a:ext uri="{FF2B5EF4-FFF2-40B4-BE49-F238E27FC236}">
                  <a16:creationId xmlns:a16="http://schemas.microsoft.com/office/drawing/2014/main" id="{CD4FD4E8-5C2E-4D92-B44F-5C46090B28A5}"/>
                </a:ext>
              </a:extLst>
            </p:cNvPr>
            <p:cNvSpPr>
              <a:spLocks/>
            </p:cNvSpPr>
            <p:nvPr userDrawn="1"/>
          </p:nvSpPr>
          <p:spPr bwMode="auto">
            <a:xfrm>
              <a:off x="4664" y="2281"/>
              <a:ext cx="26" cy="26"/>
            </a:xfrm>
            <a:custGeom>
              <a:avLst/>
              <a:gdLst>
                <a:gd name="T0" fmla="*/ 0 w 26"/>
                <a:gd name="T1" fmla="*/ 15 h 26"/>
                <a:gd name="T2" fmla="*/ 15 w 26"/>
                <a:gd name="T3" fmla="*/ 0 h 26"/>
                <a:gd name="T4" fmla="*/ 26 w 26"/>
                <a:gd name="T5" fmla="*/ 11 h 26"/>
                <a:gd name="T6" fmla="*/ 11 w 26"/>
                <a:gd name="T7" fmla="*/ 26 h 26"/>
                <a:gd name="T8" fmla="*/ 0 w 26"/>
                <a:gd name="T9" fmla="*/ 15 h 26"/>
              </a:gdLst>
              <a:ahLst/>
              <a:cxnLst>
                <a:cxn ang="0">
                  <a:pos x="T0" y="T1"/>
                </a:cxn>
                <a:cxn ang="0">
                  <a:pos x="T2" y="T3"/>
                </a:cxn>
                <a:cxn ang="0">
                  <a:pos x="T4" y="T5"/>
                </a:cxn>
                <a:cxn ang="0">
                  <a:pos x="T6" y="T7"/>
                </a:cxn>
                <a:cxn ang="0">
                  <a:pos x="T8" y="T9"/>
                </a:cxn>
              </a:cxnLst>
              <a:rect l="0" t="0" r="r" b="b"/>
              <a:pathLst>
                <a:path w="26" h="26">
                  <a:moveTo>
                    <a:pt x="0" y="15"/>
                  </a:moveTo>
                  <a:lnTo>
                    <a:pt x="15" y="0"/>
                  </a:lnTo>
                  <a:lnTo>
                    <a:pt x="26" y="11"/>
                  </a:lnTo>
                  <a:lnTo>
                    <a:pt x="11" y="26"/>
                  </a:lnTo>
                  <a:lnTo>
                    <a:pt x="0" y="1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7">
              <a:extLst>
                <a:ext uri="{FF2B5EF4-FFF2-40B4-BE49-F238E27FC236}">
                  <a16:creationId xmlns:a16="http://schemas.microsoft.com/office/drawing/2014/main" id="{79AE95F7-D917-403E-B0FB-AC7575B66F4F}"/>
                </a:ext>
              </a:extLst>
            </p:cNvPr>
            <p:cNvSpPr>
              <a:spLocks/>
            </p:cNvSpPr>
            <p:nvPr userDrawn="1"/>
          </p:nvSpPr>
          <p:spPr bwMode="auto">
            <a:xfrm>
              <a:off x="4538" y="2161"/>
              <a:ext cx="26" cy="25"/>
            </a:xfrm>
            <a:custGeom>
              <a:avLst/>
              <a:gdLst>
                <a:gd name="T0" fmla="*/ 0 w 26"/>
                <a:gd name="T1" fmla="*/ 14 h 25"/>
                <a:gd name="T2" fmla="*/ 15 w 26"/>
                <a:gd name="T3" fmla="*/ 0 h 25"/>
                <a:gd name="T4" fmla="*/ 26 w 26"/>
                <a:gd name="T5" fmla="*/ 10 h 25"/>
                <a:gd name="T6" fmla="*/ 11 w 26"/>
                <a:gd name="T7" fmla="*/ 25 h 25"/>
                <a:gd name="T8" fmla="*/ 0 w 26"/>
                <a:gd name="T9" fmla="*/ 14 h 25"/>
              </a:gdLst>
              <a:ahLst/>
              <a:cxnLst>
                <a:cxn ang="0">
                  <a:pos x="T0" y="T1"/>
                </a:cxn>
                <a:cxn ang="0">
                  <a:pos x="T2" y="T3"/>
                </a:cxn>
                <a:cxn ang="0">
                  <a:pos x="T4" y="T5"/>
                </a:cxn>
                <a:cxn ang="0">
                  <a:pos x="T6" y="T7"/>
                </a:cxn>
                <a:cxn ang="0">
                  <a:pos x="T8" y="T9"/>
                </a:cxn>
              </a:cxnLst>
              <a:rect l="0" t="0" r="r" b="b"/>
              <a:pathLst>
                <a:path w="26" h="25">
                  <a:moveTo>
                    <a:pt x="0" y="14"/>
                  </a:moveTo>
                  <a:lnTo>
                    <a:pt x="15" y="0"/>
                  </a:lnTo>
                  <a:lnTo>
                    <a:pt x="26" y="10"/>
                  </a:lnTo>
                  <a:lnTo>
                    <a:pt x="11" y="25"/>
                  </a:lnTo>
                  <a:lnTo>
                    <a:pt x="0" y="14"/>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8">
              <a:extLst>
                <a:ext uri="{FF2B5EF4-FFF2-40B4-BE49-F238E27FC236}">
                  <a16:creationId xmlns:a16="http://schemas.microsoft.com/office/drawing/2014/main" id="{935B7A32-66FD-45C4-B455-4C5752933ADB}"/>
                </a:ext>
              </a:extLst>
            </p:cNvPr>
            <p:cNvSpPr>
              <a:spLocks noEditPoints="1"/>
            </p:cNvSpPr>
            <p:nvPr userDrawn="1"/>
          </p:nvSpPr>
          <p:spPr bwMode="auto">
            <a:xfrm>
              <a:off x="4525" y="2022"/>
              <a:ext cx="95" cy="94"/>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9">
              <a:extLst>
                <a:ext uri="{FF2B5EF4-FFF2-40B4-BE49-F238E27FC236}">
                  <a16:creationId xmlns:a16="http://schemas.microsoft.com/office/drawing/2014/main" id="{A8503555-46C2-47B2-ADB2-949114E3D9D1}"/>
                </a:ext>
              </a:extLst>
            </p:cNvPr>
            <p:cNvSpPr>
              <a:spLocks/>
            </p:cNvSpPr>
            <p:nvPr userDrawn="1"/>
          </p:nvSpPr>
          <p:spPr bwMode="auto">
            <a:xfrm>
              <a:off x="4566" y="2014"/>
              <a:ext cx="12" cy="10"/>
            </a:xfrm>
            <a:custGeom>
              <a:avLst/>
              <a:gdLst>
                <a:gd name="T0" fmla="*/ 12 w 12"/>
                <a:gd name="T1" fmla="*/ 10 h 10"/>
                <a:gd name="T2" fmla="*/ 0 w 12"/>
                <a:gd name="T3" fmla="*/ 10 h 10"/>
                <a:gd name="T4" fmla="*/ 0 w 12"/>
                <a:gd name="T5" fmla="*/ 1 h 10"/>
                <a:gd name="T6" fmla="*/ 12 w 12"/>
                <a:gd name="T7" fmla="*/ 0 h 10"/>
                <a:gd name="T8" fmla="*/ 12 w 12"/>
                <a:gd name="T9" fmla="*/ 10 h 10"/>
              </a:gdLst>
              <a:ahLst/>
              <a:cxnLst>
                <a:cxn ang="0">
                  <a:pos x="T0" y="T1"/>
                </a:cxn>
                <a:cxn ang="0">
                  <a:pos x="T2" y="T3"/>
                </a:cxn>
                <a:cxn ang="0">
                  <a:pos x="T4" y="T5"/>
                </a:cxn>
                <a:cxn ang="0">
                  <a:pos x="T6" y="T7"/>
                </a:cxn>
                <a:cxn ang="0">
                  <a:pos x="T8" y="T9"/>
                </a:cxn>
              </a:cxnLst>
              <a:rect l="0" t="0" r="r" b="b"/>
              <a:pathLst>
                <a:path w="12" h="10">
                  <a:moveTo>
                    <a:pt x="12" y="10"/>
                  </a:moveTo>
                  <a:lnTo>
                    <a:pt x="0" y="10"/>
                  </a:lnTo>
                  <a:lnTo>
                    <a:pt x="0" y="1"/>
                  </a:lnTo>
                  <a:lnTo>
                    <a:pt x="12" y="0"/>
                  </a:lnTo>
                  <a:lnTo>
                    <a:pt x="12" y="1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30">
              <a:extLst>
                <a:ext uri="{FF2B5EF4-FFF2-40B4-BE49-F238E27FC236}">
                  <a16:creationId xmlns:a16="http://schemas.microsoft.com/office/drawing/2014/main" id="{DDDB57E2-5F27-456B-8AA0-DB511AC28738}"/>
                </a:ext>
              </a:extLst>
            </p:cNvPr>
            <p:cNvSpPr>
              <a:spLocks noChangeArrowheads="1"/>
            </p:cNvSpPr>
            <p:nvPr userDrawn="1"/>
          </p:nvSpPr>
          <p:spPr bwMode="auto">
            <a:xfrm>
              <a:off x="4568" y="2114"/>
              <a:ext cx="12"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31">
              <a:extLst>
                <a:ext uri="{FF2B5EF4-FFF2-40B4-BE49-F238E27FC236}">
                  <a16:creationId xmlns:a16="http://schemas.microsoft.com/office/drawing/2014/main" id="{8BC61612-62EB-4729-BD31-FB57E94B2466}"/>
                </a:ext>
              </a:extLst>
            </p:cNvPr>
            <p:cNvSpPr>
              <a:spLocks noChangeArrowheads="1"/>
            </p:cNvSpPr>
            <p:nvPr userDrawn="1"/>
          </p:nvSpPr>
          <p:spPr bwMode="auto">
            <a:xfrm>
              <a:off x="4618" y="2063"/>
              <a:ext cx="9"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32">
              <a:extLst>
                <a:ext uri="{FF2B5EF4-FFF2-40B4-BE49-F238E27FC236}">
                  <a16:creationId xmlns:a16="http://schemas.microsoft.com/office/drawing/2014/main" id="{B2DBEDD6-E3F4-4C1E-92EB-6202BD6E1237}"/>
                </a:ext>
              </a:extLst>
            </p:cNvPr>
            <p:cNvSpPr>
              <a:spLocks noChangeArrowheads="1"/>
            </p:cNvSpPr>
            <p:nvPr userDrawn="1"/>
          </p:nvSpPr>
          <p:spPr bwMode="auto">
            <a:xfrm>
              <a:off x="4518" y="2063"/>
              <a:ext cx="10"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3">
              <a:extLst>
                <a:ext uri="{FF2B5EF4-FFF2-40B4-BE49-F238E27FC236}">
                  <a16:creationId xmlns:a16="http://schemas.microsoft.com/office/drawing/2014/main" id="{58B2DF2C-D428-4B35-BACE-03405EE1816B}"/>
                </a:ext>
              </a:extLst>
            </p:cNvPr>
            <p:cNvSpPr>
              <a:spLocks/>
            </p:cNvSpPr>
            <p:nvPr userDrawn="1"/>
          </p:nvSpPr>
          <p:spPr bwMode="auto">
            <a:xfrm>
              <a:off x="4531" y="2097"/>
              <a:ext cx="14" cy="15"/>
            </a:xfrm>
            <a:custGeom>
              <a:avLst/>
              <a:gdLst>
                <a:gd name="T0" fmla="*/ 6 w 14"/>
                <a:gd name="T1" fmla="*/ 0 h 15"/>
                <a:gd name="T2" fmla="*/ 14 w 14"/>
                <a:gd name="T3" fmla="*/ 8 h 15"/>
                <a:gd name="T4" fmla="*/ 8 w 14"/>
                <a:gd name="T5" fmla="*/ 15 h 15"/>
                <a:gd name="T6" fmla="*/ 0 w 14"/>
                <a:gd name="T7" fmla="*/ 6 h 15"/>
                <a:gd name="T8" fmla="*/ 6 w 14"/>
                <a:gd name="T9" fmla="*/ 0 h 15"/>
              </a:gdLst>
              <a:ahLst/>
              <a:cxnLst>
                <a:cxn ang="0">
                  <a:pos x="T0" y="T1"/>
                </a:cxn>
                <a:cxn ang="0">
                  <a:pos x="T2" y="T3"/>
                </a:cxn>
                <a:cxn ang="0">
                  <a:pos x="T4" y="T5"/>
                </a:cxn>
                <a:cxn ang="0">
                  <a:pos x="T6" y="T7"/>
                </a:cxn>
                <a:cxn ang="0">
                  <a:pos x="T8" y="T9"/>
                </a:cxn>
              </a:cxnLst>
              <a:rect l="0" t="0" r="r" b="b"/>
              <a:pathLst>
                <a:path w="14" h="15">
                  <a:moveTo>
                    <a:pt x="6" y="0"/>
                  </a:moveTo>
                  <a:lnTo>
                    <a:pt x="14" y="8"/>
                  </a:lnTo>
                  <a:lnTo>
                    <a:pt x="8" y="15"/>
                  </a:lnTo>
                  <a:lnTo>
                    <a:pt x="0" y="6"/>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4">
              <a:extLst>
                <a:ext uri="{FF2B5EF4-FFF2-40B4-BE49-F238E27FC236}">
                  <a16:creationId xmlns:a16="http://schemas.microsoft.com/office/drawing/2014/main" id="{2D64B8C5-F0D5-4D03-83AC-866081D408DD}"/>
                </a:ext>
              </a:extLst>
            </p:cNvPr>
            <p:cNvSpPr>
              <a:spLocks/>
            </p:cNvSpPr>
            <p:nvPr userDrawn="1"/>
          </p:nvSpPr>
          <p:spPr bwMode="auto">
            <a:xfrm>
              <a:off x="4600" y="2026"/>
              <a:ext cx="16" cy="15"/>
            </a:xfrm>
            <a:custGeom>
              <a:avLst/>
              <a:gdLst>
                <a:gd name="T0" fmla="*/ 7 w 16"/>
                <a:gd name="T1" fmla="*/ 0 h 15"/>
                <a:gd name="T2" fmla="*/ 16 w 16"/>
                <a:gd name="T3" fmla="*/ 9 h 15"/>
                <a:gd name="T4" fmla="*/ 9 w 16"/>
                <a:gd name="T5" fmla="*/ 15 h 15"/>
                <a:gd name="T6" fmla="*/ 0 w 16"/>
                <a:gd name="T7" fmla="*/ 7 h 15"/>
                <a:gd name="T8" fmla="*/ 7 w 16"/>
                <a:gd name="T9" fmla="*/ 0 h 15"/>
              </a:gdLst>
              <a:ahLst/>
              <a:cxnLst>
                <a:cxn ang="0">
                  <a:pos x="T0" y="T1"/>
                </a:cxn>
                <a:cxn ang="0">
                  <a:pos x="T2" y="T3"/>
                </a:cxn>
                <a:cxn ang="0">
                  <a:pos x="T4" y="T5"/>
                </a:cxn>
                <a:cxn ang="0">
                  <a:pos x="T6" y="T7"/>
                </a:cxn>
                <a:cxn ang="0">
                  <a:pos x="T8" y="T9"/>
                </a:cxn>
              </a:cxnLst>
              <a:rect l="0" t="0" r="r" b="b"/>
              <a:pathLst>
                <a:path w="16" h="15">
                  <a:moveTo>
                    <a:pt x="7" y="0"/>
                  </a:moveTo>
                  <a:lnTo>
                    <a:pt x="16" y="9"/>
                  </a:lnTo>
                  <a:lnTo>
                    <a:pt x="9" y="15"/>
                  </a:lnTo>
                  <a:lnTo>
                    <a:pt x="0" y="7"/>
                  </a:lnTo>
                  <a:lnTo>
                    <a:pt x="7"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5">
              <a:extLst>
                <a:ext uri="{FF2B5EF4-FFF2-40B4-BE49-F238E27FC236}">
                  <a16:creationId xmlns:a16="http://schemas.microsoft.com/office/drawing/2014/main" id="{DABE7399-4572-46F5-8D78-EDB2EB12E026}"/>
                </a:ext>
              </a:extLst>
            </p:cNvPr>
            <p:cNvSpPr>
              <a:spLocks/>
            </p:cNvSpPr>
            <p:nvPr userDrawn="1"/>
          </p:nvSpPr>
          <p:spPr bwMode="auto">
            <a:xfrm>
              <a:off x="4601" y="2096"/>
              <a:ext cx="15" cy="15"/>
            </a:xfrm>
            <a:custGeom>
              <a:avLst/>
              <a:gdLst>
                <a:gd name="T0" fmla="*/ 0 w 15"/>
                <a:gd name="T1" fmla="*/ 9 h 15"/>
                <a:gd name="T2" fmla="*/ 9 w 15"/>
                <a:gd name="T3" fmla="*/ 0 h 15"/>
                <a:gd name="T4" fmla="*/ 15 w 15"/>
                <a:gd name="T5" fmla="*/ 6 h 15"/>
                <a:gd name="T6" fmla="*/ 7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9" y="0"/>
                  </a:lnTo>
                  <a:lnTo>
                    <a:pt x="15" y="6"/>
                  </a:lnTo>
                  <a:lnTo>
                    <a:pt x="7"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6">
              <a:extLst>
                <a:ext uri="{FF2B5EF4-FFF2-40B4-BE49-F238E27FC236}">
                  <a16:creationId xmlns:a16="http://schemas.microsoft.com/office/drawing/2014/main" id="{863F82A1-0ABC-4BB6-A62A-A0332849BC44}"/>
                </a:ext>
              </a:extLst>
            </p:cNvPr>
            <p:cNvSpPr>
              <a:spLocks/>
            </p:cNvSpPr>
            <p:nvPr userDrawn="1"/>
          </p:nvSpPr>
          <p:spPr bwMode="auto">
            <a:xfrm>
              <a:off x="4530" y="2027"/>
              <a:ext cx="15" cy="15"/>
            </a:xfrm>
            <a:custGeom>
              <a:avLst/>
              <a:gdLst>
                <a:gd name="T0" fmla="*/ 0 w 15"/>
                <a:gd name="T1" fmla="*/ 9 h 15"/>
                <a:gd name="T2" fmla="*/ 8 w 15"/>
                <a:gd name="T3" fmla="*/ 0 h 15"/>
                <a:gd name="T4" fmla="*/ 15 w 15"/>
                <a:gd name="T5" fmla="*/ 7 h 15"/>
                <a:gd name="T6" fmla="*/ 6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8" y="0"/>
                  </a:lnTo>
                  <a:lnTo>
                    <a:pt x="15" y="7"/>
                  </a:lnTo>
                  <a:lnTo>
                    <a:pt x="6"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 name="Group 39">
            <a:extLst>
              <a:ext uri="{FF2B5EF4-FFF2-40B4-BE49-F238E27FC236}">
                <a16:creationId xmlns:a16="http://schemas.microsoft.com/office/drawing/2014/main" id="{89E7AA5B-86C5-4D0A-A9BB-FE7C55D9C560}"/>
              </a:ext>
            </a:extLst>
          </p:cNvPr>
          <p:cNvGrpSpPr>
            <a:grpSpLocks noChangeAspect="1"/>
          </p:cNvGrpSpPr>
          <p:nvPr userDrawn="1"/>
        </p:nvGrpSpPr>
        <p:grpSpPr bwMode="auto">
          <a:xfrm>
            <a:off x="1557338" y="3001963"/>
            <a:ext cx="696912" cy="695325"/>
            <a:chOff x="981" y="1891"/>
            <a:chExt cx="439" cy="438"/>
          </a:xfrm>
        </p:grpSpPr>
        <p:sp>
          <p:nvSpPr>
            <p:cNvPr id="74" name="AutoShape 38">
              <a:extLst>
                <a:ext uri="{FF2B5EF4-FFF2-40B4-BE49-F238E27FC236}">
                  <a16:creationId xmlns:a16="http://schemas.microsoft.com/office/drawing/2014/main" id="{24C2EC8B-58F5-4DAC-B9C9-30B81E355C7C}"/>
                </a:ext>
              </a:extLst>
            </p:cNvPr>
            <p:cNvSpPr>
              <a:spLocks noChangeAspect="1" noChangeArrowheads="1" noTextEdit="1"/>
            </p:cNvSpPr>
            <p:nvPr userDrawn="1"/>
          </p:nvSpPr>
          <p:spPr bwMode="auto">
            <a:xfrm>
              <a:off x="981" y="1891"/>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40">
              <a:extLst>
                <a:ext uri="{FF2B5EF4-FFF2-40B4-BE49-F238E27FC236}">
                  <a16:creationId xmlns:a16="http://schemas.microsoft.com/office/drawing/2014/main" id="{3A46B932-934F-445C-967D-CC2D03DF4755}"/>
                </a:ext>
              </a:extLst>
            </p:cNvPr>
            <p:cNvSpPr>
              <a:spLocks noChangeArrowheads="1"/>
            </p:cNvSpPr>
            <p:nvPr userDrawn="1"/>
          </p:nvSpPr>
          <p:spPr bwMode="auto">
            <a:xfrm>
              <a:off x="981"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41">
              <a:extLst>
                <a:ext uri="{FF2B5EF4-FFF2-40B4-BE49-F238E27FC236}">
                  <a16:creationId xmlns:a16="http://schemas.microsoft.com/office/drawing/2014/main" id="{5288FDD8-2EFD-45E9-B437-6986CFBFC8D3}"/>
                </a:ext>
              </a:extLst>
            </p:cNvPr>
            <p:cNvSpPr>
              <a:spLocks noChangeArrowheads="1"/>
            </p:cNvSpPr>
            <p:nvPr userDrawn="1"/>
          </p:nvSpPr>
          <p:spPr bwMode="auto">
            <a:xfrm>
              <a:off x="981"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42">
              <a:extLst>
                <a:ext uri="{FF2B5EF4-FFF2-40B4-BE49-F238E27FC236}">
                  <a16:creationId xmlns:a16="http://schemas.microsoft.com/office/drawing/2014/main" id="{633F461D-FBDF-43BB-BD50-1812731FF9A2}"/>
                </a:ext>
              </a:extLst>
            </p:cNvPr>
            <p:cNvSpPr>
              <a:spLocks noChangeArrowheads="1"/>
            </p:cNvSpPr>
            <p:nvPr userDrawn="1"/>
          </p:nvSpPr>
          <p:spPr bwMode="auto">
            <a:xfrm>
              <a:off x="981"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43">
              <a:extLst>
                <a:ext uri="{FF2B5EF4-FFF2-40B4-BE49-F238E27FC236}">
                  <a16:creationId xmlns:a16="http://schemas.microsoft.com/office/drawing/2014/main" id="{E7959846-64FE-4A2D-BCE2-71373055719E}"/>
                </a:ext>
              </a:extLst>
            </p:cNvPr>
            <p:cNvSpPr>
              <a:spLocks noChangeArrowheads="1"/>
            </p:cNvSpPr>
            <p:nvPr userDrawn="1"/>
          </p:nvSpPr>
          <p:spPr bwMode="auto">
            <a:xfrm>
              <a:off x="981"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44">
              <a:extLst>
                <a:ext uri="{FF2B5EF4-FFF2-40B4-BE49-F238E27FC236}">
                  <a16:creationId xmlns:a16="http://schemas.microsoft.com/office/drawing/2014/main" id="{8296BB40-4EC2-4F84-8DA6-BA9CCCEC4D8C}"/>
                </a:ext>
              </a:extLst>
            </p:cNvPr>
            <p:cNvSpPr>
              <a:spLocks noChangeArrowheads="1"/>
            </p:cNvSpPr>
            <p:nvPr userDrawn="1"/>
          </p:nvSpPr>
          <p:spPr bwMode="auto">
            <a:xfrm>
              <a:off x="1392"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45">
              <a:extLst>
                <a:ext uri="{FF2B5EF4-FFF2-40B4-BE49-F238E27FC236}">
                  <a16:creationId xmlns:a16="http://schemas.microsoft.com/office/drawing/2014/main" id="{8944ADE3-C66D-48C6-A110-0AF275C738E7}"/>
                </a:ext>
              </a:extLst>
            </p:cNvPr>
            <p:cNvSpPr>
              <a:spLocks noChangeArrowheads="1"/>
            </p:cNvSpPr>
            <p:nvPr userDrawn="1"/>
          </p:nvSpPr>
          <p:spPr bwMode="auto">
            <a:xfrm>
              <a:off x="1324"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46">
              <a:extLst>
                <a:ext uri="{FF2B5EF4-FFF2-40B4-BE49-F238E27FC236}">
                  <a16:creationId xmlns:a16="http://schemas.microsoft.com/office/drawing/2014/main" id="{238C54DE-CD99-4BB4-B044-80116344DF9B}"/>
                </a:ext>
              </a:extLst>
            </p:cNvPr>
            <p:cNvSpPr>
              <a:spLocks noChangeArrowheads="1"/>
            </p:cNvSpPr>
            <p:nvPr userDrawn="1"/>
          </p:nvSpPr>
          <p:spPr bwMode="auto">
            <a:xfrm>
              <a:off x="1324"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47">
              <a:extLst>
                <a:ext uri="{FF2B5EF4-FFF2-40B4-BE49-F238E27FC236}">
                  <a16:creationId xmlns:a16="http://schemas.microsoft.com/office/drawing/2014/main" id="{FB0C33A1-D319-41C6-943D-8ECF5F5F328F}"/>
                </a:ext>
              </a:extLst>
            </p:cNvPr>
            <p:cNvSpPr>
              <a:spLocks noChangeArrowheads="1"/>
            </p:cNvSpPr>
            <p:nvPr userDrawn="1"/>
          </p:nvSpPr>
          <p:spPr bwMode="auto">
            <a:xfrm>
              <a:off x="1392"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Oval 48">
              <a:extLst>
                <a:ext uri="{FF2B5EF4-FFF2-40B4-BE49-F238E27FC236}">
                  <a16:creationId xmlns:a16="http://schemas.microsoft.com/office/drawing/2014/main" id="{5BF0F975-214C-4689-B5E5-A3F142ED14A6}"/>
                </a:ext>
              </a:extLst>
            </p:cNvPr>
            <p:cNvSpPr>
              <a:spLocks noChangeArrowheads="1"/>
            </p:cNvSpPr>
            <p:nvPr userDrawn="1"/>
          </p:nvSpPr>
          <p:spPr bwMode="auto">
            <a:xfrm>
              <a:off x="1160" y="2014"/>
              <a:ext cx="82" cy="82"/>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49">
              <a:extLst>
                <a:ext uri="{FF2B5EF4-FFF2-40B4-BE49-F238E27FC236}">
                  <a16:creationId xmlns:a16="http://schemas.microsoft.com/office/drawing/2014/main" id="{661934E1-A3F7-4124-8742-122F01076112}"/>
                </a:ext>
              </a:extLst>
            </p:cNvPr>
            <p:cNvSpPr>
              <a:spLocks/>
            </p:cNvSpPr>
            <p:nvPr userDrawn="1"/>
          </p:nvSpPr>
          <p:spPr bwMode="auto">
            <a:xfrm>
              <a:off x="1118" y="2124"/>
              <a:ext cx="165" cy="82"/>
            </a:xfrm>
            <a:custGeom>
              <a:avLst/>
              <a:gdLst>
                <a:gd name="T0" fmla="*/ 0 w 512"/>
                <a:gd name="T1" fmla="*/ 256 h 256"/>
                <a:gd name="T2" fmla="*/ 256 w 512"/>
                <a:gd name="T3" fmla="*/ 0 h 256"/>
                <a:gd name="T4" fmla="*/ 512 w 512"/>
                <a:gd name="T5" fmla="*/ 256 h 256"/>
                <a:gd name="T6" fmla="*/ 0 w 512"/>
                <a:gd name="T7" fmla="*/ 256 h 256"/>
              </a:gdLst>
              <a:ahLst/>
              <a:cxnLst>
                <a:cxn ang="0">
                  <a:pos x="T0" y="T1"/>
                </a:cxn>
                <a:cxn ang="0">
                  <a:pos x="T2" y="T3"/>
                </a:cxn>
                <a:cxn ang="0">
                  <a:pos x="T4" y="T5"/>
                </a:cxn>
                <a:cxn ang="0">
                  <a:pos x="T6" y="T7"/>
                </a:cxn>
              </a:cxnLst>
              <a:rect l="0" t="0" r="r" b="b"/>
              <a:pathLst>
                <a:path w="512" h="256">
                  <a:moveTo>
                    <a:pt x="0" y="256"/>
                  </a:moveTo>
                  <a:cubicBezTo>
                    <a:pt x="0" y="115"/>
                    <a:pt x="115" y="0"/>
                    <a:pt x="256" y="0"/>
                  </a:cubicBezTo>
                  <a:cubicBezTo>
                    <a:pt x="397" y="0"/>
                    <a:pt x="512" y="115"/>
                    <a:pt x="512" y="256"/>
                  </a:cubicBezTo>
                  <a:lnTo>
                    <a:pt x="0" y="256"/>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2686068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1850334"/>
            <a:ext cx="6452279" cy="1434239"/>
          </a:xfrm>
        </p:spPr>
        <p:txBody>
          <a:bodyPr/>
          <a:lstStyle>
            <a:lvl1pPr>
              <a:defRPr sz="2000">
                <a:solidFill>
                  <a:schemeClr val="accent2"/>
                </a:solidFill>
              </a:defRPr>
            </a:lvl1pPr>
            <a:lvl2pPr marL="173038" indent="-173038">
              <a:buFont typeface="Arial" panose="020B0604020202020204" pitchFamily="34" charset="0"/>
              <a:buChar char="•"/>
              <a:defRPr sz="1400">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40C74339-5B57-4B6A-846D-3C46FD6994B5}"/>
              </a:ext>
            </a:extLst>
          </p:cNvPr>
          <p:cNvSpPr>
            <a:spLocks noGrp="1"/>
          </p:cNvSpPr>
          <p:nvPr>
            <p:ph type="body" sz="quarter" idx="12"/>
          </p:nvPr>
        </p:nvSpPr>
        <p:spPr>
          <a:xfrm>
            <a:off x="584199" y="967695"/>
            <a:ext cx="11018519"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
        <p:nvSpPr>
          <p:cNvPr id="2" name="Title 1">
            <a:extLst>
              <a:ext uri="{FF2B5EF4-FFF2-40B4-BE49-F238E27FC236}">
                <a16:creationId xmlns:a16="http://schemas.microsoft.com/office/drawing/2014/main" id="{FF46E3E4-84FF-4A78-BC12-0A2A3599B6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7591335"/>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D6154656-3056-1436-1165-04AE3D46B0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633033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ie and Su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sp>
        <p:nvSpPr>
          <p:cNvPr id="15" name="Text Placeholder 6">
            <a:extLst>
              <a:ext uri="{FF2B5EF4-FFF2-40B4-BE49-F238E27FC236}">
                <a16:creationId xmlns:a16="http://schemas.microsoft.com/office/drawing/2014/main" id="{1AED9DF8-15D3-4CED-BCE9-90F7A3452475}"/>
              </a:ext>
            </a:extLst>
          </p:cNvPr>
          <p:cNvSpPr>
            <a:spLocks noGrp="1"/>
          </p:cNvSpPr>
          <p:nvPr>
            <p:ph type="body" sz="quarter" idx="14"/>
          </p:nvPr>
        </p:nvSpPr>
        <p:spPr>
          <a:xfrm>
            <a:off x="581595" y="1067101"/>
            <a:ext cx="11025188"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Tree>
    <p:extLst>
      <p:ext uri="{BB962C8B-B14F-4D97-AF65-F5344CB8AC3E}">
        <p14:creationId xmlns:p14="http://schemas.microsoft.com/office/powerpoint/2010/main" val="2123488108"/>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guide id="3" pos="3840">
          <p15:clr>
            <a:srgbClr val="FBAE40"/>
          </p15:clr>
        </p15:guide>
        <p15:guide id="4" pos="1896">
          <p15:clr>
            <a:srgbClr val="FBAE40"/>
          </p15:clr>
        </p15:guide>
        <p15:guide id="5" pos="5832">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6916633" y="1850334"/>
            <a:ext cx="4543277" cy="2206758"/>
          </a:xfrm>
          <a:solidFill>
            <a:schemeClr val="accent1">
              <a:alpha val="26000"/>
            </a:schemeClr>
          </a:solidFill>
          <a:ln>
            <a:noFill/>
          </a:ln>
        </p:spPr>
        <p:txBody>
          <a:bodyPr lIns="365760" tIns="365760" rIns="365760" bIns="365760"/>
          <a:lstStyle>
            <a:lvl1pPr>
              <a:defRPr sz="2000">
                <a:solidFill>
                  <a:schemeClr val="tx1"/>
                </a:solidFill>
              </a:defRPr>
            </a:lvl1pPr>
            <a:lvl2pPr marL="0" indent="0">
              <a:spcBef>
                <a:spcPts val="1200"/>
              </a:spcBef>
              <a:spcAft>
                <a:spcPts val="0"/>
              </a:spcAft>
              <a:buFont typeface="Arial" panose="020B0604020202020204" pitchFamily="34" charset="0"/>
              <a:buNone/>
              <a:defRPr sz="1400" b="1">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DD2A3B-10EE-4819-8FE4-E73D1B31AA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3104476"/>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003572"/>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spTree>
    <p:extLst>
      <p:ext uri="{BB962C8B-B14F-4D97-AF65-F5344CB8AC3E}">
        <p14:creationId xmlns:p14="http://schemas.microsoft.com/office/powerpoint/2010/main" val="209922676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3" y="2484468"/>
            <a:ext cx="4644137" cy="870272"/>
          </a:xfrm>
        </p:spPr>
        <p:txBody>
          <a:bodyPr anchor="b"/>
          <a:lstStyle>
            <a:lvl1pPr algn="l">
              <a:defRPr>
                <a:solidFill>
                  <a:schemeClr val="tx2"/>
                </a:solidFill>
              </a:defRPr>
            </a:lvl1pPr>
          </a:lstStyle>
          <a:p>
            <a:r>
              <a:rPr lang="en-US"/>
              <a:t>Click to edit Master</a:t>
            </a:r>
          </a:p>
        </p:txBody>
      </p:sp>
    </p:spTree>
    <p:extLst>
      <p:ext uri="{BB962C8B-B14F-4D97-AF65-F5344CB8AC3E}">
        <p14:creationId xmlns:p14="http://schemas.microsoft.com/office/powerpoint/2010/main" val="687113481"/>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3429000"/>
            <a:ext cx="4043371" cy="1501950"/>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55AC74-6616-2D39-56B3-39F4AF6F6EA7}"/>
              </a:ext>
            </a:extLst>
          </p:cNvPr>
          <p:cNvSpPr>
            <a:spLocks noGrp="1"/>
          </p:cNvSpPr>
          <p:nvPr>
            <p:ph type="body" sz="quarter" idx="12"/>
          </p:nvPr>
        </p:nvSpPr>
        <p:spPr>
          <a:xfrm>
            <a:off x="6096000" y="922565"/>
            <a:ext cx="5507736" cy="1987010"/>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9E072F35-F29F-7350-ABFA-8808C32DC9DF}"/>
              </a:ext>
            </a:extLst>
          </p:cNvPr>
          <p:cNvSpPr>
            <a:spLocks noGrp="1"/>
          </p:cNvSpPr>
          <p:nvPr>
            <p:ph type="title"/>
          </p:nvPr>
        </p:nvSpPr>
        <p:spPr>
          <a:xfrm>
            <a:off x="588263" y="2369855"/>
            <a:ext cx="4131221"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2027231419"/>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206307"/>
            <a:ext cx="3477325" cy="1107996"/>
          </a:xfrm>
        </p:spPr>
        <p:txBody>
          <a:bodyPr anchor="b"/>
          <a:lstStyle>
            <a:lvl1pPr algn="l">
              <a:defRPr>
                <a:gradFill>
                  <a:gsLst>
                    <a:gs pos="1250">
                      <a:schemeClr val="tx1"/>
                    </a:gs>
                    <a:gs pos="100000">
                      <a:schemeClr val="tx1"/>
                    </a:gs>
                  </a:gsLst>
                  <a:lin ang="5400000" scaled="0"/>
                </a:gradFill>
              </a:defRPr>
            </a:lvl1pPr>
          </a:lstStyle>
          <a:p>
            <a:r>
              <a:rPr lang="en-US"/>
              <a:t>Click to edit Master title style</a:t>
            </a:r>
          </a:p>
        </p:txBody>
      </p:sp>
      <p:sp>
        <p:nvSpPr>
          <p:cNvPr id="4" name="Text Placeholder 3">
            <a:extLst>
              <a:ext uri="{FF2B5EF4-FFF2-40B4-BE49-F238E27FC236}">
                <a16:creationId xmlns:a16="http://schemas.microsoft.com/office/drawing/2014/main" id="{372E9528-0A41-4157-9220-1A280716491F}"/>
              </a:ext>
            </a:extLst>
          </p:cNvPr>
          <p:cNvSpPr>
            <a:spLocks noGrp="1"/>
          </p:cNvSpPr>
          <p:nvPr>
            <p:ph type="body" sz="quarter" idx="10"/>
          </p:nvPr>
        </p:nvSpPr>
        <p:spPr>
          <a:xfrm>
            <a:off x="588963" y="3429000"/>
            <a:ext cx="3560762" cy="2111347"/>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189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743200"/>
            <a:ext cx="9144000" cy="615553"/>
          </a:xfrm>
          <a:noFill/>
        </p:spPr>
        <p:txBody>
          <a:bodyPr lIns="0" tIns="0" rIns="0" bIns="0" anchor="b" anchorCtr="0">
            <a:spAutoFit/>
          </a:bodyPr>
          <a:lstStyle>
            <a:lvl1pPr algn="l">
              <a:defRPr sz="40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Tree>
    <p:extLst>
      <p:ext uri="{BB962C8B-B14F-4D97-AF65-F5344CB8AC3E}">
        <p14:creationId xmlns:p14="http://schemas.microsoft.com/office/powerpoint/2010/main" val="34976679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14E8F19-9339-4638-BAAF-9A70A3B172B3}"/>
              </a:ext>
            </a:extLst>
          </p:cNvPr>
          <p:cNvSpPr>
            <a:spLocks noGrp="1"/>
          </p:cNvSpPr>
          <p:nvPr>
            <p:ph type="pic" sz="quarter" idx="10"/>
          </p:nvPr>
        </p:nvSpPr>
        <p:spPr>
          <a:xfrm>
            <a:off x="638430" y="1806677"/>
            <a:ext cx="2057400" cy="2743200"/>
          </a:xfrm>
        </p:spPr>
        <p:txBody>
          <a:bodyPr/>
          <a:lstStyle/>
          <a:p>
            <a:endParaRPr lang="en-US"/>
          </a:p>
        </p:txBody>
      </p:sp>
      <p:sp>
        <p:nvSpPr>
          <p:cNvPr id="7" name="Picture Placeholder 5">
            <a:extLst>
              <a:ext uri="{FF2B5EF4-FFF2-40B4-BE49-F238E27FC236}">
                <a16:creationId xmlns:a16="http://schemas.microsoft.com/office/drawing/2014/main" id="{EFFC3D7B-6924-4F36-BDD0-59B81F0AB1E7}"/>
              </a:ext>
            </a:extLst>
          </p:cNvPr>
          <p:cNvSpPr>
            <a:spLocks noGrp="1"/>
          </p:cNvSpPr>
          <p:nvPr>
            <p:ph type="pic" sz="quarter" idx="11"/>
          </p:nvPr>
        </p:nvSpPr>
        <p:spPr>
          <a:xfrm>
            <a:off x="2886847" y="1806677"/>
            <a:ext cx="2057400" cy="2743200"/>
          </a:xfrm>
        </p:spPr>
        <p:txBody>
          <a:bodyPr/>
          <a:lstStyle/>
          <a:p>
            <a:endParaRPr lang="en-US"/>
          </a:p>
        </p:txBody>
      </p:sp>
      <p:sp>
        <p:nvSpPr>
          <p:cNvPr id="8" name="Picture Placeholder 5">
            <a:extLst>
              <a:ext uri="{FF2B5EF4-FFF2-40B4-BE49-F238E27FC236}">
                <a16:creationId xmlns:a16="http://schemas.microsoft.com/office/drawing/2014/main" id="{4F601CA1-79B8-45A1-88C9-AF36245C2321}"/>
              </a:ext>
            </a:extLst>
          </p:cNvPr>
          <p:cNvSpPr>
            <a:spLocks noGrp="1"/>
          </p:cNvSpPr>
          <p:nvPr>
            <p:ph type="pic" sz="quarter" idx="12"/>
          </p:nvPr>
        </p:nvSpPr>
        <p:spPr>
          <a:xfrm>
            <a:off x="5135264" y="1806677"/>
            <a:ext cx="2057400" cy="2743200"/>
          </a:xfrm>
        </p:spPr>
        <p:txBody>
          <a:bodyPr/>
          <a:lstStyle/>
          <a:p>
            <a:endParaRPr lang="en-US"/>
          </a:p>
        </p:txBody>
      </p:sp>
      <p:sp>
        <p:nvSpPr>
          <p:cNvPr id="9" name="Picture Placeholder 5">
            <a:extLst>
              <a:ext uri="{FF2B5EF4-FFF2-40B4-BE49-F238E27FC236}">
                <a16:creationId xmlns:a16="http://schemas.microsoft.com/office/drawing/2014/main" id="{EEB90C29-F682-42AE-9366-606669C57E71}"/>
              </a:ext>
            </a:extLst>
          </p:cNvPr>
          <p:cNvSpPr>
            <a:spLocks noGrp="1"/>
          </p:cNvSpPr>
          <p:nvPr>
            <p:ph type="pic" sz="quarter" idx="13"/>
          </p:nvPr>
        </p:nvSpPr>
        <p:spPr>
          <a:xfrm>
            <a:off x="7383681" y="1806677"/>
            <a:ext cx="2057400" cy="2743200"/>
          </a:xfrm>
        </p:spPr>
        <p:txBody>
          <a:bodyPr/>
          <a:lstStyle/>
          <a:p>
            <a:endParaRPr lang="en-US"/>
          </a:p>
        </p:txBody>
      </p:sp>
      <p:sp>
        <p:nvSpPr>
          <p:cNvPr id="10" name="Picture Placeholder 5">
            <a:extLst>
              <a:ext uri="{FF2B5EF4-FFF2-40B4-BE49-F238E27FC236}">
                <a16:creationId xmlns:a16="http://schemas.microsoft.com/office/drawing/2014/main" id="{B523E616-948E-49F2-8445-70B3501CF798}"/>
              </a:ext>
            </a:extLst>
          </p:cNvPr>
          <p:cNvSpPr>
            <a:spLocks noGrp="1"/>
          </p:cNvSpPr>
          <p:nvPr>
            <p:ph type="pic" sz="quarter" idx="14"/>
          </p:nvPr>
        </p:nvSpPr>
        <p:spPr>
          <a:xfrm>
            <a:off x="9632099" y="1806677"/>
            <a:ext cx="2057400" cy="2743200"/>
          </a:xfrm>
        </p:spPr>
        <p:txBody>
          <a:bodyPr/>
          <a:lstStyle/>
          <a:p>
            <a:endParaRPr lang="en-US"/>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025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5359982-D87D-4510-8C17-75850A9F0EFE}"/>
              </a:ext>
            </a:extLst>
          </p:cNvPr>
          <p:cNvSpPr>
            <a:spLocks noGrp="1"/>
          </p:cNvSpPr>
          <p:nvPr>
            <p:ph type="body" sz="quarter" idx="12"/>
          </p:nvPr>
        </p:nvSpPr>
        <p:spPr>
          <a:xfrm>
            <a:off x="588263" y="1436688"/>
            <a:ext cx="5363275" cy="369332"/>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p:txBody>
      </p:sp>
      <p:sp>
        <p:nvSpPr>
          <p:cNvPr id="2" name="Title 1">
            <a:extLst>
              <a:ext uri="{FF2B5EF4-FFF2-40B4-BE49-F238E27FC236}">
                <a16:creationId xmlns:a16="http://schemas.microsoft.com/office/drawing/2014/main" id="{BE91932C-BE0C-0B1B-3C97-FC6937B6561E}"/>
              </a:ext>
            </a:extLst>
          </p:cNvPr>
          <p:cNvSpPr>
            <a:spLocks noGrp="1"/>
          </p:cNvSpPr>
          <p:nvPr>
            <p:ph type="title"/>
          </p:nvPr>
        </p:nvSpPr>
        <p:spPr>
          <a:xfrm>
            <a:off x="588263" y="457200"/>
            <a:ext cx="5753859" cy="492443"/>
          </a:xfrm>
        </p:spPr>
        <p:txBody>
          <a:bodyPr/>
          <a:lstStyle>
            <a:lvl1pPr algn="l">
              <a:defRPr/>
            </a:lvl1pPr>
          </a:lstStyle>
          <a:p>
            <a:r>
              <a:rPr lang="en-US"/>
              <a:t>Click to edit Master title style</a:t>
            </a:r>
          </a:p>
        </p:txBody>
      </p:sp>
      <p:sp>
        <p:nvSpPr>
          <p:cNvPr id="6" name="Text Placeholder 6">
            <a:extLst>
              <a:ext uri="{FF2B5EF4-FFF2-40B4-BE49-F238E27FC236}">
                <a16:creationId xmlns:a16="http://schemas.microsoft.com/office/drawing/2014/main" id="{E3B2EF26-51ED-E87E-B8E2-5C7FF41C8E2C}"/>
              </a:ext>
            </a:extLst>
          </p:cNvPr>
          <p:cNvSpPr>
            <a:spLocks noGrp="1"/>
          </p:cNvSpPr>
          <p:nvPr>
            <p:ph type="body" sz="quarter" idx="13"/>
          </p:nvPr>
        </p:nvSpPr>
        <p:spPr>
          <a:xfrm>
            <a:off x="588263"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20270AFD-2991-7D6B-9A65-B9B1D944A173}"/>
              </a:ext>
            </a:extLst>
          </p:cNvPr>
          <p:cNvSpPr>
            <a:spLocks noGrp="1"/>
          </p:cNvSpPr>
          <p:nvPr>
            <p:ph type="body" sz="quarter" idx="14"/>
          </p:nvPr>
        </p:nvSpPr>
        <p:spPr>
          <a:xfrm>
            <a:off x="6240462"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7405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0BBE5C7F-432C-E0D8-5884-1193BCAC9B1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794946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996592"/>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6_Three column photo">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B9E75CCB-6AD4-83FA-3C44-2A7A6DC75FC9}"/>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2914449"/>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216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3273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353150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dirty="0"/>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pic>
        <p:nvPicPr>
          <p:cNvPr id="2" name="MS logo white - EMF" descr="Microsoft logo white text version">
            <a:extLst>
              <a:ext uri="{FF2B5EF4-FFF2-40B4-BE49-F238E27FC236}">
                <a16:creationId xmlns:a16="http://schemas.microsoft.com/office/drawing/2014/main" id="{8731A401-C3D3-E4B9-7D7A-BB96D8702406}"/>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2950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FE7F-0399-D089-1241-018D12F0EC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F999FF-DEE2-63FD-E711-B7F270DB5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53F766-4B0A-D54F-8E71-882EF1A7FC08}"/>
              </a:ext>
            </a:extLst>
          </p:cNvPr>
          <p:cNvSpPr>
            <a:spLocks noGrp="1"/>
          </p:cNvSpPr>
          <p:nvPr>
            <p:ph type="dt" sz="half" idx="10"/>
          </p:nvPr>
        </p:nvSpPr>
        <p:spPr/>
        <p:txBody>
          <a:bodyPr/>
          <a:lstStyle/>
          <a:p>
            <a:fld id="{A435187F-8598-4DBE-A9FD-CE0BB684214E}" type="datetimeFigureOut">
              <a:rPr lang="en-GB" smtClean="0"/>
              <a:t>29/07/2026</a:t>
            </a:fld>
            <a:endParaRPr lang="en-GB"/>
          </a:p>
        </p:txBody>
      </p:sp>
      <p:sp>
        <p:nvSpPr>
          <p:cNvPr id="5" name="Footer Placeholder 4">
            <a:extLst>
              <a:ext uri="{FF2B5EF4-FFF2-40B4-BE49-F238E27FC236}">
                <a16:creationId xmlns:a16="http://schemas.microsoft.com/office/drawing/2014/main" id="{FFA684B8-3B2C-6921-CCCC-C02DBF93F5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7E9E3D-991B-CE86-6857-C605F8D133A2}"/>
              </a:ext>
            </a:extLst>
          </p:cNvPr>
          <p:cNvSpPr>
            <a:spLocks noGrp="1"/>
          </p:cNvSpPr>
          <p:nvPr>
            <p:ph type="sldNum" sz="quarter" idx="12"/>
          </p:nvPr>
        </p:nvSpPr>
        <p:spPr/>
        <p:txBody>
          <a:bodyPr/>
          <a:lstStyle/>
          <a:p>
            <a:fld id="{03115682-8B3D-4D1D-BB17-A43D3E0D7699}" type="slidenum">
              <a:rPr lang="en-GB" smtClean="0"/>
              <a:t>‹#›</a:t>
            </a:fld>
            <a:endParaRPr lang="en-GB"/>
          </a:p>
        </p:txBody>
      </p:sp>
    </p:spTree>
    <p:extLst>
      <p:ext uri="{BB962C8B-B14F-4D97-AF65-F5344CB8AC3E}">
        <p14:creationId xmlns:p14="http://schemas.microsoft.com/office/powerpoint/2010/main" val="291849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8"/>
            <a:ext cx="292608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020932"/>
            <a:ext cx="11056094" cy="369332"/>
          </a:xfrm>
        </p:spPr>
        <p:txBody>
          <a:bodyPr/>
          <a:lstStyle>
            <a:lvl1pPr algn="ctr">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Tree>
    <p:extLst>
      <p:ext uri="{BB962C8B-B14F-4D97-AF65-F5344CB8AC3E}">
        <p14:creationId xmlns:p14="http://schemas.microsoft.com/office/powerpoint/2010/main" val="26727493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4244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25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7"/>
            <a:ext cx="2926080" cy="1131269"/>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endParaRPr lang="en-US"/>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4" name="Content Placeholder 3"/>
          <p:cNvSpPr>
            <a:spLocks noGrp="1"/>
          </p:cNvSpPr>
          <p:nvPr>
            <p:ph sz="quarter" idx="20"/>
          </p:nvPr>
        </p:nvSpPr>
        <p:spPr>
          <a:xfrm>
            <a:off x="2008982" y="4878052"/>
            <a:ext cx="7231062" cy="1612768"/>
          </a:xfrm>
        </p:spPr>
        <p:txBody>
          <a:bodyPr/>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2216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9345226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7514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9955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7110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slideLayout" Target="../slideLayouts/slideLayout64.xml"/><Relationship Id="rId35" Type="http://schemas.openxmlformats.org/officeDocument/2006/relationships/slideLayout" Target="../slideLayouts/slideLayout65.xml"/><Relationship Id="rId36" Type="http://schemas.openxmlformats.org/officeDocument/2006/relationships/slideLayout" Target="../slideLayouts/slideLayout66.xml"/><Relationship Id="rId37" Type="http://schemas.openxmlformats.org/officeDocument/2006/relationships/slideLayout" Target="../slideLayouts/slideLayout67.xml"/><Relationship Id="rId38" Type="http://schemas.openxmlformats.org/officeDocument/2006/relationships/slideLayout" Target="../slideLayouts/slideLayout68.xml"/><Relationship Id="rId39" Type="http://schemas.openxmlformats.org/officeDocument/2006/relationships/slideLayout" Target="../slideLayouts/slideLayout69.xml"/><Relationship Id="rId40" Type="http://schemas.openxmlformats.org/officeDocument/2006/relationships/slideLayout" Target="../slideLayouts/slideLayout70.xml"/><Relationship Id="rId41" Type="http://schemas.openxmlformats.org/officeDocument/2006/relationships/slideLayout" Target="../slideLayouts/slideLayout71.xml"/><Relationship Id="rId42" Type="http://schemas.openxmlformats.org/officeDocument/2006/relationships/slideLayout" Target="../slideLayouts/slideLayout72.xml"/><Relationship Id="rId43" Type="http://schemas.openxmlformats.org/officeDocument/2006/relationships/slideLayout" Target="../slideLayouts/slideLayout73.xml"/><Relationship Id="rId44" Type="http://schemas.openxmlformats.org/officeDocument/2006/relationships/slideLayout" Target="../slideLayouts/slideLayout74.xml"/><Relationship Id="rId45" Type="http://schemas.openxmlformats.org/officeDocument/2006/relationships/slideLayout" Target="../slideLayouts/slideLayout75.xml"/><Relationship Id="rId46" Type="http://schemas.openxmlformats.org/officeDocument/2006/relationships/slideLayout" Target="../slideLayouts/slideLayout76.xml"/><Relationship Id="rId47" Type="http://schemas.openxmlformats.org/officeDocument/2006/relationships/slideLayout" Target="../slideLayouts/slideLayout77.xml"/><Relationship Id="rId48" Type="http://schemas.openxmlformats.org/officeDocument/2006/relationships/slideLayout" Target="../slideLayouts/slideLayout78.xml"/><Relationship Id="rId49" Type="http://schemas.openxmlformats.org/officeDocument/2006/relationships/slideLayout" Target="../slideLayouts/slideLayout79.xml"/><Relationship Id="rId50" Type="http://schemas.openxmlformats.org/officeDocument/2006/relationships/slideLayout" Target="../slideLayouts/slideLayout80.xml"/><Relationship Id="rId51" Type="http://schemas.openxmlformats.org/officeDocument/2006/relationships/slideLayout" Target="../slideLayouts/slideLayout81.xml"/><Relationship Id="rId52" Type="http://schemas.openxmlformats.org/officeDocument/2006/relationships/slideLayout" Target="../slideLayouts/slideLayout82.xml"/><Relationship Id="rId53" Type="http://schemas.openxmlformats.org/officeDocument/2006/relationships/slideLayout" Target="../slideLayouts/slideLayout83.xml"/><Relationship Id="rId54" Type="http://schemas.openxmlformats.org/officeDocument/2006/relationships/theme" Target="../theme/theme2.xml"/><Relationship Id="rId55"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Relationship Id="rId14" Type="http://schemas.openxmlformats.org/officeDocument/2006/relationships/slideLayout" Target="../slideLayouts/slideLayout97.xml"/><Relationship Id="rId15" Type="http://schemas.openxmlformats.org/officeDocument/2006/relationships/slideLayout" Target="../slideLayouts/slideLayout98.xml"/><Relationship Id="rId16" Type="http://schemas.openxmlformats.org/officeDocument/2006/relationships/slideLayout" Target="../slideLayouts/slideLayout99.xml"/><Relationship Id="rId17" Type="http://schemas.openxmlformats.org/officeDocument/2006/relationships/slideLayout" Target="../slideLayouts/slideLayout100.xml"/><Relationship Id="rId18" Type="http://schemas.openxmlformats.org/officeDocument/2006/relationships/slideLayout" Target="../slideLayouts/slideLayout101.xml"/><Relationship Id="rId19" Type="http://schemas.openxmlformats.org/officeDocument/2006/relationships/slideLayout" Target="../slideLayouts/slideLayout102.xml"/><Relationship Id="rId20" Type="http://schemas.openxmlformats.org/officeDocument/2006/relationships/slideLayout" Target="../slideLayouts/slideLayout103.xml"/><Relationship Id="rId21" Type="http://schemas.openxmlformats.org/officeDocument/2006/relationships/slideLayout" Target="../slideLayouts/slideLayout104.xml"/><Relationship Id="rId22" Type="http://schemas.openxmlformats.org/officeDocument/2006/relationships/slideLayout" Target="../slideLayouts/slideLayout105.xml"/><Relationship Id="rId23" Type="http://schemas.openxmlformats.org/officeDocument/2006/relationships/slideLayout" Target="../slideLayouts/slideLayout106.xml"/><Relationship Id="rId24" Type="http://schemas.openxmlformats.org/officeDocument/2006/relationships/slideLayout" Target="../slideLayouts/slideLayout107.xml"/><Relationship Id="rId25" Type="http://schemas.openxmlformats.org/officeDocument/2006/relationships/slideLayout" Target="../slideLayouts/slideLayout108.xml"/><Relationship Id="rId26" Type="http://schemas.openxmlformats.org/officeDocument/2006/relationships/slideLayout" Target="../slideLayouts/slideLayout109.xml"/><Relationship Id="rId27" Type="http://schemas.openxmlformats.org/officeDocument/2006/relationships/slideLayout" Target="../slideLayouts/slideLayout110.xml"/><Relationship Id="rId28" Type="http://schemas.openxmlformats.org/officeDocument/2006/relationships/slideLayout" Target="../slideLayouts/slideLayout111.xml"/><Relationship Id="rId29" Type="http://schemas.openxmlformats.org/officeDocument/2006/relationships/slideLayout" Target="../slideLayouts/slideLayout112.xml"/><Relationship Id="rId30" Type="http://schemas.openxmlformats.org/officeDocument/2006/relationships/slideLayout" Target="../slideLayouts/slideLayout113.xml"/><Relationship Id="rId31" Type="http://schemas.openxmlformats.org/officeDocument/2006/relationships/slideLayout" Target="../slideLayouts/slideLayout114.xml"/><Relationship Id="rId32" Type="http://schemas.openxmlformats.org/officeDocument/2006/relationships/slideLayout" Target="../slideLayouts/slideLayout115.xml"/><Relationship Id="rId33" Type="http://schemas.openxmlformats.org/officeDocument/2006/relationships/slideLayout" Target="../slideLayouts/slideLayout116.xml"/><Relationship Id="rId34" Type="http://schemas.openxmlformats.org/officeDocument/2006/relationships/slideLayout" Target="../slideLayouts/slideLayout117.xml"/><Relationship Id="rId35" Type="http://schemas.openxmlformats.org/officeDocument/2006/relationships/slideLayout" Target="../slideLayouts/slideLayout118.xml"/><Relationship Id="rId36" Type="http://schemas.openxmlformats.org/officeDocument/2006/relationships/slideLayout" Target="../slideLayouts/slideLayout119.xml"/><Relationship Id="rId37" Type="http://schemas.openxmlformats.org/officeDocument/2006/relationships/slideLayout" Target="../slideLayouts/slideLayout120.xml"/><Relationship Id="rId38" Type="http://schemas.openxmlformats.org/officeDocument/2006/relationships/slideLayout" Target="../slideLayouts/slideLayout121.xml"/><Relationship Id="rId39" Type="http://schemas.openxmlformats.org/officeDocument/2006/relationships/slideLayout" Target="../slideLayouts/slideLayout122.xml"/><Relationship Id="rId40" Type="http://schemas.openxmlformats.org/officeDocument/2006/relationships/slideLayout" Target="../slideLayouts/slideLayout123.xml"/><Relationship Id="rId41" Type="http://schemas.openxmlformats.org/officeDocument/2006/relationships/slideLayout" Target="../slideLayouts/slideLayout124.xml"/><Relationship Id="rId42" Type="http://schemas.openxmlformats.org/officeDocument/2006/relationships/slideLayout" Target="../slideLayouts/slideLayout125.xml"/><Relationship Id="rId43" Type="http://schemas.openxmlformats.org/officeDocument/2006/relationships/slideLayout" Target="../slideLayouts/slideLayout126.xml"/><Relationship Id="rId44" Type="http://schemas.openxmlformats.org/officeDocument/2006/relationships/slideLayout" Target="../slideLayouts/slideLayout127.xml"/><Relationship Id="rId45" Type="http://schemas.openxmlformats.org/officeDocument/2006/relationships/slideLayout" Target="../slideLayouts/slideLayout128.xml"/><Relationship Id="rId46" Type="http://schemas.openxmlformats.org/officeDocument/2006/relationships/slideLayout" Target="../slideLayouts/slideLayout129.xml"/><Relationship Id="rId47" Type="http://schemas.openxmlformats.org/officeDocument/2006/relationships/slideLayout" Target="../slideLayouts/slideLayout130.xml"/><Relationship Id="rId48" Type="http://schemas.openxmlformats.org/officeDocument/2006/relationships/slideLayout" Target="../slideLayouts/slideLayout131.xml"/><Relationship Id="rId49" Type="http://schemas.openxmlformats.org/officeDocument/2006/relationships/slideLayout" Target="../slideLayouts/slideLayout132.xml"/><Relationship Id="rId50" Type="http://schemas.openxmlformats.org/officeDocument/2006/relationships/slideLayout" Target="../slideLayouts/slideLayout133.xml"/><Relationship Id="rId51" Type="http://schemas.openxmlformats.org/officeDocument/2006/relationships/slideLayout" Target="../slideLayouts/slideLayout134.xml"/><Relationship Id="rId52" Type="http://schemas.openxmlformats.org/officeDocument/2006/relationships/slideLayout" Target="../slideLayouts/slideLayout135.xml"/><Relationship Id="rId53" Type="http://schemas.openxmlformats.org/officeDocument/2006/relationships/theme" Target="../theme/theme3.xml"/><Relationship Id="rId54" Type="http://schemas.openxmlformats.org/officeDocument/2006/relationships/image" Target="../media/image29.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slideLayout" Target="../slideLayouts/slideLayout137.xml"/><Relationship Id="rId3" Type="http://schemas.openxmlformats.org/officeDocument/2006/relationships/slideLayout" Target="../slideLayouts/slideLayout138.xml"/><Relationship Id="rId4" Type="http://schemas.openxmlformats.org/officeDocument/2006/relationships/slideLayout" Target="../slideLayouts/slideLayout139.xml"/><Relationship Id="rId5" Type="http://schemas.openxmlformats.org/officeDocument/2006/relationships/slideLayout" Target="../slideLayouts/slideLayout140.xml"/><Relationship Id="rId6" Type="http://schemas.openxmlformats.org/officeDocument/2006/relationships/slideLayout" Target="../slideLayouts/slideLayout141.xml"/><Relationship Id="rId7" Type="http://schemas.openxmlformats.org/officeDocument/2006/relationships/slideLayout" Target="../slideLayouts/slideLayout142.xml"/><Relationship Id="rId8" Type="http://schemas.openxmlformats.org/officeDocument/2006/relationships/slideLayout" Target="../slideLayouts/slideLayout143.xml"/><Relationship Id="rId9" Type="http://schemas.openxmlformats.org/officeDocument/2006/relationships/slideLayout" Target="../slideLayouts/slideLayout144.xml"/><Relationship Id="rId10" Type="http://schemas.openxmlformats.org/officeDocument/2006/relationships/slideLayout" Target="../slideLayouts/slideLayout145.xml"/><Relationship Id="rId11" Type="http://schemas.openxmlformats.org/officeDocument/2006/relationships/slideLayout" Target="../slideLayouts/slideLayout146.xml"/><Relationship Id="rId12" Type="http://schemas.openxmlformats.org/officeDocument/2006/relationships/slideLayout" Target="../slideLayouts/slideLayout147.xml"/><Relationship Id="rId13" Type="http://schemas.openxmlformats.org/officeDocument/2006/relationships/slideLayout" Target="../slideLayouts/slideLayout148.xml"/><Relationship Id="rId14" Type="http://schemas.openxmlformats.org/officeDocument/2006/relationships/slideLayout" Target="../slideLayouts/slideLayout149.xml"/><Relationship Id="rId15" Type="http://schemas.openxmlformats.org/officeDocument/2006/relationships/slideLayout" Target="../slideLayouts/slideLayout150.xml"/><Relationship Id="rId16" Type="http://schemas.openxmlformats.org/officeDocument/2006/relationships/slideLayout" Target="../slideLayouts/slideLayout151.xml"/><Relationship Id="rId17" Type="http://schemas.openxmlformats.org/officeDocument/2006/relationships/slideLayout" Target="../slideLayouts/slideLayout152.xml"/><Relationship Id="rId18" Type="http://schemas.openxmlformats.org/officeDocument/2006/relationships/slideLayout" Target="../slideLayouts/slideLayout153.xml"/><Relationship Id="rId19" Type="http://schemas.openxmlformats.org/officeDocument/2006/relationships/slideLayout" Target="../slideLayouts/slideLayout154.xml"/><Relationship Id="rId20" Type="http://schemas.openxmlformats.org/officeDocument/2006/relationships/slideLayout" Target="../slideLayouts/slideLayout155.xml"/><Relationship Id="rId21" Type="http://schemas.openxmlformats.org/officeDocument/2006/relationships/slideLayout" Target="../slideLayouts/slideLayout156.xml"/><Relationship Id="rId22" Type="http://schemas.openxmlformats.org/officeDocument/2006/relationships/slideLayout" Target="../slideLayouts/slideLayout157.xml"/><Relationship Id="rId23" Type="http://schemas.openxmlformats.org/officeDocument/2006/relationships/slideLayout" Target="../slideLayouts/slideLayout158.xml"/><Relationship Id="rId24" Type="http://schemas.openxmlformats.org/officeDocument/2006/relationships/slideLayout" Target="../slideLayouts/slideLayout159.xml"/><Relationship Id="rId25" Type="http://schemas.openxmlformats.org/officeDocument/2006/relationships/slideLayout" Target="../slideLayouts/slideLayout160.xml"/><Relationship Id="rId26" Type="http://schemas.openxmlformats.org/officeDocument/2006/relationships/slideLayout" Target="../slideLayouts/slideLayout161.xml"/><Relationship Id="rId27" Type="http://schemas.openxmlformats.org/officeDocument/2006/relationships/slideLayout" Target="../slideLayouts/slideLayout162.xml"/><Relationship Id="rId28" Type="http://schemas.openxmlformats.org/officeDocument/2006/relationships/slideLayout" Target="../slideLayouts/slideLayout163.xml"/><Relationship Id="rId29" Type="http://schemas.openxmlformats.org/officeDocument/2006/relationships/slideLayout" Target="../slideLayouts/slideLayout164.xml"/><Relationship Id="rId30" Type="http://schemas.openxmlformats.org/officeDocument/2006/relationships/slideLayout" Target="../slideLayouts/slideLayout165.xml"/><Relationship Id="rId31" Type="http://schemas.openxmlformats.org/officeDocument/2006/relationships/slideLayout" Target="../slideLayouts/slideLayout166.xml"/><Relationship Id="rId32" Type="http://schemas.openxmlformats.org/officeDocument/2006/relationships/slideLayout" Target="../slideLayouts/slideLayout167.xml"/><Relationship Id="rId33" Type="http://schemas.openxmlformats.org/officeDocument/2006/relationships/slideLayout" Target="../slideLayouts/slideLayout168.xml"/><Relationship Id="rId34" Type="http://schemas.openxmlformats.org/officeDocument/2006/relationships/slideLayout" Target="../slideLayouts/slideLayout169.xml"/><Relationship Id="rId35" Type="http://schemas.openxmlformats.org/officeDocument/2006/relationships/slideLayout" Target="../slideLayouts/slideLayout170.xml"/><Relationship Id="rId36" Type="http://schemas.openxmlformats.org/officeDocument/2006/relationships/slideLayout" Target="../slideLayouts/slideLayout171.xml"/><Relationship Id="rId37" Type="http://schemas.openxmlformats.org/officeDocument/2006/relationships/slideLayout" Target="../slideLayouts/slideLayout172.xml"/><Relationship Id="rId38" Type="http://schemas.openxmlformats.org/officeDocument/2006/relationships/slideLayout" Target="../slideLayouts/slideLayout173.xml"/><Relationship Id="rId39" Type="http://schemas.openxmlformats.org/officeDocument/2006/relationships/slideLayout" Target="../slideLayouts/slideLayout174.xml"/><Relationship Id="rId40" Type="http://schemas.openxmlformats.org/officeDocument/2006/relationships/slideLayout" Target="../slideLayouts/slideLayout175.xml"/><Relationship Id="rId41" Type="http://schemas.openxmlformats.org/officeDocument/2006/relationships/slideLayout" Target="../slideLayouts/slideLayout176.xml"/><Relationship Id="rId42" Type="http://schemas.openxmlformats.org/officeDocument/2006/relationships/slideLayout" Target="../slideLayouts/slideLayout177.xml"/><Relationship Id="rId43" Type="http://schemas.openxmlformats.org/officeDocument/2006/relationships/slideLayout" Target="../slideLayouts/slideLayout178.xml"/><Relationship Id="rId44" Type="http://schemas.openxmlformats.org/officeDocument/2006/relationships/slideLayout" Target="../slideLayouts/slideLayout179.xml"/><Relationship Id="rId45" Type="http://schemas.openxmlformats.org/officeDocument/2006/relationships/slideLayout" Target="../slideLayouts/slideLayout180.xml"/><Relationship Id="rId46" Type="http://schemas.openxmlformats.org/officeDocument/2006/relationships/slideLayout" Target="../slideLayouts/slideLayout181.xml"/><Relationship Id="rId47" Type="http://schemas.openxmlformats.org/officeDocument/2006/relationships/slideLayout" Target="../slideLayouts/slideLayout182.xml"/><Relationship Id="rId48" Type="http://schemas.openxmlformats.org/officeDocument/2006/relationships/slideLayout" Target="../slideLayouts/slideLayout183.xml"/><Relationship Id="rId49" Type="http://schemas.openxmlformats.org/officeDocument/2006/relationships/slideLayout" Target="../slideLayouts/slideLayout184.xml"/><Relationship Id="rId50" Type="http://schemas.openxmlformats.org/officeDocument/2006/relationships/slideLayout" Target="../slideLayouts/slideLayout185.xml"/><Relationship Id="rId51" Type="http://schemas.openxmlformats.org/officeDocument/2006/relationships/slideLayout" Target="../slideLayouts/slideLayout186.xml"/><Relationship Id="rId52" Type="http://schemas.openxmlformats.org/officeDocument/2006/relationships/slideLayout" Target="../slideLayouts/slideLayout187.xml"/><Relationship Id="rId53" Type="http://schemas.openxmlformats.org/officeDocument/2006/relationships/theme" Target="../theme/theme4.xml"/><Relationship Id="rId54"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8.xml"/><Relationship Id="rId2" Type="http://schemas.openxmlformats.org/officeDocument/2006/relationships/slideLayout" Target="../slideLayouts/slideLayout189.xml"/><Relationship Id="rId3" Type="http://schemas.openxmlformats.org/officeDocument/2006/relationships/slideLayout" Target="../slideLayouts/slideLayout190.xml"/><Relationship Id="rId4" Type="http://schemas.openxmlformats.org/officeDocument/2006/relationships/slideLayout" Target="../slideLayouts/slideLayout191.xml"/><Relationship Id="rId5" Type="http://schemas.openxmlformats.org/officeDocument/2006/relationships/slideLayout" Target="../slideLayouts/slideLayout192.xml"/><Relationship Id="rId6" Type="http://schemas.openxmlformats.org/officeDocument/2006/relationships/slideLayout" Target="../slideLayouts/slideLayout193.xml"/><Relationship Id="rId7" Type="http://schemas.openxmlformats.org/officeDocument/2006/relationships/slideLayout" Target="../slideLayouts/slideLayout194.xml"/><Relationship Id="rId8" Type="http://schemas.openxmlformats.org/officeDocument/2006/relationships/slideLayout" Target="../slideLayouts/slideLayout195.xml"/><Relationship Id="rId9" Type="http://schemas.openxmlformats.org/officeDocument/2006/relationships/slideLayout" Target="../slideLayouts/slideLayout196.xml"/><Relationship Id="rId10" Type="http://schemas.openxmlformats.org/officeDocument/2006/relationships/slideLayout" Target="../slideLayouts/slideLayout197.xml"/><Relationship Id="rId11" Type="http://schemas.openxmlformats.org/officeDocument/2006/relationships/slideLayout" Target="../slideLayouts/slideLayout198.xml"/><Relationship Id="rId12" Type="http://schemas.openxmlformats.org/officeDocument/2006/relationships/slideLayout" Target="../slideLayouts/slideLayout199.xml"/><Relationship Id="rId13" Type="http://schemas.openxmlformats.org/officeDocument/2006/relationships/slideLayout" Target="../slideLayouts/slideLayout200.xml"/><Relationship Id="rId14" Type="http://schemas.openxmlformats.org/officeDocument/2006/relationships/slideLayout" Target="../slideLayouts/slideLayout201.xml"/><Relationship Id="rId15" Type="http://schemas.openxmlformats.org/officeDocument/2006/relationships/slideLayout" Target="../slideLayouts/slideLayout202.xml"/><Relationship Id="rId16" Type="http://schemas.openxmlformats.org/officeDocument/2006/relationships/slideLayout" Target="../slideLayouts/slideLayout203.xml"/><Relationship Id="rId17" Type="http://schemas.openxmlformats.org/officeDocument/2006/relationships/slideLayout" Target="../slideLayouts/slideLayout204.xml"/><Relationship Id="rId18" Type="http://schemas.openxmlformats.org/officeDocument/2006/relationships/slideLayout" Target="../slideLayouts/slideLayout205.xml"/><Relationship Id="rId19" Type="http://schemas.openxmlformats.org/officeDocument/2006/relationships/slideLayout" Target="../slideLayouts/slideLayout206.xml"/><Relationship Id="rId20" Type="http://schemas.openxmlformats.org/officeDocument/2006/relationships/slideLayout" Target="../slideLayouts/slideLayout207.xml"/><Relationship Id="rId21" Type="http://schemas.openxmlformats.org/officeDocument/2006/relationships/slideLayout" Target="../slideLayouts/slideLayout208.xml"/><Relationship Id="rId22" Type="http://schemas.openxmlformats.org/officeDocument/2006/relationships/slideLayout" Target="../slideLayouts/slideLayout209.xml"/><Relationship Id="rId23" Type="http://schemas.openxmlformats.org/officeDocument/2006/relationships/slideLayout" Target="../slideLayouts/slideLayout210.xml"/><Relationship Id="rId24" Type="http://schemas.openxmlformats.org/officeDocument/2006/relationships/slideLayout" Target="../slideLayouts/slideLayout211.xml"/><Relationship Id="rId25" Type="http://schemas.openxmlformats.org/officeDocument/2006/relationships/slideLayout" Target="../slideLayouts/slideLayout212.xml"/><Relationship Id="rId26" Type="http://schemas.openxmlformats.org/officeDocument/2006/relationships/slideLayout" Target="../slideLayouts/slideLayout213.xml"/><Relationship Id="rId27" Type="http://schemas.openxmlformats.org/officeDocument/2006/relationships/slideLayout" Target="../slideLayouts/slideLayout214.xml"/><Relationship Id="rId28" Type="http://schemas.openxmlformats.org/officeDocument/2006/relationships/slideLayout" Target="../slideLayouts/slideLayout215.xml"/><Relationship Id="rId29" Type="http://schemas.openxmlformats.org/officeDocument/2006/relationships/slideLayout" Target="../slideLayouts/slideLayout216.xml"/><Relationship Id="rId30" Type="http://schemas.openxmlformats.org/officeDocument/2006/relationships/slideLayout" Target="../slideLayouts/slideLayout217.xml"/><Relationship Id="rId31" Type="http://schemas.openxmlformats.org/officeDocument/2006/relationships/slideLayout" Target="../slideLayouts/slideLayout218.xml"/><Relationship Id="rId32" Type="http://schemas.openxmlformats.org/officeDocument/2006/relationships/slideLayout" Target="../slideLayouts/slideLayout219.xml"/><Relationship Id="rId33" Type="http://schemas.openxmlformats.org/officeDocument/2006/relationships/slideLayout" Target="../slideLayouts/slideLayout220.xml"/><Relationship Id="rId34" Type="http://schemas.openxmlformats.org/officeDocument/2006/relationships/slideLayout" Target="../slideLayouts/slideLayout221.xml"/><Relationship Id="rId35" Type="http://schemas.openxmlformats.org/officeDocument/2006/relationships/slideLayout" Target="../slideLayouts/slideLayout222.xml"/><Relationship Id="rId36" Type="http://schemas.openxmlformats.org/officeDocument/2006/relationships/slideLayout" Target="../slideLayouts/slideLayout223.xml"/><Relationship Id="rId37" Type="http://schemas.openxmlformats.org/officeDocument/2006/relationships/slideLayout" Target="../slideLayouts/slideLayout224.xml"/><Relationship Id="rId38" Type="http://schemas.openxmlformats.org/officeDocument/2006/relationships/slideLayout" Target="../slideLayouts/slideLayout225.xml"/><Relationship Id="rId39" Type="http://schemas.openxmlformats.org/officeDocument/2006/relationships/slideLayout" Target="../slideLayouts/slideLayout226.xml"/><Relationship Id="rId40" Type="http://schemas.openxmlformats.org/officeDocument/2006/relationships/slideLayout" Target="../slideLayouts/slideLayout227.xml"/><Relationship Id="rId41" Type="http://schemas.openxmlformats.org/officeDocument/2006/relationships/slideLayout" Target="../slideLayouts/slideLayout228.xml"/><Relationship Id="rId42" Type="http://schemas.openxmlformats.org/officeDocument/2006/relationships/slideLayout" Target="../slideLayouts/slideLayout229.xml"/><Relationship Id="rId43" Type="http://schemas.openxmlformats.org/officeDocument/2006/relationships/slideLayout" Target="../slideLayouts/slideLayout230.xml"/><Relationship Id="rId4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slideLayout" Target="../slideLayouts/slideLayout232.xml"/><Relationship Id="rId3" Type="http://schemas.openxmlformats.org/officeDocument/2006/relationships/slideLayout" Target="../slideLayouts/slideLayout233.xml"/><Relationship Id="rId4" Type="http://schemas.openxmlformats.org/officeDocument/2006/relationships/slideLayout" Target="../slideLayouts/slideLayout234.xml"/><Relationship Id="rId5" Type="http://schemas.openxmlformats.org/officeDocument/2006/relationships/slideLayout" Target="../slideLayouts/slideLayout235.xml"/><Relationship Id="rId6" Type="http://schemas.openxmlformats.org/officeDocument/2006/relationships/slideLayout" Target="../slideLayouts/slideLayout236.xml"/><Relationship Id="rId7" Type="http://schemas.openxmlformats.org/officeDocument/2006/relationships/slideLayout" Target="../slideLayouts/slideLayout237.xml"/><Relationship Id="rId8" Type="http://schemas.openxmlformats.org/officeDocument/2006/relationships/slideLayout" Target="../slideLayouts/slideLayout238.xml"/><Relationship Id="rId9" Type="http://schemas.openxmlformats.org/officeDocument/2006/relationships/slideLayout" Target="../slideLayouts/slideLayout239.xml"/><Relationship Id="rId10" Type="http://schemas.openxmlformats.org/officeDocument/2006/relationships/slideLayout" Target="../slideLayouts/slideLayout240.xml"/><Relationship Id="rId11" Type="http://schemas.openxmlformats.org/officeDocument/2006/relationships/slideLayout" Target="../slideLayouts/slideLayout241.xml"/><Relationship Id="rId12" Type="http://schemas.openxmlformats.org/officeDocument/2006/relationships/slideLayout" Target="../slideLayouts/slideLayout242.xml"/><Relationship Id="rId13" Type="http://schemas.openxmlformats.org/officeDocument/2006/relationships/slideLayout" Target="../slideLayouts/slideLayout243.xml"/><Relationship Id="rId14" Type="http://schemas.openxmlformats.org/officeDocument/2006/relationships/slideLayout" Target="../slideLayouts/slideLayout244.xml"/><Relationship Id="rId15" Type="http://schemas.openxmlformats.org/officeDocument/2006/relationships/slideLayout" Target="../slideLayouts/slideLayout245.xml"/><Relationship Id="rId16" Type="http://schemas.openxmlformats.org/officeDocument/2006/relationships/slideLayout" Target="../slideLayouts/slideLayout246.xml"/><Relationship Id="rId17" Type="http://schemas.openxmlformats.org/officeDocument/2006/relationships/slideLayout" Target="../slideLayouts/slideLayout247.xml"/><Relationship Id="rId18" Type="http://schemas.openxmlformats.org/officeDocument/2006/relationships/slideLayout" Target="../slideLayouts/slideLayout248.xml"/><Relationship Id="rId19" Type="http://schemas.openxmlformats.org/officeDocument/2006/relationships/slideLayout" Target="../slideLayouts/slideLayout249.xml"/><Relationship Id="rId20" Type="http://schemas.openxmlformats.org/officeDocument/2006/relationships/slideLayout" Target="../slideLayouts/slideLayout250.xml"/><Relationship Id="rId21" Type="http://schemas.openxmlformats.org/officeDocument/2006/relationships/slideLayout" Target="../slideLayouts/slideLayout251.xml"/><Relationship Id="rId22" Type="http://schemas.openxmlformats.org/officeDocument/2006/relationships/slideLayout" Target="../slideLayouts/slideLayout252.xml"/><Relationship Id="rId23" Type="http://schemas.openxmlformats.org/officeDocument/2006/relationships/slideLayout" Target="../slideLayouts/slideLayout253.xml"/><Relationship Id="rId24" Type="http://schemas.openxmlformats.org/officeDocument/2006/relationships/slideLayout" Target="../slideLayouts/slideLayout254.xml"/><Relationship Id="rId25" Type="http://schemas.openxmlformats.org/officeDocument/2006/relationships/slideLayout" Target="../slideLayouts/slideLayout255.xml"/><Relationship Id="rId26" Type="http://schemas.openxmlformats.org/officeDocument/2006/relationships/slideLayout" Target="../slideLayouts/slideLayout256.xml"/><Relationship Id="rId27" Type="http://schemas.openxmlformats.org/officeDocument/2006/relationships/slideLayout" Target="../slideLayouts/slideLayout257.xml"/><Relationship Id="rId28" Type="http://schemas.openxmlformats.org/officeDocument/2006/relationships/slideLayout" Target="../slideLayouts/slideLayout258.xml"/><Relationship Id="rId29" Type="http://schemas.openxmlformats.org/officeDocument/2006/relationships/slideLayout" Target="../slideLayouts/slideLayout259.xml"/><Relationship Id="rId30" Type="http://schemas.openxmlformats.org/officeDocument/2006/relationships/slideLayout" Target="../slideLayouts/slideLayout260.xml"/><Relationship Id="rId31" Type="http://schemas.openxmlformats.org/officeDocument/2006/relationships/slideLayout" Target="../slideLayouts/slideLayout261.xml"/><Relationship Id="rId32" Type="http://schemas.openxmlformats.org/officeDocument/2006/relationships/slideLayout" Target="../slideLayouts/slideLayout262.xml"/><Relationship Id="rId33" Type="http://schemas.openxmlformats.org/officeDocument/2006/relationships/slideLayout" Target="../slideLayouts/slideLayout263.xml"/><Relationship Id="rId34" Type="http://schemas.openxmlformats.org/officeDocument/2006/relationships/slideLayout" Target="../slideLayouts/slideLayout264.xml"/><Relationship Id="rId35" Type="http://schemas.openxmlformats.org/officeDocument/2006/relationships/slideLayout" Target="../slideLayouts/slideLayout265.xml"/><Relationship Id="rId36" Type="http://schemas.openxmlformats.org/officeDocument/2006/relationships/slideLayout" Target="../slideLayouts/slideLayout266.xml"/><Relationship Id="rId37" Type="http://schemas.openxmlformats.org/officeDocument/2006/relationships/slideLayout" Target="../slideLayouts/slideLayout267.xml"/><Relationship Id="rId38" Type="http://schemas.openxmlformats.org/officeDocument/2006/relationships/slideLayout" Target="../slideLayouts/slideLayout268.xml"/><Relationship Id="rId39" Type="http://schemas.openxmlformats.org/officeDocument/2006/relationships/slideLayout" Target="../slideLayouts/slideLayout269.xml"/><Relationship Id="rId40" Type="http://schemas.openxmlformats.org/officeDocument/2006/relationships/slideLayout" Target="../slideLayouts/slideLayout270.xml"/><Relationship Id="rId41" Type="http://schemas.openxmlformats.org/officeDocument/2006/relationships/slideLayout" Target="../slideLayouts/slideLayout271.xml"/><Relationship Id="rId42" Type="http://schemas.openxmlformats.org/officeDocument/2006/relationships/slideLayout" Target="../slideLayouts/slideLayout272.xml"/><Relationship Id="rId43" Type="http://schemas.openxmlformats.org/officeDocument/2006/relationships/slideLayout" Target="../slideLayouts/slideLayout273.xml"/><Relationship Id="rId44" Type="http://schemas.openxmlformats.org/officeDocument/2006/relationships/slideLayout" Target="../slideLayouts/slideLayout274.xml"/><Relationship Id="rId45" Type="http://schemas.openxmlformats.org/officeDocument/2006/relationships/slideLayout" Target="../slideLayouts/slideLayout275.xml"/><Relationship Id="rId46" Type="http://schemas.openxmlformats.org/officeDocument/2006/relationships/slideLayout" Target="../slideLayouts/slideLayout276.xml"/><Relationship Id="rId47" Type="http://schemas.openxmlformats.org/officeDocument/2006/relationships/slideLayout" Target="../slideLayouts/slideLayout277.xml"/><Relationship Id="rId48" Type="http://schemas.openxmlformats.org/officeDocument/2006/relationships/slideLayout" Target="../slideLayouts/slideLayout278.xml"/><Relationship Id="rId49" Type="http://schemas.openxmlformats.org/officeDocument/2006/relationships/slideLayout" Target="../slideLayouts/slideLayout279.xml"/><Relationship Id="rId50" Type="http://schemas.openxmlformats.org/officeDocument/2006/relationships/slideLayout" Target="../slideLayouts/slideLayout280.xml"/><Relationship Id="rId51" Type="http://schemas.openxmlformats.org/officeDocument/2006/relationships/slideLayout" Target="../slideLayouts/slideLayout281.xml"/><Relationship Id="rId52" Type="http://schemas.openxmlformats.org/officeDocument/2006/relationships/theme" Target="../theme/theme6.xml"/><Relationship Id="rId53" Type="http://schemas.openxmlformats.org/officeDocument/2006/relationships/image" Target="../media/image29.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82.xml"/><Relationship Id="rId2" Type="http://schemas.openxmlformats.org/officeDocument/2006/relationships/slideLayout" Target="../slideLayouts/slideLayout283.xml"/><Relationship Id="rId3" Type="http://schemas.openxmlformats.org/officeDocument/2006/relationships/slideLayout" Target="../slideLayouts/slideLayout284.xml"/><Relationship Id="rId4" Type="http://schemas.openxmlformats.org/officeDocument/2006/relationships/slideLayout" Target="../slideLayouts/slideLayout285.xml"/><Relationship Id="rId5" Type="http://schemas.openxmlformats.org/officeDocument/2006/relationships/slideLayout" Target="../slideLayouts/slideLayout286.xml"/><Relationship Id="rId6" Type="http://schemas.openxmlformats.org/officeDocument/2006/relationships/slideLayout" Target="../slideLayouts/slideLayout287.xml"/><Relationship Id="rId7" Type="http://schemas.openxmlformats.org/officeDocument/2006/relationships/slideLayout" Target="../slideLayouts/slideLayout288.xml"/><Relationship Id="rId8" Type="http://schemas.openxmlformats.org/officeDocument/2006/relationships/slideLayout" Target="../slideLayouts/slideLayout289.xml"/><Relationship Id="rId9" Type="http://schemas.openxmlformats.org/officeDocument/2006/relationships/slideLayout" Target="../slideLayouts/slideLayout290.xml"/><Relationship Id="rId10" Type="http://schemas.openxmlformats.org/officeDocument/2006/relationships/slideLayout" Target="../slideLayouts/slideLayout291.xml"/><Relationship Id="rId11" Type="http://schemas.openxmlformats.org/officeDocument/2006/relationships/slideLayout" Target="../slideLayouts/slideLayout292.xml"/><Relationship Id="rId12" Type="http://schemas.openxmlformats.org/officeDocument/2006/relationships/slideLayout" Target="../slideLayouts/slideLayout293.xml"/><Relationship Id="rId13" Type="http://schemas.openxmlformats.org/officeDocument/2006/relationships/slideLayout" Target="../slideLayouts/slideLayout294.xml"/><Relationship Id="rId14" Type="http://schemas.openxmlformats.org/officeDocument/2006/relationships/slideLayout" Target="../slideLayouts/slideLayout295.xml"/><Relationship Id="rId15" Type="http://schemas.openxmlformats.org/officeDocument/2006/relationships/slideLayout" Target="../slideLayouts/slideLayout296.xml"/><Relationship Id="rId16" Type="http://schemas.openxmlformats.org/officeDocument/2006/relationships/slideLayout" Target="../slideLayouts/slideLayout297.xml"/><Relationship Id="rId17" Type="http://schemas.openxmlformats.org/officeDocument/2006/relationships/slideLayout" Target="../slideLayouts/slideLayout298.xml"/><Relationship Id="rId18" Type="http://schemas.openxmlformats.org/officeDocument/2006/relationships/slideLayout" Target="../slideLayouts/slideLayout299.xml"/><Relationship Id="rId19" Type="http://schemas.openxmlformats.org/officeDocument/2006/relationships/slideLayout" Target="../slideLayouts/slideLayout300.xml"/><Relationship Id="rId20" Type="http://schemas.openxmlformats.org/officeDocument/2006/relationships/slideLayout" Target="../slideLayouts/slideLayout301.xml"/><Relationship Id="rId21" Type="http://schemas.openxmlformats.org/officeDocument/2006/relationships/slideLayout" Target="../slideLayouts/slideLayout302.xml"/><Relationship Id="rId22" Type="http://schemas.openxmlformats.org/officeDocument/2006/relationships/slideLayout" Target="../slideLayouts/slideLayout303.xml"/><Relationship Id="rId23" Type="http://schemas.openxmlformats.org/officeDocument/2006/relationships/slideLayout" Target="../slideLayouts/slideLayout304.xml"/><Relationship Id="rId24" Type="http://schemas.openxmlformats.org/officeDocument/2006/relationships/slideLayout" Target="../slideLayouts/slideLayout305.xml"/><Relationship Id="rId25" Type="http://schemas.openxmlformats.org/officeDocument/2006/relationships/slideLayout" Target="../slideLayouts/slideLayout306.xml"/><Relationship Id="rId26" Type="http://schemas.openxmlformats.org/officeDocument/2006/relationships/slideLayout" Target="../slideLayouts/slideLayout307.xml"/><Relationship Id="rId27" Type="http://schemas.openxmlformats.org/officeDocument/2006/relationships/slideLayout" Target="../slideLayouts/slideLayout308.xml"/><Relationship Id="rId28" Type="http://schemas.openxmlformats.org/officeDocument/2006/relationships/slideLayout" Target="../slideLayouts/slideLayout309.xml"/><Relationship Id="rId29" Type="http://schemas.openxmlformats.org/officeDocument/2006/relationships/slideLayout" Target="../slideLayouts/slideLayout310.xml"/><Relationship Id="rId30" Type="http://schemas.openxmlformats.org/officeDocument/2006/relationships/slideLayout" Target="../slideLayouts/slideLayout311.xml"/><Relationship Id="rId31" Type="http://schemas.openxmlformats.org/officeDocument/2006/relationships/slideLayout" Target="../slideLayouts/slideLayout312.xml"/><Relationship Id="rId3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660727358"/>
      </p:ext>
    </p:extLst>
  </p:cSld>
  <p:clrMap bg1="dk1" tx1="lt1" bg2="dk2" tx2="lt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1" r:id="rId12"/>
    <p:sldLayoutId id="2147484112" r:id="rId13"/>
    <p:sldLayoutId id="2147484113"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 id="2147484122" r:id="rId23"/>
    <p:sldLayoutId id="2147484123" r:id="rId24"/>
    <p:sldLayoutId id="2147484124" r:id="rId25"/>
    <p:sldLayoutId id="2147484125" r:id="rId26"/>
    <p:sldLayoutId id="2147484126" r:id="rId27"/>
    <p:sldLayoutId id="2147484127" r:id="rId28"/>
    <p:sldLayoutId id="2147484128" r:id="rId29"/>
    <p:sldLayoutId id="2147484129" r:id="rId30"/>
    <p:sldLayoutId id="2147484130" r:id="rId31"/>
    <p:sldLayoutId id="2147484131" r:id="rId32"/>
    <p:sldLayoutId id="2147484132" r:id="rId33"/>
    <p:sldLayoutId id="2147484133" r:id="rId34"/>
    <p:sldLayoutId id="2147484134" r:id="rId35"/>
    <p:sldLayoutId id="2147484135" r:id="rId36"/>
    <p:sldLayoutId id="2147484136" r:id="rId37"/>
    <p:sldLayoutId id="2147484137" r:id="rId38"/>
    <p:sldLayoutId id="2147484138" r:id="rId39"/>
    <p:sldLayoutId id="2147484139" r:id="rId40"/>
    <p:sldLayoutId id="2147484140" r:id="rId41"/>
    <p:sldLayoutId id="2147484141" r:id="rId42"/>
    <p:sldLayoutId id="2147484142" r:id="rId43"/>
    <p:sldLayoutId id="2147484143" r:id="rId44"/>
    <p:sldLayoutId id="2147484144" r:id="rId45"/>
    <p:sldLayoutId id="2147484145" r:id="rId46"/>
    <p:sldLayoutId id="2147484146" r:id="rId47"/>
    <p:sldLayoutId id="2147484147" r:id="rId48"/>
    <p:sldLayoutId id="2147484148" r:id="rId49"/>
    <p:sldLayoutId id="2147484150" r:id="rId50"/>
    <p:sldLayoutId id="2147484205" r:id="rId51"/>
    <p:sldLayoutId id="2147484358" r:id="rId52"/>
    <p:sldLayoutId id="2147484359" r:id="rId53"/>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75">
          <p15:clr>
            <a:srgbClr val="C35EA4"/>
          </p15:clr>
        </p15:guide>
        <p15:guide id="17" pos="7460">
          <p15:clr>
            <a:srgbClr val="C35EA4"/>
          </p15:clr>
        </p15:guide>
        <p15:guide id="25" orient="horz" pos="376">
          <p15:clr>
            <a:srgbClr val="C35EA4"/>
          </p15:clr>
        </p15:guide>
        <p15:guide id="26" orient="horz" pos="4028">
          <p15:clr>
            <a:srgbClr val="C35EA4"/>
          </p15:clr>
        </p15:guide>
        <p15:guide id="27" orient="horz" pos="188">
          <p15:clr>
            <a:srgbClr val="A4A3A4"/>
          </p15:clr>
        </p15:guide>
        <p15:guide id="28" pos="189">
          <p15:clr>
            <a:srgbClr val="A4A3A4"/>
          </p15:clr>
        </p15:guide>
        <p15:guide id="29" orient="horz" pos="4217">
          <p15:clr>
            <a:srgbClr val="A4A3A4"/>
          </p15:clr>
        </p15:guide>
        <p15:guide id="30" pos="7645">
          <p15:clr>
            <a:srgbClr val="A4A3A4"/>
          </p15:clr>
        </p15:guide>
        <p15:guide id="31" orient="horz" pos="40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410134350"/>
      </p:ext>
    </p:extLst>
  </p:cSld>
  <p:clrMap bg1="dk1" tx1="lt1" bg2="dk2" tx2="lt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 id="2147484164" r:id="rId13"/>
    <p:sldLayoutId id="2147484165" r:id="rId14"/>
    <p:sldLayoutId id="2147484166" r:id="rId15"/>
    <p:sldLayoutId id="2147484167" r:id="rId16"/>
    <p:sldLayoutId id="2147484168" r:id="rId17"/>
    <p:sldLayoutId id="2147484169" r:id="rId18"/>
    <p:sldLayoutId id="2147484170" r:id="rId19"/>
    <p:sldLayoutId id="2147484171" r:id="rId20"/>
    <p:sldLayoutId id="2147484172" r:id="rId21"/>
    <p:sldLayoutId id="2147484173" r:id="rId22"/>
    <p:sldLayoutId id="2147484174" r:id="rId23"/>
    <p:sldLayoutId id="2147484175" r:id="rId24"/>
    <p:sldLayoutId id="2147484176" r:id="rId25"/>
    <p:sldLayoutId id="2147484177" r:id="rId26"/>
    <p:sldLayoutId id="2147484178" r:id="rId27"/>
    <p:sldLayoutId id="2147484179" r:id="rId28"/>
    <p:sldLayoutId id="2147484180" r:id="rId29"/>
    <p:sldLayoutId id="2147484181" r:id="rId30"/>
    <p:sldLayoutId id="2147484182" r:id="rId31"/>
    <p:sldLayoutId id="2147484183" r:id="rId32"/>
    <p:sldLayoutId id="2147484184" r:id="rId33"/>
    <p:sldLayoutId id="2147484185" r:id="rId34"/>
    <p:sldLayoutId id="2147484186" r:id="rId35"/>
    <p:sldLayoutId id="2147484187" r:id="rId36"/>
    <p:sldLayoutId id="2147484188" r:id="rId37"/>
    <p:sldLayoutId id="2147484189" r:id="rId38"/>
    <p:sldLayoutId id="2147484190" r:id="rId39"/>
    <p:sldLayoutId id="2147484191" r:id="rId40"/>
    <p:sldLayoutId id="2147484192" r:id="rId41"/>
    <p:sldLayoutId id="2147484193" r:id="rId42"/>
    <p:sldLayoutId id="2147484194" r:id="rId43"/>
    <p:sldLayoutId id="2147484195" r:id="rId44"/>
    <p:sldLayoutId id="2147484196" r:id="rId45"/>
    <p:sldLayoutId id="2147484197" r:id="rId46"/>
    <p:sldLayoutId id="2147484198" r:id="rId47"/>
    <p:sldLayoutId id="2147484199" r:id="rId48"/>
    <p:sldLayoutId id="2147484200" r:id="rId49"/>
    <p:sldLayoutId id="2147484201" r:id="rId50"/>
    <p:sldLayoutId id="2147484202" r:id="rId51"/>
    <p:sldLayoutId id="2147484357"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17094180"/>
      </p:ext>
    </p:extLst>
  </p:cSld>
  <p:clrMap bg1="dk1" tx1="lt1" bg2="dk2" tx2="lt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 id="2147484224" r:id="rId18"/>
    <p:sldLayoutId id="2147484225" r:id="rId19"/>
    <p:sldLayoutId id="2147484226" r:id="rId20"/>
    <p:sldLayoutId id="2147484227" r:id="rId21"/>
    <p:sldLayoutId id="2147484228" r:id="rId22"/>
    <p:sldLayoutId id="2147484229" r:id="rId23"/>
    <p:sldLayoutId id="2147484230" r:id="rId24"/>
    <p:sldLayoutId id="2147484231" r:id="rId25"/>
    <p:sldLayoutId id="2147484232" r:id="rId26"/>
    <p:sldLayoutId id="2147484233" r:id="rId27"/>
    <p:sldLayoutId id="2147484234" r:id="rId28"/>
    <p:sldLayoutId id="2147484235" r:id="rId29"/>
    <p:sldLayoutId id="2147484236" r:id="rId30"/>
    <p:sldLayoutId id="2147484237" r:id="rId31"/>
    <p:sldLayoutId id="2147484238" r:id="rId32"/>
    <p:sldLayoutId id="2147484239" r:id="rId33"/>
    <p:sldLayoutId id="2147484240" r:id="rId34"/>
    <p:sldLayoutId id="2147484241" r:id="rId35"/>
    <p:sldLayoutId id="2147484242" r:id="rId36"/>
    <p:sldLayoutId id="2147484243" r:id="rId37"/>
    <p:sldLayoutId id="2147484244" r:id="rId38"/>
    <p:sldLayoutId id="2147484245" r:id="rId39"/>
    <p:sldLayoutId id="2147484246" r:id="rId40"/>
    <p:sldLayoutId id="2147484247" r:id="rId41"/>
    <p:sldLayoutId id="2147484248" r:id="rId42"/>
    <p:sldLayoutId id="2147484249" r:id="rId43"/>
    <p:sldLayoutId id="2147484250" r:id="rId44"/>
    <p:sldLayoutId id="2147484251" r:id="rId45"/>
    <p:sldLayoutId id="2147484252" r:id="rId46"/>
    <p:sldLayoutId id="2147484253" r:id="rId47"/>
    <p:sldLayoutId id="2147484254" r:id="rId48"/>
    <p:sldLayoutId id="2147484255" r:id="rId49"/>
    <p:sldLayoutId id="2147484256" r:id="rId50"/>
    <p:sldLayoutId id="2147484257" r:id="rId51"/>
    <p:sldLayoutId id="2147484258"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0" name="Text Placeholder 3">
            <a:extLst>
              <a:ext uri="{FF2B5EF4-FFF2-40B4-BE49-F238E27FC236}">
                <a16:creationId xmlns:a16="http://schemas.microsoft.com/office/drawing/2014/main" id="{82F42317-AD13-1C64-2F94-CC80297B169C}"/>
              </a:ext>
            </a:extLst>
          </p:cNvPr>
          <p:cNvSpPr>
            <a:spLocks noGrp="1"/>
          </p:cNvSpPr>
          <p:nvPr>
            <p:ph type="body" idx="1"/>
          </p:nvPr>
        </p:nvSpPr>
        <p:spPr>
          <a:xfrm>
            <a:off x="584200" y="1435503"/>
            <a:ext cx="11018520" cy="140038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1" name="GRID" hidden="1">
            <a:extLst>
              <a:ext uri="{FF2B5EF4-FFF2-40B4-BE49-F238E27FC236}">
                <a16:creationId xmlns:a16="http://schemas.microsoft.com/office/drawing/2014/main" id="{34E461C4-0667-0C35-3228-98017FD82325}"/>
              </a:ext>
            </a:extLst>
          </p:cNvPr>
          <p:cNvGrpSpPr/>
          <p:nvPr userDrawn="1"/>
        </p:nvGrpSpPr>
        <p:grpSpPr>
          <a:xfrm>
            <a:off x="0" y="0"/>
            <a:ext cx="12192000" cy="6858000"/>
            <a:chOff x="0" y="0"/>
            <a:chExt cx="12192000" cy="6858000"/>
          </a:xfrm>
        </p:grpSpPr>
        <p:cxnSp>
          <p:nvCxnSpPr>
            <p:cNvPr id="52" name="Straight Connector 51">
              <a:extLst>
                <a:ext uri="{FF2B5EF4-FFF2-40B4-BE49-F238E27FC236}">
                  <a16:creationId xmlns:a16="http://schemas.microsoft.com/office/drawing/2014/main" id="{BADC934D-23F7-24DF-DA08-BEED8647C31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B651D8E-25A1-B58B-9598-5A8422966065}"/>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B07EE53-9283-9473-8207-DF782B094AC4}"/>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C5D870-4275-37F9-5E2F-AC6CB02AD5CE}"/>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2226E0C-79A0-F1D6-6F7F-BF9171D12ACD}"/>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F51624-73F7-B41C-75D1-49A2FE0B09D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5FD0EA-DCAF-9FEA-94B4-AD26C40410F7}"/>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CCEA043-FEA7-153C-1EE1-84DA54FC45CC}"/>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F48A40E-B71A-D448-08EB-8A94C01AC2D8}"/>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2DA704C-4918-7420-5D28-C99391980175}"/>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40B726C-16E4-7DE7-05E4-A46BF293565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72B0F9E-1234-CD25-3FA7-773FFE9B718E}"/>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91C184D-2B61-C803-B22F-114E3FD8117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4C9E8B1-31B4-CFE5-EAF7-C12F90583EF6}"/>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176893B-08AD-FD98-2169-1961BD17DFA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1AFBFDD-BEAD-44DE-9095-21C0402B430E}"/>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1D5E0BA-151A-147B-7A08-DE99D1B25713}"/>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3295D0-69FC-C8EB-0CAE-3696160B889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2B4FD60-EADD-5FED-F719-F17301CB128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2AB595E-B74B-CB33-2F53-2BEEF67E6A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0714933-FDFB-B2A2-07E5-4ACFE0E56D97}"/>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10ABBA-69D6-1325-CA6D-5DF00A4985FA}"/>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F05DFB8-8E12-10A9-7FBB-8444BB36488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096A70B-C0BA-DCFF-8B1A-FE9957587B5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6D9D50-AEE9-0173-9EBD-26D63D6AA106}"/>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792BC17-F8B1-F663-5537-67FB640A1CAC}"/>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1FB88C8-B103-6711-56E8-BEF86644781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08A7A5-CFE8-1E97-E179-6C1C6ACCD40B}"/>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C6ED779-2104-E72D-1B39-90FC1189FF8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15A26F0-D4F9-1FF2-6A81-073ED526CE78}"/>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541F0A8-B2FD-1DCA-EA4F-3170BA770A83}"/>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1FEC50-7C2D-21B2-2778-4F80B684835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C906BB8-2690-3905-35DE-BB2E3AEF604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C2B3ED0-49E0-09A2-8C2D-8B4E525A91DB}"/>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6" name=".64 square" hidden="1">
            <a:extLst>
              <a:ext uri="{FF2B5EF4-FFF2-40B4-BE49-F238E27FC236}">
                <a16:creationId xmlns:a16="http://schemas.microsoft.com/office/drawing/2014/main" id="{66650E58-D3B3-4B0D-DCB9-EB501F0DFB1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87" name=".32 square" hidden="1">
            <a:extLst>
              <a:ext uri="{FF2B5EF4-FFF2-40B4-BE49-F238E27FC236}">
                <a16:creationId xmlns:a16="http://schemas.microsoft.com/office/drawing/2014/main" id="{3A24154E-FD9E-71DE-640D-BF95D5440D8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9E292CDA-3036-7D1C-B851-7A5EB15FA1C0}"/>
              </a:ext>
            </a:extLst>
          </p:cNvPr>
          <p:cNvSpPr>
            <a:spLocks noGrp="1"/>
          </p:cNvSpPr>
          <p:nvPr>
            <p:ph type="ftr" sz="quarter" idx="3"/>
          </p:nvPr>
        </p:nvSpPr>
        <p:spPr>
          <a:xfrm>
            <a:off x="584200" y="6477356"/>
            <a:ext cx="4114800" cy="123111"/>
          </a:xfrm>
          <a:prstGeom prst="rect">
            <a:avLst/>
          </a:prstGeom>
        </p:spPr>
        <p:txBody>
          <a:bodyPr vert="horz" lIns="0" tIns="0" rIns="0" bIns="0" rtlCol="0" anchor="ctr">
            <a:spAutoFit/>
          </a:bodyPr>
          <a:lstStyle>
            <a:lvl1pPr algn="l">
              <a:defRPr sz="800" b="1" i="0">
                <a:solidFill>
                  <a:schemeClr val="tx1"/>
                </a:solidFill>
                <a:latin typeface="Segoe UI Variable Display" pitchFamily="2" charset="0"/>
              </a:defRPr>
            </a:lvl1pPr>
          </a:lstStyle>
          <a:p>
            <a:r>
              <a:rPr lang="en-US"/>
              <a:t>Microsoft Confidential</a:t>
            </a:r>
          </a:p>
        </p:txBody>
      </p:sp>
      <p:sp>
        <p:nvSpPr>
          <p:cNvPr id="6" name="Slide Number Placeholder 5">
            <a:extLst>
              <a:ext uri="{FF2B5EF4-FFF2-40B4-BE49-F238E27FC236}">
                <a16:creationId xmlns:a16="http://schemas.microsoft.com/office/drawing/2014/main" id="{5D5F60D1-9CD4-1377-F479-CA37B83380D2}"/>
              </a:ext>
            </a:extLst>
          </p:cNvPr>
          <p:cNvSpPr>
            <a:spLocks noGrp="1"/>
          </p:cNvSpPr>
          <p:nvPr>
            <p:ph type="sldNum" sz="quarter" idx="4"/>
          </p:nvPr>
        </p:nvSpPr>
        <p:spPr>
          <a:xfrm>
            <a:off x="8866633" y="6477356"/>
            <a:ext cx="2743200" cy="123111"/>
          </a:xfrm>
          <a:prstGeom prst="rect">
            <a:avLst/>
          </a:prstGeom>
        </p:spPr>
        <p:txBody>
          <a:bodyPr vert="horz" lIns="0" tIns="0" rIns="0" bIns="0" rtlCol="0" anchor="ctr">
            <a:spAutoFit/>
          </a:bodyPr>
          <a:lstStyle>
            <a:lvl1pPr algn="r">
              <a:defRPr sz="800"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8" name="TextBox 7">
            <a:extLst>
              <a:ext uri="{FF2B5EF4-FFF2-40B4-BE49-F238E27FC236}">
                <a16:creationId xmlns:a16="http://schemas.microsoft.com/office/drawing/2014/main" id="{20C2E1FE-B73F-A334-ACA1-CB65455C63F1}"/>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147481071"/>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266"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Lst>
  <p:transition>
    <p:fade/>
  </p:transition>
  <p:hf hdr="0" dt="0"/>
  <p:txStyles>
    <p:titleStyle>
      <a:lvl1pPr algn="l" defTabSz="932742" rtl="0" eaLnBrk="1" latinLnBrk="0" hangingPunct="1">
        <a:lnSpc>
          <a:spcPct val="100000"/>
        </a:lnSpc>
        <a:spcBef>
          <a:spcPct val="0"/>
        </a:spcBef>
        <a:buNone/>
        <a:defRPr lang="en-US" sz="3600" b="1" i="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UI Variable Display Semibold"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UI Variable Display" pitchFamily="2"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UI Variable Display" pitchFamily="2"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UI Variable Display" pitchFamily="2"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UI Variable Display" pitchFamily="2"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368">
          <p15:clr>
            <a:srgbClr val="C35EA4"/>
          </p15:clr>
        </p15:guide>
        <p15:guide id="32" pos="7313">
          <p15:clr>
            <a:srgbClr val="C35EA4"/>
          </p15:clr>
        </p15:guide>
        <p15:guide id="33" orient="horz" pos="369">
          <p15:clr>
            <a:srgbClr val="C35EA4"/>
          </p15:clr>
        </p15:guide>
        <p15:guide id="34" orient="horz" pos="3949">
          <p15:clr>
            <a:srgbClr val="C35EA4"/>
          </p15:clr>
        </p15:guide>
        <p15:guide id="35" orient="horz" pos="184">
          <p15:clr>
            <a:srgbClr val="A4A3A4"/>
          </p15:clr>
        </p15:guide>
        <p15:guide id="36" pos="185">
          <p15:clr>
            <a:srgbClr val="A4A3A4"/>
          </p15:clr>
        </p15:guide>
        <p15:guide id="37" orient="horz" pos="4135">
          <p15:clr>
            <a:srgbClr val="A4A3A4"/>
          </p15:clr>
        </p15:guide>
        <p15:guide id="38"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303908595"/>
      </p:ext>
    </p:extLst>
  </p:cSld>
  <p:clrMap bg1="dk1" tx1="lt1" bg2="dk2" tx2="lt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5" r:id="rId21"/>
    <p:sldLayoutId id="2147484326" r:id="rId22"/>
    <p:sldLayoutId id="2147484327" r:id="rId23"/>
    <p:sldLayoutId id="2147484328" r:id="rId24"/>
    <p:sldLayoutId id="2147484329" r:id="rId25"/>
    <p:sldLayoutId id="2147484330" r:id="rId26"/>
    <p:sldLayoutId id="2147484331" r:id="rId27"/>
    <p:sldLayoutId id="2147484332" r:id="rId28"/>
    <p:sldLayoutId id="2147484333" r:id="rId29"/>
    <p:sldLayoutId id="2147484334" r:id="rId30"/>
    <p:sldLayoutId id="2147484335" r:id="rId31"/>
    <p:sldLayoutId id="2147484336" r:id="rId32"/>
    <p:sldLayoutId id="2147484337" r:id="rId33"/>
    <p:sldLayoutId id="2147484338" r:id="rId34"/>
    <p:sldLayoutId id="2147484339" r:id="rId35"/>
    <p:sldLayoutId id="2147484340" r:id="rId36"/>
    <p:sldLayoutId id="2147484341" r:id="rId37"/>
    <p:sldLayoutId id="2147484342" r:id="rId38"/>
    <p:sldLayoutId id="2147484343" r:id="rId39"/>
    <p:sldLayoutId id="2147484344" r:id="rId40"/>
    <p:sldLayoutId id="2147484345" r:id="rId41"/>
    <p:sldLayoutId id="2147484346" r:id="rId42"/>
    <p:sldLayoutId id="2147484347" r:id="rId43"/>
    <p:sldLayoutId id="2147484348" r:id="rId44"/>
    <p:sldLayoutId id="2147484349" r:id="rId45"/>
    <p:sldLayoutId id="2147484350" r:id="rId46"/>
    <p:sldLayoutId id="2147484351" r:id="rId47"/>
    <p:sldLayoutId id="2147484352" r:id="rId48"/>
    <p:sldLayoutId id="2147484353" r:id="rId49"/>
    <p:sldLayoutId id="2147484354" r:id="rId50"/>
    <p:sldLayoutId id="2147484355"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84152C8B-70F8-8A50-FE91-FB99EB028BA5}"/>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10093423"/>
      </p:ext>
    </p:extLst>
  </p:cSld>
  <p:clrMap bg1="dk1" tx1="lt1" bg2="dk2" tx2="lt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 id="2147484374" r:id="rId12"/>
    <p:sldLayoutId id="2147484375" r:id="rId13"/>
    <p:sldLayoutId id="2147484376" r:id="rId14"/>
    <p:sldLayoutId id="2147484377" r:id="rId15"/>
    <p:sldLayoutId id="2147484378" r:id="rId16"/>
    <p:sldLayoutId id="2147484379" r:id="rId17"/>
    <p:sldLayoutId id="2147484380" r:id="rId18"/>
    <p:sldLayoutId id="2147484381" r:id="rId19"/>
    <p:sldLayoutId id="2147484382" r:id="rId20"/>
    <p:sldLayoutId id="2147484383" r:id="rId21"/>
    <p:sldLayoutId id="2147484384" r:id="rId22"/>
    <p:sldLayoutId id="2147484385" r:id="rId23"/>
    <p:sldLayoutId id="2147484386" r:id="rId24"/>
    <p:sldLayoutId id="2147484387" r:id="rId25"/>
    <p:sldLayoutId id="2147484388" r:id="rId26"/>
    <p:sldLayoutId id="2147484389" r:id="rId27"/>
    <p:sldLayoutId id="2147484390" r:id="rId28"/>
    <p:sldLayoutId id="2147484391" r:id="rId29"/>
    <p:sldLayoutId id="2147484392" r:id="rId30"/>
    <p:sldLayoutId id="2147484393" r:id="rId31"/>
  </p:sldLayoutIdLst>
  <p:transition>
    <p:fade/>
  </p:transition>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1">
              <a:lumMod val="60000"/>
              <a:lumOff val="40000"/>
            </a:schemeClr>
          </a:solidFill>
          <a:latin typeface="+mj-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mn-cs"/>
        </a:defRPr>
      </a:lvl6pPr>
      <a:lvl7pPr marL="0" indent="0" algn="l" defTabSz="932742" rtl="0" eaLnBrk="1" latinLnBrk="0" hangingPunct="1">
        <a:spcBef>
          <a:spcPts val="0"/>
        </a:spcBef>
        <a:spcAft>
          <a:spcPts val="600"/>
        </a:spcAft>
        <a:buFont typeface="Arial" pitchFamily="34" charset="0"/>
        <a:buNone/>
        <a:defRPr sz="1400" kern="1200">
          <a:solidFill>
            <a:schemeClr val="accent1">
              <a:lumMod val="60000"/>
              <a:lumOff val="40000"/>
            </a:schemeClr>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4000" b="1" lang="ko-KR">
                <a:solidFill>
                  <a:srgbClr val="FFFFFF"/>
                </a:solidFill>
                <a:latin typeface="Segoe UI Semibold"/>
                <a:ea typeface="Malgun Gothic"/>
                <a:cs typeface="Segoe UI"/>
              </a:rPr>
              <a:t>.NET 애플리케이션과 Key Vault 연동</a:t>
            </a:r>
          </a:p>
        </p:txBody>
      </p:sp>
      <p:sp>
        <p:nvSpPr>
          <p:cNvPr id="3" name="Text Placeholder 2"/>
          <p:cNvSpPr>
            <a:spLocks noGrp="1"/>
          </p:cNvSpPr>
          <p:nvPr>
            <p:ph type="body" idx="12" sz="quarter"/>
          </p:nvPr>
        </p:nvSpPr>
        <p:spPr>
          <a:xfrm>
            <a:off x="585216" y="3959352"/>
            <a:ext cx="9144000" cy="822960"/>
          </a:xfrm>
        </p:spPr>
        <p:txBody>
          <a:bodyPr wrap="square" lIns="0" rIns="0" tIns="0" bIns="0"/>
          <a:lstStyle/>
          <a:p>
            <a:pPr algn="l">
              <a:lnSpc>
                <a:spcPct val="110000"/>
              </a:lnSpc>
              <a:spcBef>
                <a:spcPts val="0"/>
              </a:spcBef>
              <a:spcAft>
                <a:spcPts val="0"/>
              </a:spcAft>
            </a:pPr>
            <a:r>
              <a:rPr sz="2000" b="0" lang="ko-KR">
                <a:solidFill>
                  <a:srgbClr val="50E6FF"/>
                </a:solidFill>
                <a:latin typeface="Segoe UI"/>
                <a:ea typeface="Malgun Gothic"/>
                <a:cs typeface="Segoe UI"/>
              </a:rPr>
              <a:t>Module 02 · 같은 연결 문자열을 세 가지 방식으로 읽기</a:t>
            </a:r>
          </a:p>
          <a:p>
            <a:pPr>
              <a:spcBef>
                <a:spcPts val="900"/>
              </a:spcBef>
            </a:pPr>
            <a:r>
              <a:rPr sz="1400" b="0" lang="ko-KR">
                <a:solidFill>
                  <a:srgbClr val="FFFFFF"/>
                </a:solidFill>
                <a:latin typeface="Segoe UI"/>
                <a:ea typeface="Malgun Gothic"/>
                <a:cs typeface="Segoe UI"/>
              </a:rPr>
              <a:t>.NET Framework 4.8 Console · .NET 10 ASP.NET Core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이번에는 ‘읽기 가능한 상태’를 앱 코드에 연결합니다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출발점 · Module 01의 SP와 실습 Vault를 그대로 사용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02</a:t>
            </a:r>
          </a:p>
        </p:txBody>
      </p:sp>
      <p:sp>
        <p:nvSpPr>
          <p:cNvPr id="6" name="Rounded Rectangle 5"/>
          <p:cNvSpPr/>
          <p:nvPr/>
        </p:nvSpPr>
        <p:spPr>
          <a:xfrm>
            <a:off x="585216" y="1847088"/>
            <a:ext cx="3511296"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3200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29968"/>
            <a:ext cx="3090672"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입력</a:t>
            </a:r>
          </a:p>
        </p:txBody>
      </p:sp>
      <p:sp>
        <p:nvSpPr>
          <p:cNvPr id="9" name="TextBox 8"/>
          <p:cNvSpPr txBox="1"/>
          <p:nvPr/>
        </p:nvSpPr>
        <p:spPr>
          <a:xfrm>
            <a:off x="795528" y="2596896"/>
            <a:ext cx="3090672" cy="228600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강사 제공 Vault</a:t>
            </a:r>
          </a:p>
          <a:p>
            <a:pPr algn="l">
              <a:lnSpc>
                <a:spcPct val="110000"/>
              </a:lnSpc>
              <a:spcBef>
                <a:spcPts val="0"/>
              </a:spcBef>
              <a:spcAft>
                <a:spcPts val="0"/>
              </a:spcAft>
            </a:pPr>
            <a:r>
              <a:rPr sz="1340" b="0" lang="ko-KR">
                <a:solidFill>
                  <a:srgbClr val="333333"/>
                </a:solidFill>
                <a:latin typeface="Segoe UI"/>
                <a:ea typeface="Malgun Gothic"/>
                <a:cs typeface="Segoe UI"/>
              </a:rPr>
              <a:t>참가자별 읽기 전용 SP</a:t>
            </a:r>
          </a:p>
          <a:p>
            <a:pPr algn="l">
              <a:lnSpc>
                <a:spcPct val="110000"/>
              </a:lnSpc>
              <a:spcBef>
                <a:spcPts val="0"/>
              </a:spcBef>
              <a:spcAft>
                <a:spcPts val="0"/>
              </a:spcAft>
            </a:pPr>
            <a:r>
              <a:rPr sz="1340" b="0" lang="ko-KR">
                <a:solidFill>
                  <a:srgbClr val="333333"/>
                </a:solidFill>
                <a:latin typeface="Segoe UI"/>
                <a:ea typeface="Malgun Gothic"/>
                <a:cs typeface="Segoe UI"/>
              </a:rPr>
              <a:t>교육용 연결 문자열</a:t>
            </a:r>
          </a:p>
        </p:txBody>
      </p:sp>
      <p:sp>
        <p:nvSpPr>
          <p:cNvPr id="10" name="Rounded Rectangle 9"/>
          <p:cNvSpPr/>
          <p:nvPr/>
        </p:nvSpPr>
        <p:spPr>
          <a:xfrm>
            <a:off x="4334256" y="1847088"/>
            <a:ext cx="3511296"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6" y="1847088"/>
            <a:ext cx="50292" cy="3200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29968"/>
            <a:ext cx="3090672"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비교</a:t>
            </a:r>
          </a:p>
        </p:txBody>
      </p:sp>
      <p:sp>
        <p:nvSpPr>
          <p:cNvPr id="13" name="TextBox 12"/>
          <p:cNvSpPr txBox="1"/>
          <p:nvPr/>
        </p:nvSpPr>
        <p:spPr>
          <a:xfrm>
            <a:off x="4544568" y="2596896"/>
            <a:ext cx="3090672" cy="228600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A. IConfiguration</a:t>
            </a:r>
          </a:p>
          <a:p>
            <a:pPr algn="l">
              <a:lnSpc>
                <a:spcPct val="110000"/>
              </a:lnSpc>
              <a:spcBef>
                <a:spcPts val="0"/>
              </a:spcBef>
              <a:spcAft>
                <a:spcPts val="0"/>
              </a:spcAft>
            </a:pPr>
            <a:r>
              <a:rPr sz="1340" b="0" lang="ko-KR">
                <a:solidFill>
                  <a:srgbClr val="333333"/>
                </a:solidFill>
                <a:latin typeface="Segoe UI"/>
                <a:ea typeface="Malgun Gothic"/>
                <a:cs typeface="Segoe UI"/>
              </a:rPr>
              <a:t>B. SecretClient</a:t>
            </a:r>
          </a:p>
          <a:p>
            <a:pPr algn="l">
              <a:lnSpc>
                <a:spcPct val="110000"/>
              </a:lnSpc>
              <a:spcBef>
                <a:spcPts val="0"/>
              </a:spcBef>
              <a:spcAft>
                <a:spcPts val="0"/>
              </a:spcAft>
            </a:pPr>
            <a:r>
              <a:rPr sz="1340" b="0" lang="ko-KR">
                <a:solidFill>
                  <a:srgbClr val="333333"/>
                </a:solidFill>
                <a:latin typeface="Segoe UI"/>
                <a:ea typeface="Malgun Gothic"/>
                <a:cs typeface="Segoe UI"/>
              </a:rPr>
              <a:t>C. 플랫폼 Reference</a:t>
            </a:r>
          </a:p>
        </p:txBody>
      </p:sp>
      <p:sp>
        <p:nvSpPr>
          <p:cNvPr id="14" name="Rounded Rectangle 13"/>
          <p:cNvSpPr/>
          <p:nvPr/>
        </p:nvSpPr>
        <p:spPr>
          <a:xfrm>
            <a:off x="8083296" y="1847088"/>
            <a:ext cx="3520440" cy="3200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847088"/>
            <a:ext cx="50292" cy="3200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29968"/>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판단</a:t>
            </a:r>
          </a:p>
        </p:txBody>
      </p:sp>
      <p:sp>
        <p:nvSpPr>
          <p:cNvPr id="17" name="TextBox 16"/>
          <p:cNvSpPr txBox="1"/>
          <p:nvPr/>
        </p:nvSpPr>
        <p:spPr>
          <a:xfrm>
            <a:off x="8293608" y="2596896"/>
            <a:ext cx="3099816" cy="228600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인증 경로</a:t>
            </a:r>
          </a:p>
          <a:p>
            <a:pPr algn="l">
              <a:lnSpc>
                <a:spcPct val="110000"/>
              </a:lnSpc>
              <a:spcBef>
                <a:spcPts val="0"/>
              </a:spcBef>
              <a:spcAft>
                <a:spcPts val="0"/>
              </a:spcAft>
            </a:pPr>
            <a:r>
              <a:rPr sz="1340" b="0" lang="ko-KR">
                <a:solidFill>
                  <a:srgbClr val="333333"/>
                </a:solidFill>
                <a:latin typeface="Segoe UI"/>
                <a:ea typeface="Malgun Gothic"/>
                <a:cs typeface="Segoe UI"/>
              </a:rPr>
              <a:t>갱신·캐시</a:t>
            </a:r>
          </a:p>
          <a:p>
            <a:pPr algn="l">
              <a:lnSpc>
                <a:spcPct val="110000"/>
              </a:lnSpc>
              <a:spcBef>
                <a:spcPts val="0"/>
              </a:spcBef>
              <a:spcAft>
                <a:spcPts val="0"/>
              </a:spcAft>
            </a:pPr>
            <a:r>
              <a:rPr sz="1340" b="0" lang="ko-KR">
                <a:solidFill>
                  <a:srgbClr val="333333"/>
                </a:solidFill>
                <a:latin typeface="Segoe UI"/>
                <a:ea typeface="Malgun Gothic"/>
                <a:cs typeface="Segoe UI"/>
              </a:rPr>
              <a:t>Latest / Pinned</a:t>
            </a:r>
          </a:p>
          <a:p>
            <a:pPr algn="l">
              <a:lnSpc>
                <a:spcPct val="110000"/>
              </a:lnSpc>
              <a:spcBef>
                <a:spcPts val="0"/>
              </a:spcBef>
              <a:spcAft>
                <a:spcPts val="0"/>
              </a:spcAft>
            </a:pPr>
            <a:r>
              <a:rPr sz="1340" b="0" lang="ko-KR">
                <a:solidFill>
                  <a:srgbClr val="333333"/>
                </a:solidFill>
                <a:latin typeface="Segoe UI"/>
                <a:ea typeface="Malgun Gothic"/>
                <a:cs typeface="Segoe UI"/>
              </a:rPr>
              <a:t>오류 원인</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고객 PC에서 SDK 실습을 진행합니다. 플랫폼 Reference와 Azure 배포는 개념으로만 설명합니다.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앱이 가져오거나, 플랫폼이 전달합니다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1. 큰 그림 · Secret을 앱 설정으로 사용하는 두 경로</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03</a:t>
            </a:r>
          </a:p>
        </p:txBody>
      </p:sp>
      <p:sp>
        <p:nvSpPr>
          <p:cNvPr id="6" name="Rounded Rectangle 5"/>
          <p:cNvSpPr/>
          <p:nvPr/>
        </p:nvSpPr>
        <p:spPr>
          <a:xfrm>
            <a:off x="585216" y="1856231"/>
            <a:ext cx="11018520" cy="144475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084831"/>
            <a:ext cx="1965960" cy="347472"/>
          </a:xfrm>
          <a:prstGeom prst="rect">
            <a:avLst/>
          </a:prstGeom>
          <a:noFill/>
        </p:spPr>
        <p:txBody>
          <a:bodyPr wrap="square" lIns="0" rIns="0" tIns="0" bIns="0">
            <a:spAutoFit/>
          </a:bodyPr>
          <a:lstStyle/>
          <a:p>
            <a:pPr algn="l">
              <a:lnSpc>
                <a:spcPct val="110000"/>
              </a:lnSpc>
              <a:spcBef>
                <a:spcPts val="0"/>
              </a:spcBef>
              <a:spcAft>
                <a:spcPts val="0"/>
              </a:spcAft>
            </a:pPr>
            <a:r>
              <a:rPr sz="1800" b="1" lang="ko-KR">
                <a:solidFill>
                  <a:srgbClr val="0078D4"/>
                </a:solidFill>
                <a:latin typeface="Segoe UI Semibold"/>
                <a:ea typeface="Malgun Gothic"/>
                <a:cs typeface="Segoe UI"/>
              </a:rPr>
              <a:t>앱 측 SDK</a:t>
            </a:r>
          </a:p>
        </p:txBody>
      </p:sp>
      <p:sp>
        <p:nvSpPr>
          <p:cNvPr id="8" name="TextBox 7"/>
          <p:cNvSpPr txBox="1"/>
          <p:nvPr/>
        </p:nvSpPr>
        <p:spPr>
          <a:xfrm>
            <a:off x="2743200" y="2084831"/>
            <a:ext cx="8092440" cy="347472"/>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243A5E"/>
                </a:solidFill>
                <a:latin typeface="Segoe UI Semibold"/>
                <a:ea typeface="Malgun Gothic"/>
                <a:cs typeface="Segoe UI"/>
              </a:rPr>
              <a:t>앱 → Azure.Identity → Configuration / SecretClient → Key Vault</a:t>
            </a:r>
          </a:p>
        </p:txBody>
      </p:sp>
      <p:sp>
        <p:nvSpPr>
          <p:cNvPr id="9" name="TextBox 8"/>
          <p:cNvSpPr txBox="1"/>
          <p:nvPr/>
        </p:nvSpPr>
        <p:spPr>
          <a:xfrm>
            <a:off x="2743200" y="2596896"/>
            <a:ext cx="8092440" cy="320040"/>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333333"/>
                </a:solidFill>
                <a:latin typeface="Segoe UI"/>
                <a:ea typeface="Malgun Gothic"/>
                <a:cs typeface="Segoe UI"/>
              </a:rPr>
              <a:t>앱이 인증·조회·갱신·캐시 정책을 구현합니다.</a:t>
            </a:r>
          </a:p>
        </p:txBody>
      </p:sp>
      <p:sp>
        <p:nvSpPr>
          <p:cNvPr id="10" name="Rounded Rectangle 9"/>
          <p:cNvSpPr/>
          <p:nvPr/>
        </p:nvSpPr>
        <p:spPr>
          <a:xfrm>
            <a:off x="585216" y="3703320"/>
            <a:ext cx="11018520" cy="1444752"/>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931920"/>
            <a:ext cx="1965960" cy="347472"/>
          </a:xfrm>
          <a:prstGeom prst="rect">
            <a:avLst/>
          </a:prstGeom>
          <a:noFill/>
        </p:spPr>
        <p:txBody>
          <a:bodyPr wrap="square" lIns="0" rIns="0" tIns="0" bIns="0">
            <a:spAutoFit/>
          </a:bodyPr>
          <a:lstStyle/>
          <a:p>
            <a:pPr algn="l">
              <a:lnSpc>
                <a:spcPct val="110000"/>
              </a:lnSpc>
              <a:spcBef>
                <a:spcPts val="0"/>
              </a:spcBef>
              <a:spcAft>
                <a:spcPts val="0"/>
              </a:spcAft>
            </a:pPr>
            <a:r>
              <a:rPr sz="1800" b="1" lang="ko-KR">
                <a:solidFill>
                  <a:srgbClr val="008575"/>
                </a:solidFill>
                <a:latin typeface="Segoe UI Semibold"/>
                <a:ea typeface="Malgun Gothic"/>
                <a:cs typeface="Segoe UI"/>
              </a:rPr>
              <a:t>플랫폼 참조</a:t>
            </a:r>
          </a:p>
        </p:txBody>
      </p:sp>
      <p:sp>
        <p:nvSpPr>
          <p:cNvPr id="12" name="TextBox 11"/>
          <p:cNvSpPr txBox="1"/>
          <p:nvPr/>
        </p:nvSpPr>
        <p:spPr>
          <a:xfrm>
            <a:off x="2743200" y="3931920"/>
            <a:ext cx="8092440" cy="347472"/>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243A5E"/>
                </a:solidFill>
                <a:latin typeface="Segoe UI Semibold"/>
                <a:ea typeface="Malgun Gothic"/>
                <a:cs typeface="Segoe UI"/>
              </a:rPr>
              <a:t>호스팅 플랫폼 → Managed Identity → Key Vault → 일반 설정</a:t>
            </a:r>
          </a:p>
        </p:txBody>
      </p:sp>
      <p:sp>
        <p:nvSpPr>
          <p:cNvPr id="13" name="TextBox 12"/>
          <p:cNvSpPr txBox="1"/>
          <p:nvPr/>
        </p:nvSpPr>
        <p:spPr>
          <a:xfrm>
            <a:off x="2743200" y="4443984"/>
            <a:ext cx="8092440" cy="320040"/>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333333"/>
                </a:solidFill>
                <a:latin typeface="Segoe UI"/>
                <a:ea typeface="Malgun Gothic"/>
                <a:cs typeface="Segoe UI"/>
              </a:rPr>
              <a:t>앱은 기존 설정 API를 읽고, 플랫폼이 Secret을 해석합니다.</a:t>
            </a:r>
          </a:p>
        </p:txBody>
      </p:sp>
      <p:sp>
        <p:nvSpPr>
          <p:cNvPr id="14" name="Rectangle 1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일반 앱에는 Secret 읽기만 부여하고, Vault 관리·Secret 변경 권한은 분리합니다.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Managed Identity는 Azure 앱의 인증용 암호를 없앱니다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2.1 인증과 권한 · 신원 활성화와 Vault 권한은 별도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04</a:t>
            </a:r>
          </a:p>
        </p:txBody>
      </p:sp>
      <p:graphicFrame>
        <p:nvGraphicFramePr>
          <p:cNvPr id="6" name="Table 5"/>
          <p:cNvGraphicFramePr>
            <a:graphicFrameLocks noGrp="1"/>
          </p:cNvGraphicFramePr>
          <p:nvPr/>
        </p:nvGraphicFramePr>
        <p:xfrm>
          <a:off x="585216" y="1865376"/>
          <a:ext cx="11018520" cy="3163824"/>
        </p:xfrm>
        <a:graphic>
          <a:graphicData uri="http://schemas.openxmlformats.org/drawingml/2006/table">
            <a:tbl>
              <a:tblPr firstRow="1" bandRow="1">
                <a:tableStyleId>{5C22544A-7EE6-4342-B048-85BDC9FD1C3A}</a:tableStyleId>
              </a:tblPr>
              <a:tblGrid>
                <a:gridCol w="1920240"/>
                <a:gridCol w="4526280"/>
                <a:gridCol w="4572000"/>
              </a:tblGrid>
              <a:tr h="429768">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비교</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시스템 할당</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사용자 할당</a:t>
                      </a:r>
                    </a:p>
                  </a:txBody>
                  <a:tcPr marL="118872" marR="118872" marT="54864" marB="54864">
                    <a:solidFill>
                      <a:srgbClr val="243A5E"/>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수명</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앱 리소스와 함께 생성·삭제</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별도 리소스로 독립 관리</a:t>
                      </a:r>
                    </a:p>
                  </a:txBody>
                  <a:tcPr marL="118872" marR="118872" marT="54864" marB="54864">
                    <a:solidFill>
                      <a:srgbClr val="F2F6FA"/>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연결</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해당 리소스 하나</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여러 리소스에 연결 가능</a:t>
                      </a:r>
                    </a:p>
                  </a:txBody>
                  <a:tcPr marL="118872" marR="118872" marT="54864" marB="54864">
                    <a:solidFill>
                      <a:srgbClr val="FFFFFF"/>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적합</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단일 앱·단순한 수명</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사전 권한 준비·안정된 신원</a:t>
                      </a:r>
                    </a:p>
                  </a:txBody>
                  <a:tcPr marL="118872" marR="118872" marT="54864" marB="54864">
                    <a:solidFill>
                      <a:srgbClr val="F2F6FA"/>
                    </a:solidFill>
                  </a:tcPr>
                </a:tc>
              </a:tr>
              <a:tr h="758952">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주의</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앱 재생성 시 Principal ID 변경 가능</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공유 범위가 넓으면 감사 경계도 확대</a:t>
                      </a:r>
                    </a:p>
                  </a:txBody>
                  <a:tcPr marL="118872" marR="118872" marT="54864" marB="54864">
                    <a:solidFill>
                      <a:srgbClr val="FFFFFF"/>
                    </a:solidFill>
                  </a:tcPr>
                </a:tc>
              </a:tr>
            </a:tbl>
          </a:graphicData>
        </a:graphic>
      </p:graphicFrame>
      <p:sp>
        <p:nvSpPr>
          <p:cNvPr id="7" name="TextBox 6"/>
          <p:cNvSpPr txBox="1"/>
          <p:nvPr/>
        </p:nvSpPr>
        <p:spPr>
          <a:xfrm>
            <a:off x="658368" y="5257800"/>
            <a:ext cx="10716768" cy="356616"/>
          </a:xfrm>
          <a:prstGeom prst="rect">
            <a:avLst/>
          </a:prstGeom>
          <a:noFill/>
        </p:spPr>
        <p:txBody>
          <a:bodyPr wrap="square" lIns="0" rIns="0" tIns="0" bIns="0">
            <a:spAutoFit/>
          </a:bodyPr>
          <a:lstStyle/>
          <a:p>
            <a:pPr algn="l">
              <a:lnSpc>
                <a:spcPct val="110000"/>
              </a:lnSpc>
              <a:spcBef>
                <a:spcPts val="0"/>
              </a:spcBef>
              <a:spcAft>
                <a:spcPts val="0"/>
              </a:spcAft>
            </a:pPr>
            <a:r>
              <a:rPr sz="1800" b="1" lang="ko-KR">
                <a:solidFill>
                  <a:srgbClr val="008575"/>
                </a:solidFill>
                <a:latin typeface="Segoe UI Semibold"/>
                <a:ea typeface="Malgun Gothic"/>
                <a:cs typeface="Segoe UI"/>
              </a:rPr>
              <a:t>신원을 켠 뒤에도 Key Vault Secrets User 또는 Secret Get 권한이 필요합니다.</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이번 고객 PC 실습은 MI가 아니라 제공받은 SP를 사용합니다.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DefaultAzureCredential은 인증 체인을 순서대로 시도합니다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2.2 인증 체인 · 로컬이면 CLI라는 단순 분기문이 아님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05</a:t>
            </a:r>
          </a:p>
        </p:txBody>
      </p:sp>
      <p:sp>
        <p:nvSpPr>
          <p:cNvPr id="6" name="Rounded Rectangle 5"/>
          <p:cNvSpPr/>
          <p:nvPr/>
        </p:nvSpPr>
        <p:spPr>
          <a:xfrm>
            <a:off x="585216"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0078D4"/>
                </a:solidFill>
                <a:latin typeface="Segoe UI Semibold"/>
                <a:ea typeface="Malgun Gothic"/>
                <a:cs typeface="Segoe UI"/>
              </a:rPr>
              <a:t>Environment</a:t>
            </a:r>
          </a:p>
        </p:txBody>
      </p:sp>
      <p:cxnSp>
        <p:nvCxnSpPr>
          <p:cNvPr id="8" name="Connector 7"/>
          <p:cNvCxnSpPr/>
          <p:nvPr/>
        </p:nvCxnSpPr>
        <p:spPr>
          <a:xfrm>
            <a:off x="2212848" y="2606040"/>
            <a:ext cx="192024"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32304"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05456"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0078D4"/>
                </a:solidFill>
                <a:latin typeface="Segoe UI Semibold"/>
                <a:ea typeface="Malgun Gothic"/>
                <a:cs typeface="Segoe UI"/>
              </a:rPr>
              <a:t>Workload</a:t>
            </a:r>
          </a:p>
          <a:p>
            <a:pPr algn="ctr">
              <a:lnSpc>
                <a:spcPct val="110000"/>
              </a:lnSpc>
              <a:spcBef>
                <a:spcPts val="0"/>
              </a:spcBef>
              <a:spcAft>
                <a:spcPts val="0"/>
              </a:spcAft>
            </a:pPr>
            <a:r>
              <a:rPr sz="1300" b="1" lang="ko-KR">
                <a:solidFill>
                  <a:srgbClr val="0078D4"/>
                </a:solidFill>
                <a:latin typeface="Segoe UI Semibold"/>
                <a:ea typeface="Malgun Gothic"/>
                <a:cs typeface="Segoe UI"/>
              </a:rPr>
              <a:t>Identity</a:t>
            </a:r>
          </a:p>
        </p:txBody>
      </p:sp>
      <p:cxnSp>
        <p:nvCxnSpPr>
          <p:cNvPr id="11" name="Connector 10"/>
          <p:cNvCxnSpPr/>
          <p:nvPr/>
        </p:nvCxnSpPr>
        <p:spPr>
          <a:xfrm>
            <a:off x="4059936" y="2606040"/>
            <a:ext cx="192024"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9392"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008575"/>
                </a:solidFill>
                <a:latin typeface="Segoe UI Semibold"/>
                <a:ea typeface="Malgun Gothic"/>
                <a:cs typeface="Segoe UI"/>
              </a:rPr>
              <a:t>Managed</a:t>
            </a:r>
          </a:p>
          <a:p>
            <a:pPr algn="ctr">
              <a:lnSpc>
                <a:spcPct val="110000"/>
              </a:lnSpc>
              <a:spcBef>
                <a:spcPts val="0"/>
              </a:spcBef>
              <a:spcAft>
                <a:spcPts val="0"/>
              </a:spcAft>
            </a:pPr>
            <a:r>
              <a:rPr sz="1300" b="1" lang="ko-KR">
                <a:solidFill>
                  <a:srgbClr val="008575"/>
                </a:solidFill>
                <a:latin typeface="Segoe UI Semibold"/>
                <a:ea typeface="Malgun Gothic"/>
                <a:cs typeface="Segoe UI"/>
              </a:rPr>
              <a:t>Identity</a:t>
            </a:r>
          </a:p>
        </p:txBody>
      </p:sp>
      <p:cxnSp>
        <p:nvCxnSpPr>
          <p:cNvPr id="14" name="Connector 13"/>
          <p:cNvCxnSpPr/>
          <p:nvPr/>
        </p:nvCxnSpPr>
        <p:spPr>
          <a:xfrm>
            <a:off x="5907024" y="2606040"/>
            <a:ext cx="192024"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80"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243A5E"/>
                </a:solidFill>
                <a:latin typeface="Segoe UI Semibold"/>
                <a:ea typeface="Malgun Gothic"/>
                <a:cs typeface="Segoe UI"/>
              </a:rPr>
              <a:t>Visual</a:t>
            </a:r>
          </a:p>
          <a:p>
            <a:pPr algn="ctr">
              <a:lnSpc>
                <a:spcPct val="110000"/>
              </a:lnSpc>
              <a:spcBef>
                <a:spcPts val="0"/>
              </a:spcBef>
              <a:spcAft>
                <a:spcPts val="0"/>
              </a:spcAft>
            </a:pPr>
            <a:r>
              <a:rPr sz="1300" b="1" lang="ko-KR">
                <a:solidFill>
                  <a:srgbClr val="243A5E"/>
                </a:solidFill>
                <a:latin typeface="Segoe UI Semibold"/>
                <a:ea typeface="Malgun Gothic"/>
                <a:cs typeface="Segoe UI"/>
              </a:rPr>
              <a:t>Studio</a:t>
            </a:r>
          </a:p>
        </p:txBody>
      </p:sp>
      <p:cxnSp>
        <p:nvCxnSpPr>
          <p:cNvPr id="17" name="Connector 16"/>
          <p:cNvCxnSpPr/>
          <p:nvPr/>
        </p:nvCxnSpPr>
        <p:spPr>
          <a:xfrm>
            <a:off x="7754112" y="2606040"/>
            <a:ext cx="192024"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73568"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243A5E"/>
                </a:solidFill>
                <a:latin typeface="Segoe UI Semibold"/>
                <a:ea typeface="Malgun Gothic"/>
                <a:cs typeface="Segoe UI"/>
              </a:rPr>
              <a:t>Azure CLI</a:t>
            </a:r>
          </a:p>
        </p:txBody>
      </p:sp>
      <p:cxnSp>
        <p:nvCxnSpPr>
          <p:cNvPr id="20" name="Connector 19"/>
          <p:cNvCxnSpPr/>
          <p:nvPr/>
        </p:nvCxnSpPr>
        <p:spPr>
          <a:xfrm>
            <a:off x="9601200" y="2606040"/>
            <a:ext cx="192024"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820656" y="2084831"/>
            <a:ext cx="1618488" cy="10515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93808" y="2359152"/>
            <a:ext cx="1472184" cy="46634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243A5E"/>
                </a:solidFill>
                <a:latin typeface="Segoe UI Semibold"/>
                <a:ea typeface="Malgun Gothic"/>
                <a:cs typeface="Segoe UI"/>
              </a:rPr>
              <a:t>PowerShell</a:t>
            </a:r>
          </a:p>
          <a:p>
            <a:pPr algn="ctr">
              <a:lnSpc>
                <a:spcPct val="110000"/>
              </a:lnSpc>
              <a:spcBef>
                <a:spcPts val="0"/>
              </a:spcBef>
              <a:spcAft>
                <a:spcPts val="0"/>
              </a:spcAft>
            </a:pPr>
            <a:r>
              <a:rPr sz="1300" b="1" lang="ko-KR">
                <a:solidFill>
                  <a:srgbClr val="243A5E"/>
                </a:solidFill>
                <a:latin typeface="Segoe UI Semibold"/>
                <a:ea typeface="Malgun Gothic"/>
                <a:cs typeface="Segoe UI"/>
              </a:rPr>
              <a:t>· azd</a:t>
            </a:r>
          </a:p>
        </p:txBody>
      </p:sp>
      <p:sp>
        <p:nvSpPr>
          <p:cNvPr id="23" name="Rounded Rectangle 22"/>
          <p:cNvSpPr/>
          <p:nvPr/>
        </p:nvSpPr>
        <p:spPr>
          <a:xfrm>
            <a:off x="585216" y="3803904"/>
            <a:ext cx="5321808" cy="141732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 y="3803904"/>
            <a:ext cx="50292" cy="1417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986784"/>
            <a:ext cx="4901184"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전용 실습</a:t>
            </a:r>
          </a:p>
        </p:txBody>
      </p:sp>
      <p:sp>
        <p:nvSpPr>
          <p:cNvPr id="26" name="TextBox 25"/>
          <p:cNvSpPr txBox="1"/>
          <p:nvPr/>
        </p:nvSpPr>
        <p:spPr>
          <a:xfrm>
            <a:off x="795528" y="4553712"/>
            <a:ext cx="4901184" cy="50292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AZURE_TOKEN_CREDENTIALS=EnvironmentCredential</a:t>
            </a:r>
          </a:p>
          <a:p>
            <a:pPr algn="l">
              <a:lnSpc>
                <a:spcPct val="110000"/>
              </a:lnSpc>
              <a:spcBef>
                <a:spcPts val="0"/>
              </a:spcBef>
              <a:spcAft>
                <a:spcPts val="0"/>
              </a:spcAft>
            </a:pPr>
            <a:r>
              <a:rPr sz="1340" b="0" lang="ko-KR">
                <a:solidFill>
                  <a:srgbClr val="333333"/>
                </a:solidFill>
                <a:latin typeface="Segoe UI"/>
                <a:ea typeface="Malgun Gothic"/>
                <a:cs typeface="Segoe UI"/>
              </a:rPr>
              <a:t>제공받은 SP 환경 변수를 명확히 선택</a:t>
            </a:r>
          </a:p>
        </p:txBody>
      </p:sp>
      <p:sp>
        <p:nvSpPr>
          <p:cNvPr id="27" name="Rounded Rectangle 26"/>
          <p:cNvSpPr/>
          <p:nvPr/>
        </p:nvSpPr>
        <p:spPr>
          <a:xfrm>
            <a:off x="6245352" y="3803904"/>
            <a:ext cx="5358384" cy="141732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5352" y="3803904"/>
            <a:ext cx="50292" cy="141732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3986784"/>
            <a:ext cx="4937760"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그 외 SDK 실습</a:t>
            </a:r>
          </a:p>
        </p:txBody>
      </p:sp>
      <p:sp>
        <p:nvSpPr>
          <p:cNvPr id="30" name="TextBox 29"/>
          <p:cNvSpPr txBox="1"/>
          <p:nvPr/>
        </p:nvSpPr>
        <p:spPr>
          <a:xfrm>
            <a:off x="6455664" y="4553712"/>
            <a:ext cx="4937760" cy="50292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ClientSecretCredential을 직접 생성</a:t>
            </a:r>
          </a:p>
          <a:p>
            <a:pPr algn="l">
              <a:lnSpc>
                <a:spcPct val="110000"/>
              </a:lnSpc>
              <a:spcBef>
                <a:spcPts val="0"/>
              </a:spcBef>
              <a:spcAft>
                <a:spcPts val="0"/>
              </a:spcAft>
            </a:pPr>
            <a:r>
              <a:rPr sz="1340" b="0" lang="ko-KR">
                <a:solidFill>
                  <a:srgbClr val="333333"/>
                </a:solidFill>
                <a:latin typeface="Segoe UI"/>
                <a:ea typeface="Malgun Gothic"/>
                <a:cs typeface="Segoe UI"/>
              </a:rPr>
              <a:t>개인 로그인·MI로 자동 대체하지 않음</a:t>
            </a:r>
          </a:p>
        </p:txBody>
      </p:sp>
      <p:sp>
        <p:nvSpPr>
          <p:cNvPr id="31" name="Rectangle 3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잘못된 SP 변수가 있으면 항상 다음 CLI 자격 증명으로 넘어가는 것은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워크숍은 인증 선택을 두 경로로 분리합니다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2. 인증 실습 · DefaultAzureCredential 비교 후 명시적 SP 사용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06</a:t>
            </a:r>
          </a:p>
        </p:txBody>
      </p:sp>
      <p:sp>
        <p:nvSpPr>
          <p:cNvPr id="6" name="Oval 5"/>
          <p:cNvSpPr/>
          <p:nvPr/>
        </p:nvSpPr>
        <p:spPr>
          <a:xfrm>
            <a:off x="658368" y="1865376"/>
            <a:ext cx="384048" cy="38404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29384"/>
            <a:ext cx="384048"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1</a:t>
            </a:r>
          </a:p>
        </p:txBody>
      </p:sp>
      <p:sp>
        <p:nvSpPr>
          <p:cNvPr id="8" name="TextBox 7"/>
          <p:cNvSpPr txBox="1"/>
          <p:nvPr/>
        </p:nvSpPr>
        <p:spPr>
          <a:xfrm>
            <a:off x="1188719" y="1847088"/>
            <a:ext cx="4407408" cy="310896"/>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DefaultAzureCredential 전용 실습</a:t>
            </a:r>
          </a:p>
        </p:txBody>
      </p:sp>
      <p:sp>
        <p:nvSpPr>
          <p:cNvPr id="9" name="TextBox 8"/>
          <p:cNvSpPr txBox="1"/>
          <p:nvPr/>
        </p:nvSpPr>
        <p:spPr>
          <a:xfrm>
            <a:off x="1188719" y="2267712"/>
            <a:ext cx="4407408" cy="502920"/>
          </a:xfrm>
          <a:prstGeom prst="rect">
            <a:avLst/>
          </a:prstGeom>
          <a:noFill/>
        </p:spPr>
        <p:txBody>
          <a:bodyPr wrap="square" lIns="0" rIns="0" tIns="0" bIns="0">
            <a:spAutoFit/>
          </a:bodyPr>
          <a:lstStyle/>
          <a:p>
            <a:pPr algn="l">
              <a:lnSpc>
                <a:spcPct val="110000"/>
              </a:lnSpc>
              <a:spcBef>
                <a:spcPts val="0"/>
              </a:spcBef>
              <a:spcAft>
                <a:spcPts val="0"/>
              </a:spcAft>
            </a:pPr>
            <a:r>
              <a:rPr sz="1330" b="0" lang="ko-KR">
                <a:solidFill>
                  <a:srgbClr val="333333"/>
                </a:solidFill>
                <a:latin typeface="Segoe UI"/>
                <a:ea typeface="Malgun Gothic"/>
                <a:cs typeface="Segoe UI"/>
              </a:rPr>
              <a:t>Framework 4.8 예제에서 EnvironmentCredential을 선택하고 Secret 하나를 읽습니다.</a:t>
            </a:r>
          </a:p>
        </p:txBody>
      </p:sp>
      <p:sp>
        <p:nvSpPr>
          <p:cNvPr id="10" name="Oval 9"/>
          <p:cNvSpPr/>
          <p:nvPr/>
        </p:nvSpPr>
        <p:spPr>
          <a:xfrm>
            <a:off x="658368" y="3209544"/>
            <a:ext cx="384048" cy="384048"/>
          </a:xfrm>
          <a:prstGeom prst="ellipse">
            <a:avLst/>
          </a:prstGeom>
          <a:solidFill>
            <a:srgbClr val="00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273552"/>
            <a:ext cx="384048"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2</a:t>
            </a:r>
          </a:p>
        </p:txBody>
      </p:sp>
      <p:sp>
        <p:nvSpPr>
          <p:cNvPr id="12" name="TextBox 11"/>
          <p:cNvSpPr txBox="1"/>
          <p:nvPr/>
        </p:nvSpPr>
        <p:spPr>
          <a:xfrm>
            <a:off x="1188719" y="3191256"/>
            <a:ext cx="4407408" cy="310896"/>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Configuration · Direct · Cache 실습</a:t>
            </a:r>
          </a:p>
        </p:txBody>
      </p:sp>
      <p:sp>
        <p:nvSpPr>
          <p:cNvPr id="13" name="TextBox 12"/>
          <p:cNvSpPr txBox="1"/>
          <p:nvPr/>
        </p:nvSpPr>
        <p:spPr>
          <a:xfrm>
            <a:off x="1188719" y="3611880"/>
            <a:ext cx="4407408" cy="502920"/>
          </a:xfrm>
          <a:prstGeom prst="rect">
            <a:avLst/>
          </a:prstGeom>
          <a:noFill/>
        </p:spPr>
        <p:txBody>
          <a:bodyPr wrap="square" lIns="0" rIns="0" tIns="0" bIns="0">
            <a:spAutoFit/>
          </a:bodyPr>
          <a:lstStyle/>
          <a:p>
            <a:pPr algn="l">
              <a:lnSpc>
                <a:spcPct val="110000"/>
              </a:lnSpc>
              <a:spcBef>
                <a:spcPts val="0"/>
              </a:spcBef>
              <a:spcAft>
                <a:spcPts val="0"/>
              </a:spcAft>
            </a:pPr>
            <a:r>
              <a:rPr sz="1330" b="0" lang="ko-KR">
                <a:solidFill>
                  <a:srgbClr val="333333"/>
                </a:solidFill>
                <a:latin typeface="Segoe UI"/>
                <a:ea typeface="Malgun Gothic"/>
                <a:cs typeface="Segoe UI"/>
              </a:rPr>
              <a:t>같은 환경 변수로 ClientSecretCredential을 명시적으로 생성합니다.</a:t>
            </a:r>
          </a:p>
        </p:txBody>
      </p:sp>
      <p:sp>
        <p:nvSpPr>
          <p:cNvPr id="14" name="Oval 13"/>
          <p:cNvSpPr/>
          <p:nvPr/>
        </p:nvSpPr>
        <p:spPr>
          <a:xfrm>
            <a:off x="658368" y="4553712"/>
            <a:ext cx="384048" cy="384048"/>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617720"/>
            <a:ext cx="384048"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3</a:t>
            </a:r>
          </a:p>
        </p:txBody>
      </p:sp>
      <p:sp>
        <p:nvSpPr>
          <p:cNvPr id="16" name="TextBox 15"/>
          <p:cNvSpPr txBox="1"/>
          <p:nvPr/>
        </p:nvSpPr>
        <p:spPr>
          <a:xfrm>
            <a:off x="1188719" y="4535424"/>
            <a:ext cx="4407408" cy="310896"/>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운영 설계</a:t>
            </a:r>
          </a:p>
        </p:txBody>
      </p:sp>
      <p:sp>
        <p:nvSpPr>
          <p:cNvPr id="17" name="TextBox 16"/>
          <p:cNvSpPr txBox="1"/>
          <p:nvPr/>
        </p:nvSpPr>
        <p:spPr>
          <a:xfrm>
            <a:off x="1188719" y="4956048"/>
            <a:ext cx="4407408" cy="502920"/>
          </a:xfrm>
          <a:prstGeom prst="rect">
            <a:avLst/>
          </a:prstGeom>
          <a:noFill/>
        </p:spPr>
        <p:txBody>
          <a:bodyPr wrap="square" lIns="0" rIns="0" tIns="0" bIns="0">
            <a:spAutoFit/>
          </a:bodyPr>
          <a:lstStyle/>
          <a:p>
            <a:pPr algn="l">
              <a:lnSpc>
                <a:spcPct val="110000"/>
              </a:lnSpc>
              <a:spcBef>
                <a:spcPts val="0"/>
              </a:spcBef>
              <a:spcAft>
                <a:spcPts val="0"/>
              </a:spcAft>
            </a:pPr>
            <a:r>
              <a:rPr sz="1330" b="0" lang="ko-KR">
                <a:solidFill>
                  <a:srgbClr val="333333"/>
                </a:solidFill>
                <a:latin typeface="Segoe UI"/>
                <a:ea typeface="Malgun Gothic"/>
                <a:cs typeface="Segoe UI"/>
              </a:rPr>
              <a:t>지원되는 Azure 호스트에서는 ManagedIdentityCredential 등으로 인증용 Secret을 줄입니다.</a:t>
            </a:r>
          </a:p>
        </p:txBody>
      </p:sp>
      <p:sp>
        <p:nvSpPr>
          <p:cNvPr id="18" name="Rounded Rectangle 17"/>
          <p:cNvSpPr/>
          <p:nvPr/>
        </p:nvSpPr>
        <p:spPr>
          <a:xfrm>
            <a:off x="5925312" y="1856231"/>
            <a:ext cx="5678424" cy="361188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25312" y="1856231"/>
            <a:ext cx="50292" cy="361188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08192" y="2020824"/>
            <a:ext cx="5312664" cy="3300984"/>
          </a:xfrm>
          <a:prstGeom prst="rect">
            <a:avLst/>
          </a:prstGeom>
          <a:noFill/>
        </p:spPr>
        <p:txBody>
          <a:bodyPr wrap="square" lIns="0" rIns="0" tIns="0" bIns="0">
            <a:spAutoFit/>
          </a:bodyPr>
          <a:lstStyle/>
          <a:p>
            <a:pPr algn="l">
              <a:lnSpc>
                <a:spcPct val="110000"/>
              </a:lnSpc>
              <a:spcBef>
                <a:spcPts val="0"/>
              </a:spcBef>
              <a:spcAft>
                <a:spcPts val="0"/>
              </a:spcAft>
            </a:pPr>
            <a:r>
              <a:rPr sz="1220" b="0" lang="ko-KR">
                <a:solidFill>
                  <a:srgbClr val="333333"/>
                </a:solidFill>
                <a:latin typeface="Consolas"/>
                <a:ea typeface="Malgun Gothic"/>
                <a:cs typeface="Segoe UI"/>
              </a:rPr>
              <a:t>var credential = new ClientSecretCredential(</a:t>
            </a:r>
          </a:p>
          <a:p>
            <a:pPr algn="l">
              <a:lnSpc>
                <a:spcPct val="110000"/>
              </a:lnSpc>
              <a:spcBef>
                <a:spcPts val="0"/>
              </a:spcBef>
              <a:spcAft>
                <a:spcPts val="0"/>
              </a:spcAft>
            </a:pPr>
            <a:r>
              <a:rPr sz="1220" b="0" lang="ko-KR">
                <a:solidFill>
                  <a:srgbClr val="333333"/>
                </a:solidFill>
                <a:latin typeface="Consolas"/>
                <a:ea typeface="Malgun Gothic"/>
                <a:cs typeface="Segoe UI"/>
              </a:rPr>
              <a:t>    Environment.GetEnvironmentVariable("AZURE_TENANT_ID"),</a:t>
            </a:r>
          </a:p>
          <a:p>
            <a:pPr algn="l">
              <a:lnSpc>
                <a:spcPct val="110000"/>
              </a:lnSpc>
              <a:spcBef>
                <a:spcPts val="0"/>
              </a:spcBef>
              <a:spcAft>
                <a:spcPts val="0"/>
              </a:spcAft>
            </a:pPr>
            <a:r>
              <a:rPr sz="1220" b="0" lang="ko-KR">
                <a:solidFill>
                  <a:srgbClr val="333333"/>
                </a:solidFill>
                <a:latin typeface="Consolas"/>
                <a:ea typeface="Malgun Gothic"/>
                <a:cs typeface="Segoe UI"/>
              </a:rPr>
              <a:t>    Environment.GetEnvironmentVariable("AZURE_CLIENT_ID"),</a:t>
            </a:r>
          </a:p>
          <a:p>
            <a:pPr algn="l">
              <a:lnSpc>
                <a:spcPct val="110000"/>
              </a:lnSpc>
              <a:spcBef>
                <a:spcPts val="0"/>
              </a:spcBef>
              <a:spcAft>
                <a:spcPts val="0"/>
              </a:spcAft>
            </a:pPr>
            <a:r>
              <a:rPr sz="1220" b="0" lang="ko-KR">
                <a:solidFill>
                  <a:srgbClr val="333333"/>
                </a:solidFill>
                <a:latin typeface="Consolas"/>
                <a:ea typeface="Malgun Gothic"/>
                <a:cs typeface="Segoe UI"/>
              </a:rPr>
              <a:t>    Environment.GetEnvironmentVariable("AZURE_CLIENT_SECRET"));</a:t>
            </a:r>
          </a:p>
        </p:txBody>
      </p:sp>
      <p:sp>
        <p:nvSpPr>
          <p:cNvPr id="21" name="Rectangle 2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Tenant ID · Client ID · Client Secret Value는 인증 정보이며, Vault 읽기 권한은 별도로 확인합니다.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두 런타임에서 같은 Azure SDK 패턴을 사용합니다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3.1 패키지와 런타임 · 웹 런타임과 Framework 콘솔을 구분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07</a:t>
            </a:r>
          </a:p>
        </p:txBody>
      </p:sp>
      <p:graphicFrame>
        <p:nvGraphicFramePr>
          <p:cNvPr id="6" name="Table 5"/>
          <p:cNvGraphicFramePr>
            <a:graphicFrameLocks noGrp="1"/>
          </p:cNvGraphicFramePr>
          <p:nvPr/>
        </p:nvGraphicFramePr>
        <p:xfrm>
          <a:off x="585216" y="1865376"/>
          <a:ext cx="11018520" cy="2999232"/>
        </p:xfrm>
        <a:graphic>
          <a:graphicData uri="http://schemas.openxmlformats.org/drawingml/2006/table">
            <a:tbl>
              <a:tblPr firstRow="1" bandRow="1">
                <a:tableStyleId>{5C22544A-7EE6-4342-B048-85BDC9FD1C3A}</a:tableStyleId>
              </a:tblPr>
              <a:tblGrid>
                <a:gridCol w="2834640"/>
                <a:gridCol w="4160520"/>
                <a:gridCol w="4023360"/>
              </a:tblGrid>
              <a:tr h="429768">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구성</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.NET 10 ASP.NET Core</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.NET Framework 4.8 Console</a:t>
                      </a:r>
                    </a:p>
                  </a:txBody>
                  <a:tcPr marL="118872" marR="118872" marT="54864" marB="54864">
                    <a:solidFill>
                      <a:srgbClr val="243A5E"/>
                    </a:solidFill>
                  </a:tcPr>
                </a:tc>
              </a:tr>
              <a:tr h="630936">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앱 형태</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WebApplication.CreateBuilder()</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Generic Host 기반 콘솔</a:t>
                      </a:r>
                    </a:p>
                  </a:txBody>
                  <a:tcPr marL="118872" marR="118872" marT="54864" marB="54864">
                    <a:solidFill>
                      <a:srgbClr val="F2F6FA"/>
                    </a:solidFill>
                  </a:tcPr>
                </a:tc>
              </a:tr>
              <a:tr h="630936">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Configuration</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builder.Configuration</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ConfigurationBuilder / Host</a:t>
                      </a:r>
                    </a:p>
                  </a:txBody>
                  <a:tcPr marL="118872" marR="118872" marT="54864" marB="54864">
                    <a:solidFill>
                      <a:srgbClr val="FFFFFF"/>
                    </a:solidFill>
                  </a:tcPr>
                </a:tc>
              </a:tr>
              <a:tr h="630936">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직접 조회</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SecretClient Singleton</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SecretClient 재사용</a:t>
                      </a:r>
                    </a:p>
                  </a:txBody>
                  <a:tcPr marL="118872" marR="118872" marT="54864" marB="54864">
                    <a:solidFill>
                      <a:srgbClr val="F2F6FA"/>
                    </a:solidFill>
                  </a:tcPr>
                </a:tc>
              </a:tr>
              <a:tr h="676656">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웹 런타임</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ASP.NET Core</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IIS·ASP.NET 설치 불필요</a:t>
                      </a:r>
                    </a:p>
                  </a:txBody>
                  <a:tcPr marL="118872" marR="118872" marT="54864" marB="54864">
                    <a:solidFill>
                      <a:srgbClr val="FFFFFF"/>
                    </a:solidFill>
                  </a:tcPr>
                </a:tc>
              </a:tr>
            </a:tbl>
          </a:graphicData>
        </a:graphic>
      </p:graphicFrame>
      <p:sp>
        <p:nvSpPr>
          <p:cNvPr id="7" name="TextBox 6"/>
          <p:cNvSpPr txBox="1"/>
          <p:nvPr/>
        </p:nvSpPr>
        <p:spPr>
          <a:xfrm>
            <a:off x="658368" y="5257800"/>
            <a:ext cx="10716768" cy="530352"/>
          </a:xfrm>
          <a:prstGeom prst="rect">
            <a:avLst/>
          </a:prstGeom>
          <a:noFill/>
        </p:spPr>
        <p:txBody>
          <a:bodyPr wrap="square" lIns="0" rIns="0" tIns="0" bIns="0">
            <a:spAutoFit/>
          </a:bodyPr>
          <a:lstStyle/>
          <a:p>
            <a:pPr algn="ctr">
              <a:lnSpc>
                <a:spcPct val="110000"/>
              </a:lnSpc>
              <a:spcBef>
                <a:spcPts val="0"/>
              </a:spcBef>
              <a:spcAft>
                <a:spcPts val="0"/>
              </a:spcAft>
            </a:pPr>
            <a:r>
              <a:rPr sz="1600" b="1" lang="ko-KR">
                <a:solidFill>
                  <a:srgbClr val="0078D4"/>
                </a:solidFill>
                <a:latin typeface="Segoe UI Semibold"/>
                <a:ea typeface="Malgun Gothic"/>
                <a:cs typeface="Segoe UI"/>
              </a:rPr>
              <a:t>Azure.Identity · Azure.Security.KeyVault.Secrets · Azure.Extensions.AspNetCore.Configuration.Secrets</a:t>
            </a:r>
          </a:p>
        </p:txBody>
      </p:sp>
      <p:sp>
        <p:nvSpPr>
          <p:cNvPr id="8" name="Rectangle 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같은 appsettings.json을 두 프로젝트가 공유하며 실제 Secret 값은 저장하지 않습니다.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방법 A: Key Vault를 IConfiguration 공급자로 추가합니다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3.2 Configuration 통합 · 설정을 읽는 기존 코드를 유지</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08</a:t>
            </a:r>
          </a:p>
        </p:txBody>
      </p:sp>
      <p:sp>
        <p:nvSpPr>
          <p:cNvPr id="6" name="Rounded Rectangle 5"/>
          <p:cNvSpPr/>
          <p:nvPr/>
        </p:nvSpPr>
        <p:spPr>
          <a:xfrm>
            <a:off x="585216" y="1847088"/>
            <a:ext cx="6766560" cy="3255264"/>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325526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11680"/>
            <a:ext cx="6400800" cy="2944368"/>
          </a:xfrm>
          <a:prstGeom prst="rect">
            <a:avLst/>
          </a:prstGeom>
          <a:noFill/>
        </p:spPr>
        <p:txBody>
          <a:bodyPr wrap="square" lIns="0" rIns="0" tIns="0" bIns="0">
            <a:spAutoFit/>
          </a:bodyPr>
          <a:lstStyle/>
          <a:p>
            <a:pPr algn="l">
              <a:lnSpc>
                <a:spcPct val="110000"/>
              </a:lnSpc>
              <a:spcBef>
                <a:spcPts val="0"/>
              </a:spcBef>
              <a:spcAft>
                <a:spcPts val="0"/>
              </a:spcAft>
            </a:pPr>
            <a:r>
              <a:rPr sz="1200" b="0" lang="ko-KR">
                <a:solidFill>
                  <a:srgbClr val="333333"/>
                </a:solidFill>
                <a:latin typeface="Consolas"/>
                <a:ea typeface="Malgun Gothic"/>
                <a:cs typeface="Segoe UI"/>
              </a:rPr>
              <a:t>builder.Configuration.AddAzureKeyVault(</a:t>
            </a:r>
          </a:p>
          <a:p>
            <a:pPr algn="l">
              <a:lnSpc>
                <a:spcPct val="110000"/>
              </a:lnSpc>
              <a:spcBef>
                <a:spcPts val="0"/>
              </a:spcBef>
              <a:spcAft>
                <a:spcPts val="0"/>
              </a:spcAft>
            </a:pPr>
            <a:r>
              <a:rPr sz="1200" b="0" lang="ko-KR">
                <a:solidFill>
                  <a:srgbClr val="333333"/>
                </a:solidFill>
                <a:latin typeface="Consolas"/>
                <a:ea typeface="Malgun Gothic"/>
                <a:cs typeface="Segoe UI"/>
              </a:rPr>
              <a:t>    new Uri(vaultUri), credential,</a:t>
            </a:r>
          </a:p>
          <a:p>
            <a:pPr algn="l">
              <a:lnSpc>
                <a:spcPct val="110000"/>
              </a:lnSpc>
              <a:spcBef>
                <a:spcPts val="0"/>
              </a:spcBef>
              <a:spcAft>
                <a:spcPts val="0"/>
              </a:spcAft>
            </a:pPr>
            <a:r>
              <a:rPr sz="1200" b="0" lang="ko-KR">
                <a:solidFill>
                  <a:srgbClr val="333333"/>
                </a:solidFill>
                <a:latin typeface="Consolas"/>
                <a:ea typeface="Malgun Gothic"/>
                <a:cs typeface="Segoe UI"/>
              </a:rPr>
              <a:t>    new AzureKeyVaultConfigurationOptions</a:t>
            </a:r>
          </a:p>
          <a:p>
            <a:pPr algn="l">
              <a:lnSpc>
                <a:spcPct val="110000"/>
              </a:lnSpc>
              <a:spcBef>
                <a:spcPts val="0"/>
              </a:spcBef>
              <a:spcAft>
                <a:spcPts val="0"/>
              </a:spcAft>
            </a:pPr>
            <a:r>
              <a:rPr sz="1200" b="0" lang="ko-KR">
                <a:solidFill>
                  <a:srgbClr val="333333"/>
                </a:solidFill>
                <a:latin typeface="Consolas"/>
                <a:ea typeface="Malgun Gothic"/>
                <a:cs typeface="Segoe UI"/>
              </a:rPr>
              <a:t>    {</a:t>
            </a:r>
          </a:p>
          <a:p>
            <a:pPr algn="l">
              <a:lnSpc>
                <a:spcPct val="110000"/>
              </a:lnSpc>
              <a:spcBef>
                <a:spcPts val="0"/>
              </a:spcBef>
              <a:spcAft>
                <a:spcPts val="0"/>
              </a:spcAft>
            </a:pPr>
            <a:r>
              <a:rPr sz="1200" b="0" lang="ko-KR">
                <a:solidFill>
                  <a:srgbClr val="333333"/>
                </a:solidFill>
                <a:latin typeface="Consolas"/>
                <a:ea typeface="Malgun Gothic"/>
                <a:cs typeface="Segoe UI"/>
              </a:rPr>
              <a:t>        ReloadInterval = TimeSpan.FromSeconds(15)</a:t>
            </a:r>
          </a:p>
          <a:p>
            <a:pPr algn="l">
              <a:lnSpc>
                <a:spcPct val="110000"/>
              </a:lnSpc>
              <a:spcBef>
                <a:spcPts val="0"/>
              </a:spcBef>
              <a:spcAft>
                <a:spcPts val="0"/>
              </a:spcAft>
            </a:pPr>
            <a:r>
              <a:rPr sz="1200" b="0" lang="ko-KR">
                <a:solidFill>
                  <a:srgbClr val="333333"/>
                </a:solidFill>
                <a:latin typeface="Consolas"/>
                <a:ea typeface="Malgun Gothic"/>
                <a:cs typeface="Segoe UI"/>
              </a:rPr>
              <a:t>    });</a:t>
            </a:r>
          </a:p>
          <a:p>
            <a:pPr algn="l">
              <a:lnSpc>
                <a:spcPct val="110000"/>
              </a:lnSpc>
              <a:spcBef>
                <a:spcPts val="0"/>
              </a:spcBef>
              <a:spcAft>
                <a:spcPts val="0"/>
              </a:spcAft>
            </a:pPr>
            <a:r>
              <a:rPr sz="1200" b="0" lang="ko-KR">
                <a:solidFill>
                  <a:srgbClr val="333333"/>
                </a:solidFill>
                <a:latin typeface="Consolas"/>
                <a:ea typeface="Malgun Gothic"/>
                <a:cs typeface="Segoe UI"/>
              </a:rPr>
              <a:t/>
            </a:r>
          </a:p>
          <a:p>
            <a:pPr algn="l">
              <a:lnSpc>
                <a:spcPct val="110000"/>
              </a:lnSpc>
              <a:spcBef>
                <a:spcPts val="0"/>
              </a:spcBef>
              <a:spcAft>
                <a:spcPts val="0"/>
              </a:spcAft>
            </a:pPr>
            <a:r>
              <a:rPr sz="1200" b="0" lang="ko-KR">
                <a:solidFill>
                  <a:srgbClr val="333333"/>
                </a:solidFill>
                <a:latin typeface="Consolas"/>
                <a:ea typeface="Malgun Gothic"/>
                <a:cs typeface="Segoe UI"/>
              </a:rPr>
              <a:t>string value = builder.Configuration</a:t>
            </a:r>
          </a:p>
          <a:p>
            <a:pPr algn="l">
              <a:lnSpc>
                <a:spcPct val="110000"/>
              </a:lnSpc>
              <a:spcBef>
                <a:spcPts val="0"/>
              </a:spcBef>
              <a:spcAft>
                <a:spcPts val="0"/>
              </a:spcAft>
            </a:pPr>
            <a:r>
              <a:rPr sz="1200" b="0" lang="ko-KR">
                <a:solidFill>
                  <a:srgbClr val="333333"/>
                </a:solidFill>
                <a:latin typeface="Consolas"/>
                <a:ea typeface="Malgun Gothic"/>
                <a:cs typeface="Segoe UI"/>
              </a:rPr>
              <a:t>    .GetConnectionString("Default");</a:t>
            </a:r>
          </a:p>
        </p:txBody>
      </p:sp>
      <p:sp>
        <p:nvSpPr>
          <p:cNvPr id="9" name="Rounded Rectangle 8"/>
          <p:cNvSpPr/>
          <p:nvPr/>
        </p:nvSpPr>
        <p:spPr>
          <a:xfrm>
            <a:off x="7626096" y="1847088"/>
            <a:ext cx="3977639" cy="148132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26096" y="1847088"/>
            <a:ext cx="50292" cy="14813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2029968"/>
            <a:ext cx="3557015"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장점</a:t>
            </a:r>
          </a:p>
        </p:txBody>
      </p:sp>
      <p:sp>
        <p:nvSpPr>
          <p:cNvPr id="12" name="TextBox 11"/>
          <p:cNvSpPr txBox="1"/>
          <p:nvPr/>
        </p:nvSpPr>
        <p:spPr>
          <a:xfrm>
            <a:off x="7836408" y="2596896"/>
            <a:ext cx="3557015" cy="56692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기존 IConfiguration 접근 코드를 유지합니다.</a:t>
            </a:r>
          </a:p>
        </p:txBody>
      </p:sp>
      <p:sp>
        <p:nvSpPr>
          <p:cNvPr id="13" name="Rounded Rectangle 12"/>
          <p:cNvSpPr/>
          <p:nvPr/>
        </p:nvSpPr>
        <p:spPr>
          <a:xfrm>
            <a:off x="7626096" y="3575304"/>
            <a:ext cx="3977639" cy="15270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26096" y="3575304"/>
            <a:ext cx="50292" cy="152704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758184"/>
            <a:ext cx="3557015"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주의</a:t>
            </a:r>
          </a:p>
        </p:txBody>
      </p:sp>
      <p:sp>
        <p:nvSpPr>
          <p:cNvPr id="16" name="TextBox 15"/>
          <p:cNvSpPr txBox="1"/>
          <p:nvPr/>
        </p:nvSpPr>
        <p:spPr>
          <a:xfrm>
            <a:off x="7836408" y="4325112"/>
            <a:ext cx="3557015" cy="612647"/>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시작 시 목록 열거·값 로딩</a:t>
            </a:r>
          </a:p>
          <a:p>
            <a:pPr algn="l">
              <a:lnSpc>
                <a:spcPct val="110000"/>
              </a:lnSpc>
              <a:spcBef>
                <a:spcPts val="0"/>
              </a:spcBef>
              <a:spcAft>
                <a:spcPts val="0"/>
              </a:spcAft>
            </a:pPr>
            <a:r>
              <a:rPr sz="1340" b="0" lang="ko-KR">
                <a:solidFill>
                  <a:srgbClr val="333333"/>
                </a:solidFill>
                <a:latin typeface="Segoe UI"/>
                <a:ea typeface="Malgun Gothic"/>
                <a:cs typeface="Segoe UI"/>
              </a:rPr>
              <a:t>15초는 관찰용 실습값</a:t>
            </a:r>
          </a:p>
        </p:txBody>
      </p:sp>
      <p:sp>
        <p:nvSpPr>
          <p:cNvPr id="17" name="Rectangle 1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큰 공용 Vault를 짧은 주기로 전체 로딩하기보다 앱·환경별 경계를 먼저 설계합니다.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이름 구분자는 경로마다 다릅니다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3.2 Configuration 이름 매핑 · -- / : / __</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09</a:t>
            </a:r>
          </a:p>
        </p:txBody>
      </p:sp>
      <p:sp>
        <p:nvSpPr>
          <p:cNvPr id="6" name="Rounded Rectangle 5"/>
          <p:cNvSpPr/>
          <p:nvPr/>
        </p:nvSpPr>
        <p:spPr>
          <a:xfrm>
            <a:off x="585216" y="2011680"/>
            <a:ext cx="3520440" cy="148132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221992"/>
            <a:ext cx="3191256" cy="28346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737373"/>
                </a:solidFill>
                <a:latin typeface="Segoe UI Semibold"/>
                <a:ea typeface="Malgun Gothic"/>
                <a:cs typeface="Segoe UI"/>
              </a:rPr>
              <a:t>Key Vault Secret</a:t>
            </a:r>
          </a:p>
        </p:txBody>
      </p:sp>
      <p:sp>
        <p:nvSpPr>
          <p:cNvPr id="8" name="TextBox 7"/>
          <p:cNvSpPr txBox="1"/>
          <p:nvPr/>
        </p:nvSpPr>
        <p:spPr>
          <a:xfrm>
            <a:off x="704088" y="2779776"/>
            <a:ext cx="3282696" cy="32004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008575"/>
                </a:solidFill>
                <a:latin typeface="Consolas"/>
                <a:ea typeface="Malgun Gothic"/>
                <a:cs typeface="Segoe UI"/>
              </a:rPr>
              <a:t>ConnectionStrings--Default</a:t>
            </a:r>
          </a:p>
        </p:txBody>
      </p:sp>
      <p:sp>
        <p:nvSpPr>
          <p:cNvPr id="9" name="Rounded Rectangle 8"/>
          <p:cNvSpPr/>
          <p:nvPr/>
        </p:nvSpPr>
        <p:spPr>
          <a:xfrm>
            <a:off x="4334256" y="2011680"/>
            <a:ext cx="3520440" cy="148132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2221992"/>
            <a:ext cx="3191256" cy="28346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737373"/>
                </a:solidFill>
                <a:latin typeface="Segoe UI Semibold"/>
                <a:ea typeface="Malgun Gothic"/>
                <a:cs typeface="Segoe UI"/>
              </a:rPr>
              <a:t>.NET 설정 키</a:t>
            </a:r>
          </a:p>
        </p:txBody>
      </p:sp>
      <p:sp>
        <p:nvSpPr>
          <p:cNvPr id="11" name="TextBox 10"/>
          <p:cNvSpPr txBox="1"/>
          <p:nvPr/>
        </p:nvSpPr>
        <p:spPr>
          <a:xfrm>
            <a:off x="4453128" y="2779776"/>
            <a:ext cx="3282696" cy="32004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0078D4"/>
                </a:solidFill>
                <a:latin typeface="Consolas"/>
                <a:ea typeface="Malgun Gothic"/>
                <a:cs typeface="Segoe UI"/>
              </a:rPr>
              <a:t>ConnectionStrings:Default</a:t>
            </a:r>
          </a:p>
        </p:txBody>
      </p:sp>
      <p:sp>
        <p:nvSpPr>
          <p:cNvPr id="12" name="Rounded Rectangle 11"/>
          <p:cNvSpPr/>
          <p:nvPr/>
        </p:nvSpPr>
        <p:spPr>
          <a:xfrm>
            <a:off x="8083296" y="2011680"/>
            <a:ext cx="3520440" cy="148132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2221992"/>
            <a:ext cx="3191256" cy="283464"/>
          </a:xfrm>
          <a:prstGeom prst="rect">
            <a:avLst/>
          </a:prstGeom>
          <a:noFill/>
        </p:spPr>
        <p:txBody>
          <a:bodyPr wrap="square" lIns="0" rIns="0" tIns="0" bIns="0">
            <a:spAutoFit/>
          </a:bodyPr>
          <a:lstStyle/>
          <a:p>
            <a:pPr algn="ctr">
              <a:lnSpc>
                <a:spcPct val="110000"/>
              </a:lnSpc>
              <a:spcBef>
                <a:spcPts val="0"/>
              </a:spcBef>
              <a:spcAft>
                <a:spcPts val="0"/>
              </a:spcAft>
            </a:pPr>
            <a:r>
              <a:rPr sz="1300" b="1" lang="ko-KR">
                <a:solidFill>
                  <a:srgbClr val="737373"/>
                </a:solidFill>
                <a:latin typeface="Segoe UI Semibold"/>
                <a:ea typeface="Malgun Gothic"/>
                <a:cs typeface="Segoe UI"/>
              </a:rPr>
              <a:t>환경 변수</a:t>
            </a:r>
          </a:p>
        </p:txBody>
      </p:sp>
      <p:sp>
        <p:nvSpPr>
          <p:cNvPr id="14" name="TextBox 13"/>
          <p:cNvSpPr txBox="1"/>
          <p:nvPr/>
        </p:nvSpPr>
        <p:spPr>
          <a:xfrm>
            <a:off x="8202168" y="2779776"/>
            <a:ext cx="3282696" cy="32004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243A5E"/>
                </a:solidFill>
                <a:latin typeface="Consolas"/>
                <a:ea typeface="Malgun Gothic"/>
                <a:cs typeface="Segoe UI"/>
              </a:rPr>
              <a:t>ConnectionStrings__Default</a:t>
            </a:r>
          </a:p>
        </p:txBody>
      </p:sp>
      <p:cxnSp>
        <p:nvCxnSpPr>
          <p:cNvPr id="15" name="Connector 14"/>
          <p:cNvCxnSpPr/>
          <p:nvPr/>
        </p:nvCxnSpPr>
        <p:spPr>
          <a:xfrm>
            <a:off x="3730752" y="3950208"/>
            <a:ext cx="502920"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30752" y="3602736"/>
            <a:ext cx="731520" cy="274320"/>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008575"/>
                </a:solidFill>
                <a:latin typeface="Segoe UI Semibold"/>
                <a:ea typeface="Malgun Gothic"/>
                <a:cs typeface="Segoe UI"/>
              </a:rPr>
              <a:t>-- → :</a:t>
            </a:r>
          </a:p>
        </p:txBody>
      </p:sp>
      <p:cxnSp>
        <p:nvCxnSpPr>
          <p:cNvPr id="17" name="Connector 16"/>
          <p:cNvCxnSpPr/>
          <p:nvPr/>
        </p:nvCxnSpPr>
        <p:spPr>
          <a:xfrm>
            <a:off x="7479792" y="3950208"/>
            <a:ext cx="50292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79792" y="3602736"/>
            <a:ext cx="731520" cy="274320"/>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0078D4"/>
                </a:solidFill>
                <a:latin typeface="Segoe UI Semibold"/>
                <a:ea typeface="Malgun Gothic"/>
                <a:cs typeface="Segoe UI"/>
              </a:rPr>
              <a:t>__ → :</a:t>
            </a:r>
          </a:p>
        </p:txBody>
      </p:sp>
      <p:sp>
        <p:nvSpPr>
          <p:cNvPr id="19" name="Rounded Rectangle 18"/>
          <p:cNvSpPr/>
          <p:nvPr/>
        </p:nvSpPr>
        <p:spPr>
          <a:xfrm>
            <a:off x="2176272" y="4352544"/>
            <a:ext cx="7836408" cy="996696"/>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76272" y="4352544"/>
            <a:ext cx="50292" cy="9966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59152" y="4517136"/>
            <a:ext cx="7470648" cy="685800"/>
          </a:xfrm>
          <a:prstGeom prst="rect">
            <a:avLst/>
          </a:prstGeom>
          <a:noFill/>
        </p:spPr>
        <p:txBody>
          <a:bodyPr wrap="square" lIns="0" rIns="0" tIns="0" bIns="0">
            <a:spAutoFit/>
          </a:bodyPr>
          <a:lstStyle/>
          <a:p>
            <a:pPr algn="l">
              <a:lnSpc>
                <a:spcPct val="110000"/>
              </a:lnSpc>
              <a:spcBef>
                <a:spcPts val="0"/>
              </a:spcBef>
              <a:spcAft>
                <a:spcPts val="0"/>
              </a:spcAft>
            </a:pPr>
            <a:r>
              <a:rPr sz="1300" b="0" lang="ko-KR">
                <a:solidFill>
                  <a:srgbClr val="333333"/>
                </a:solidFill>
                <a:latin typeface="Consolas"/>
                <a:ea typeface="Malgun Gothic"/>
                <a:cs typeface="Segoe UI"/>
              </a:rPr>
              <a:t>configuration.GetConnectionString("Default")</a:t>
            </a:r>
          </a:p>
          <a:p>
            <a:pPr algn="l">
              <a:lnSpc>
                <a:spcPct val="110000"/>
              </a:lnSpc>
              <a:spcBef>
                <a:spcPts val="0"/>
              </a:spcBef>
              <a:spcAft>
                <a:spcPts val="0"/>
              </a:spcAft>
            </a:pPr>
            <a:r>
              <a:rPr sz="1300" b="0" lang="ko-KR">
                <a:solidFill>
                  <a:srgbClr val="333333"/>
                </a:solidFill>
                <a:latin typeface="Consolas"/>
                <a:ea typeface="Malgun Gothic"/>
                <a:cs typeface="Segoe UI"/>
              </a:rPr>
              <a:t>== configuration["ConnectionStrings:Default"]</a:t>
            </a:r>
          </a:p>
        </p:txBody>
      </p:sp>
      <p:sp>
        <p:nvSpPr>
          <p:cNvPr id="22" name="Rectangle 21"/>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SecretClient 직접 조회는 실제 Vault 이름인 ConnectionStrings--Default를 그대로 사용합니다.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방법 B: 필요한 이름과 버전을 직접 조회합니다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3.3 SecretClient · 동적 이름·Pinned 버전·세밀한 제어</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10</a:t>
            </a:r>
          </a:p>
        </p:txBody>
      </p:sp>
      <p:sp>
        <p:nvSpPr>
          <p:cNvPr id="6" name="Rounded Rectangle 5"/>
          <p:cNvSpPr/>
          <p:nvPr/>
        </p:nvSpPr>
        <p:spPr>
          <a:xfrm>
            <a:off x="585216" y="1847088"/>
            <a:ext cx="6473952" cy="2267712"/>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226771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11680"/>
            <a:ext cx="6108192" cy="1956816"/>
          </a:xfrm>
          <a:prstGeom prst="rect">
            <a:avLst/>
          </a:prstGeom>
          <a:noFill/>
        </p:spPr>
        <p:txBody>
          <a:bodyPr wrap="square" lIns="0" rIns="0" tIns="0" bIns="0">
            <a:spAutoFit/>
          </a:bodyPr>
          <a:lstStyle/>
          <a:p>
            <a:pPr algn="l">
              <a:lnSpc>
                <a:spcPct val="110000"/>
              </a:lnSpc>
              <a:spcBef>
                <a:spcPts val="0"/>
              </a:spcBef>
              <a:spcAft>
                <a:spcPts val="0"/>
              </a:spcAft>
            </a:pPr>
            <a:r>
              <a:rPr sz="1200" b="0" lang="ko-KR">
                <a:solidFill>
                  <a:srgbClr val="333333"/>
                </a:solidFill>
                <a:latin typeface="Consolas"/>
                <a:ea typeface="Malgun Gothic"/>
                <a:cs typeface="Segoe UI"/>
              </a:rPr>
              <a:t>var client = new SecretClient(new Uri(vaultUri), credential);</a:t>
            </a:r>
          </a:p>
          <a:p>
            <a:pPr algn="l">
              <a:lnSpc>
                <a:spcPct val="110000"/>
              </a:lnSpc>
              <a:spcBef>
                <a:spcPts val="0"/>
              </a:spcBef>
              <a:spcAft>
                <a:spcPts val="0"/>
              </a:spcAft>
            </a:pPr>
            <a:r>
              <a:rPr sz="1200" b="0" lang="ko-KR">
                <a:solidFill>
                  <a:srgbClr val="333333"/>
                </a:solidFill>
                <a:latin typeface="Consolas"/>
                <a:ea typeface="Malgun Gothic"/>
                <a:cs typeface="Segoe UI"/>
              </a:rPr>
              <a:t/>
            </a:r>
          </a:p>
          <a:p>
            <a:pPr algn="l">
              <a:lnSpc>
                <a:spcPct val="110000"/>
              </a:lnSpc>
              <a:spcBef>
                <a:spcPts val="0"/>
              </a:spcBef>
              <a:spcAft>
                <a:spcPts val="0"/>
              </a:spcAft>
            </a:pPr>
            <a:r>
              <a:rPr sz="1200" b="0" lang="ko-KR">
                <a:solidFill>
                  <a:srgbClr val="333333"/>
                </a:solidFill>
                <a:latin typeface="Consolas"/>
                <a:ea typeface="Malgun Gothic"/>
                <a:cs typeface="Segoe UI"/>
              </a:rPr>
              <a:t>KeyVaultSecret latest =</a:t>
            </a:r>
          </a:p>
          <a:p>
            <a:pPr algn="l">
              <a:lnSpc>
                <a:spcPct val="110000"/>
              </a:lnSpc>
              <a:spcBef>
                <a:spcPts val="0"/>
              </a:spcBef>
              <a:spcAft>
                <a:spcPts val="0"/>
              </a:spcAft>
            </a:pPr>
            <a:r>
              <a:rPr sz="1200" b="0" lang="ko-KR">
                <a:solidFill>
                  <a:srgbClr val="333333"/>
                </a:solidFill>
                <a:latin typeface="Consolas"/>
                <a:ea typeface="Malgun Gothic"/>
                <a:cs typeface="Segoe UI"/>
              </a:rPr>
              <a:t>    (await client.GetSecretAsync(secretName)).Value;</a:t>
            </a:r>
          </a:p>
          <a:p>
            <a:pPr algn="l">
              <a:lnSpc>
                <a:spcPct val="110000"/>
              </a:lnSpc>
              <a:spcBef>
                <a:spcPts val="0"/>
              </a:spcBef>
              <a:spcAft>
                <a:spcPts val="0"/>
              </a:spcAft>
            </a:pPr>
            <a:r>
              <a:rPr sz="1200" b="0" lang="ko-KR">
                <a:solidFill>
                  <a:srgbClr val="333333"/>
                </a:solidFill>
                <a:latin typeface="Consolas"/>
                <a:ea typeface="Malgun Gothic"/>
                <a:cs typeface="Segoe UI"/>
              </a:rPr>
              <a:t>KeyVaultSecret pinned =</a:t>
            </a:r>
          </a:p>
          <a:p>
            <a:pPr algn="l">
              <a:lnSpc>
                <a:spcPct val="110000"/>
              </a:lnSpc>
              <a:spcBef>
                <a:spcPts val="0"/>
              </a:spcBef>
              <a:spcAft>
                <a:spcPts val="0"/>
              </a:spcAft>
            </a:pPr>
            <a:r>
              <a:rPr sz="1200" b="0" lang="ko-KR">
                <a:solidFill>
                  <a:srgbClr val="333333"/>
                </a:solidFill>
                <a:latin typeface="Consolas"/>
                <a:ea typeface="Malgun Gothic"/>
                <a:cs typeface="Segoe UI"/>
              </a:rPr>
              <a:t>    (await client.GetSecretAsync(secretName, version)).Value;</a:t>
            </a:r>
          </a:p>
        </p:txBody>
      </p:sp>
      <p:sp>
        <p:nvSpPr>
          <p:cNvPr id="9" name="Rounded Rectangle 8"/>
          <p:cNvSpPr/>
          <p:nvPr/>
        </p:nvSpPr>
        <p:spPr>
          <a:xfrm>
            <a:off x="7333488" y="1847088"/>
            <a:ext cx="4270248" cy="226771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33488" y="1847088"/>
            <a:ext cx="50292" cy="226771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2029968"/>
            <a:ext cx="3849624"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앱이 결정할 것</a:t>
            </a:r>
          </a:p>
        </p:txBody>
      </p:sp>
      <p:sp>
        <p:nvSpPr>
          <p:cNvPr id="12" name="TextBox 11"/>
          <p:cNvSpPr txBox="1"/>
          <p:nvPr/>
        </p:nvSpPr>
        <p:spPr>
          <a:xfrm>
            <a:off x="7543800" y="2596896"/>
            <a:ext cx="3849624" cy="1353312"/>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필요한 이름·버전</a:t>
            </a:r>
          </a:p>
          <a:p>
            <a:pPr algn="l">
              <a:lnSpc>
                <a:spcPct val="110000"/>
              </a:lnSpc>
              <a:spcBef>
                <a:spcPts val="0"/>
              </a:spcBef>
              <a:spcAft>
                <a:spcPts val="0"/>
              </a:spcAft>
            </a:pPr>
            <a:r>
              <a:rPr sz="1340" b="0" lang="ko-KR">
                <a:solidFill>
                  <a:srgbClr val="333333"/>
                </a:solidFill>
                <a:latin typeface="Segoe UI"/>
                <a:ea typeface="Malgun Gothic"/>
                <a:cs typeface="Segoe UI"/>
              </a:rPr>
              <a:t>값 유효성 검사</a:t>
            </a:r>
          </a:p>
          <a:p>
            <a:pPr algn="l">
              <a:lnSpc>
                <a:spcPct val="110000"/>
              </a:lnSpc>
              <a:spcBef>
                <a:spcPts val="0"/>
              </a:spcBef>
              <a:spcAft>
                <a:spcPts val="0"/>
              </a:spcAft>
            </a:pPr>
            <a:r>
              <a:rPr sz="1340" b="0" lang="ko-KR">
                <a:solidFill>
                  <a:srgbClr val="333333"/>
                </a:solidFill>
                <a:latin typeface="Segoe UI"/>
                <a:ea typeface="Malgun Gothic"/>
                <a:cs typeface="Segoe UI"/>
              </a:rPr>
              <a:t>캐시·취소·재시도</a:t>
            </a:r>
          </a:p>
          <a:p>
            <a:pPr algn="l">
              <a:lnSpc>
                <a:spcPct val="110000"/>
              </a:lnSpc>
              <a:spcBef>
                <a:spcPts val="0"/>
              </a:spcBef>
              <a:spcAft>
                <a:spcPts val="0"/>
              </a:spcAft>
            </a:pPr>
            <a:r>
              <a:rPr sz="1340" b="0" lang="ko-KR">
                <a:solidFill>
                  <a:srgbClr val="333333"/>
                </a:solidFill>
                <a:latin typeface="Segoe UI"/>
                <a:ea typeface="Malgun Gothic"/>
                <a:cs typeface="Segoe UI"/>
              </a:rPr>
              <a:t>오류 처리</a:t>
            </a:r>
          </a:p>
        </p:txBody>
      </p:sp>
      <p:sp>
        <p:nvSpPr>
          <p:cNvPr id="13" name="TextBox 12"/>
          <p:cNvSpPr txBox="1"/>
          <p:nvPr/>
        </p:nvSpPr>
        <p:spPr>
          <a:xfrm>
            <a:off x="640080" y="4553712"/>
            <a:ext cx="10789920" cy="420624"/>
          </a:xfrm>
          <a:prstGeom prst="rect">
            <a:avLst/>
          </a:prstGeom>
          <a:noFill/>
        </p:spPr>
        <p:txBody>
          <a:bodyPr wrap="square" lIns="0" rIns="0" tIns="0" bIns="0">
            <a:spAutoFit/>
          </a:bodyPr>
          <a:lstStyle/>
          <a:p>
            <a:pPr algn="l">
              <a:lnSpc>
                <a:spcPct val="110000"/>
              </a:lnSpc>
              <a:spcBef>
                <a:spcPts val="0"/>
              </a:spcBef>
              <a:spcAft>
                <a:spcPts val="0"/>
              </a:spcAft>
            </a:pPr>
            <a:r>
              <a:rPr sz="1900" b="1" lang="ko-KR">
                <a:solidFill>
                  <a:srgbClr val="243A5E"/>
                </a:solidFill>
                <a:latin typeface="Segoe UI Semibold"/>
                <a:ea typeface="Malgun Gothic"/>
                <a:cs typeface="Segoe UI"/>
              </a:rPr>
              <a:t>SecretClient와 자격 증명은 재사용하지만, Secret 값 캐시는 별도입니다.</a:t>
            </a:r>
          </a:p>
        </p:txBody>
      </p:sp>
      <p:sp>
        <p:nvSpPr>
          <p:cNvPr id="14" name="Rectangle 1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같은 Singleton SecretClient로 두 번 Get해도 Vault 조회가 자동으로 한 번이 되지는 않습니다.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방법 C: 플랫폼이 Secret을 일반 설정으로 전달합니다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3.4 App Service / Functions 예 · 개념 설명만</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11</a:t>
            </a:r>
          </a:p>
        </p:txBody>
      </p:sp>
      <p:sp>
        <p:nvSpPr>
          <p:cNvPr id="6" name="Rounded Rectangle 5"/>
          <p:cNvSpPr/>
          <p:nvPr/>
        </p:nvSpPr>
        <p:spPr>
          <a:xfrm>
            <a:off x="585216" y="1828800"/>
            <a:ext cx="11018520" cy="2331720"/>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service-key-vault-reference.png"/>
          <p:cNvPicPr>
            <a:picLocks noChangeAspect="1"/>
          </p:cNvPicPr>
          <p:nvPr/>
        </p:nvPicPr>
        <p:blipFill>
          <a:blip r:embed="rId3"/>
          <a:stretch>
            <a:fillRect/>
          </a:stretch>
        </p:blipFill>
        <p:spPr>
          <a:xfrm>
            <a:off x="786384" y="2029968"/>
            <a:ext cx="10625328" cy="1823319"/>
          </a:xfrm>
          <a:prstGeom prst="rect">
            <a:avLst/>
          </a:prstGeom>
        </p:spPr>
      </p:pic>
      <p:sp>
        <p:nvSpPr>
          <p:cNvPr id="8" name="TextBox 7"/>
          <p:cNvSpPr txBox="1"/>
          <p:nvPr/>
        </p:nvSpPr>
        <p:spPr>
          <a:xfrm>
            <a:off x="713232" y="4443984"/>
            <a:ext cx="10789920" cy="356616"/>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243A5E"/>
                </a:solidFill>
                <a:latin typeface="Segoe UI Semibold"/>
                <a:ea typeface="Malgun Gothic"/>
                <a:cs typeface="Segoe UI"/>
              </a:rPr>
              <a:t>Name은 앱 설정 이름 · Value의 SecretUri는 Vault의 Secret을 지정</a:t>
            </a:r>
          </a:p>
        </p:txBody>
      </p:sp>
      <p:sp>
        <p:nvSpPr>
          <p:cNvPr id="9" name="Rounded Rectangle 8"/>
          <p:cNvSpPr/>
          <p:nvPr/>
        </p:nvSpPr>
        <p:spPr>
          <a:xfrm>
            <a:off x="850392" y="4956048"/>
            <a:ext cx="10515600" cy="630936"/>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 y="4956048"/>
            <a:ext cx="50292" cy="63093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5120640"/>
            <a:ext cx="10149840" cy="320039"/>
          </a:xfrm>
          <a:prstGeom prst="rect">
            <a:avLst/>
          </a:prstGeom>
          <a:noFill/>
        </p:spPr>
        <p:txBody>
          <a:bodyPr wrap="square" lIns="0" rIns="0" tIns="0" bIns="0">
            <a:spAutoFit/>
          </a:bodyPr>
          <a:lstStyle/>
          <a:p>
            <a:pPr algn="l">
              <a:lnSpc>
                <a:spcPct val="110000"/>
              </a:lnSpc>
              <a:spcBef>
                <a:spcPts val="0"/>
              </a:spcBef>
              <a:spcAft>
                <a:spcPts val="0"/>
              </a:spcAft>
            </a:pPr>
            <a:r>
              <a:rPr sz="1250" b="0" lang="ko-KR">
                <a:solidFill>
                  <a:srgbClr val="333333"/>
                </a:solidFill>
                <a:latin typeface="Consolas"/>
                <a:ea typeface="Malgun Gothic"/>
                <a:cs typeface="Segoe UI"/>
              </a:rPr>
              <a:t>@Microsoft.KeyVault(SecretUri=https://&lt;vault&gt;.vault.azure.net/secrets/&lt;name&gt;)</a:t>
            </a:r>
          </a:p>
        </p:txBody>
      </p:sp>
      <p:sp>
        <p:nvSpPr>
          <p:cNvPr id="12" name="Rectangle 11"/>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로컬 PC에서는 이 문자열이 자동 해석되지 않습니다. 플랫폼 실습과 Azure 배포는 진행하지 않습니다.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세 방식은 ‘누가 조회하고, 누가 갱신하는가’가 다릅니다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3.5 선택 기준 · Configuration / Direct / Platform Reference</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12</a:t>
            </a:r>
          </a:p>
        </p:txBody>
      </p:sp>
      <p:graphicFrame>
        <p:nvGraphicFramePr>
          <p:cNvPr id="6" name="Table 5"/>
          <p:cNvGraphicFramePr>
            <a:graphicFrameLocks noGrp="1"/>
          </p:cNvGraphicFramePr>
          <p:nvPr/>
        </p:nvGraphicFramePr>
        <p:xfrm>
          <a:off x="585216" y="1792224"/>
          <a:ext cx="11018520" cy="3566160"/>
        </p:xfrm>
        <a:graphic>
          <a:graphicData uri="http://schemas.openxmlformats.org/drawingml/2006/table">
            <a:tbl>
              <a:tblPr firstRow="1" bandRow="1">
                <a:tableStyleId>{5C22544A-7EE6-4342-B048-85BDC9FD1C3A}</a:tableStyleId>
              </a:tblPr>
              <a:tblGrid>
                <a:gridCol w="1938528"/>
                <a:gridCol w="3026664"/>
                <a:gridCol w="3026664"/>
                <a:gridCol w="3026664"/>
              </a:tblGrid>
              <a:tr h="420624">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비교</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A. Configuration</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B. SecretClient</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C. 플랫폼 Reference</a:t>
                      </a:r>
                    </a:p>
                  </a:txBody>
                  <a:tcPr marL="118872" marR="118872" marT="54864" marB="54864">
                    <a:solidFill>
                      <a:srgbClr val="243A5E"/>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조회 주체</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앱의 설정 공급자</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앱의 SDK 코드</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호스팅 플랫폼</a:t>
                      </a:r>
                    </a:p>
                  </a:txBody>
                  <a:tcPr marL="118872" marR="118872" marT="54864" marB="54864">
                    <a:solidFill>
                      <a:srgbClr val="F2F6FA"/>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읽는 범위</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목록 + 설정 값</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필요한 이름·버전</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등록한 참조</a:t>
                      </a:r>
                    </a:p>
                  </a:txBody>
                  <a:tcPr marL="118872" marR="118872" marT="54864" marB="54864">
                    <a:solidFill>
                      <a:srgbClr val="FFFFFF"/>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앱 사용</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IConfiguration</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KeyVaultSecret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일반 설정·환경 변수</a:t>
                      </a:r>
                    </a:p>
                  </a:txBody>
                  <a:tcPr marL="118872" marR="118872" marT="54864" marB="54864">
                    <a:solidFill>
                      <a:srgbClr val="F2F6FA"/>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변경 반영</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ReloadInterval</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재조회·앱 캐시</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플랫폼별 갱신</a:t>
                      </a:r>
                    </a:p>
                  </a:txBody>
                  <a:tcPr marL="118872" marR="118872" marT="54864" marB="54864">
                    <a:solidFill>
                      <a:srgbClr val="FFFFFF"/>
                    </a:solidFill>
                  </a:tcPr>
                </a:tc>
              </a:tr>
              <a:tr h="69494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적합</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앱 소유 설정</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동적·Pinned·제어</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지원 플랫폼·최소 코드</a:t>
                      </a:r>
                    </a:p>
                  </a:txBody>
                  <a:tcPr marL="118872" marR="118872" marT="54864" marB="54864">
                    <a:solidFill>
                      <a:srgbClr val="F2F6FA"/>
                    </a:solidFill>
                  </a:tcPr>
                </a:tc>
              </a:tr>
            </a:tbl>
          </a:graphicData>
        </a:graphic>
      </p:graphicFrame>
      <p:sp>
        <p:nvSpPr>
          <p:cNvPr id="7" name="Rectangle 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하나가 항상 정답은 아닙니다. 애플리케이션 수명과 운영 책임에 맞춰 선택합니다.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ReloadInterval과 --watch 출력 주기는 서로 다릅니다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4.1 로딩 시점 · 0 / 15 / 30초와 5초 출력</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13</a:t>
            </a:r>
          </a:p>
        </p:txBody>
      </p:sp>
      <p:sp>
        <p:nvSpPr>
          <p:cNvPr id="6" name="Rounded Rectangle 5"/>
          <p:cNvSpPr/>
          <p:nvPr/>
        </p:nvSpPr>
        <p:spPr>
          <a:xfrm>
            <a:off x="585216" y="1865376"/>
            <a:ext cx="3520440" cy="2075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65376"/>
            <a:ext cx="50292" cy="207568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48256"/>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Reload = 0</a:t>
            </a:r>
          </a:p>
        </p:txBody>
      </p:sp>
      <p:sp>
        <p:nvSpPr>
          <p:cNvPr id="9" name="TextBox 8"/>
          <p:cNvSpPr txBox="1"/>
          <p:nvPr/>
        </p:nvSpPr>
        <p:spPr>
          <a:xfrm>
            <a:off x="795528" y="2615184"/>
            <a:ext cx="3099816" cy="116128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자동 갱신 끄기</a:t>
            </a:r>
          </a:p>
          <a:p>
            <a:pPr algn="l">
              <a:lnSpc>
                <a:spcPct val="110000"/>
              </a:lnSpc>
              <a:spcBef>
                <a:spcPts val="0"/>
              </a:spcBef>
              <a:spcAft>
                <a:spcPts val="0"/>
              </a:spcAft>
            </a:pPr>
            <a:r>
              <a:rPr sz="1340" b="0" lang="ko-KR">
                <a:solidFill>
                  <a:srgbClr val="333333"/>
                </a:solidFill>
                <a:latin typeface="Segoe UI"/>
                <a:ea typeface="Malgun Gothic"/>
                <a:cs typeface="Segoe UI"/>
              </a:rPr>
              <a:t>앱 시작 시 로딩</a:t>
            </a:r>
          </a:p>
        </p:txBody>
      </p:sp>
      <p:sp>
        <p:nvSpPr>
          <p:cNvPr id="10" name="Rounded Rectangle 9"/>
          <p:cNvSpPr/>
          <p:nvPr/>
        </p:nvSpPr>
        <p:spPr>
          <a:xfrm>
            <a:off x="4334256" y="1865376"/>
            <a:ext cx="3520440" cy="2075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6" y="1865376"/>
            <a:ext cx="50292" cy="20756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48256"/>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Reload = 15 / 30</a:t>
            </a:r>
          </a:p>
        </p:txBody>
      </p:sp>
      <p:sp>
        <p:nvSpPr>
          <p:cNvPr id="13" name="TextBox 12"/>
          <p:cNvSpPr txBox="1"/>
          <p:nvPr/>
        </p:nvSpPr>
        <p:spPr>
          <a:xfrm>
            <a:off x="4544568" y="2615184"/>
            <a:ext cx="3099816" cy="116128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주기적으로 변경 조회</a:t>
            </a:r>
          </a:p>
          <a:p>
            <a:pPr algn="l">
              <a:lnSpc>
                <a:spcPct val="110000"/>
              </a:lnSpc>
              <a:spcBef>
                <a:spcPts val="0"/>
              </a:spcBef>
              <a:spcAft>
                <a:spcPts val="0"/>
              </a:spcAft>
            </a:pPr>
            <a:r>
              <a:rPr sz="1340" b="0" lang="ko-KR">
                <a:solidFill>
                  <a:srgbClr val="333333"/>
                </a:solidFill>
                <a:latin typeface="Segoe UI"/>
                <a:ea typeface="Malgun Gothic"/>
                <a:cs typeface="Segoe UI"/>
              </a:rPr>
              <a:t>즉시 Push 아님</a:t>
            </a:r>
          </a:p>
        </p:txBody>
      </p:sp>
      <p:sp>
        <p:nvSpPr>
          <p:cNvPr id="14" name="Rounded Rectangle 13"/>
          <p:cNvSpPr/>
          <p:nvPr/>
        </p:nvSpPr>
        <p:spPr>
          <a:xfrm>
            <a:off x="8083296" y="1865376"/>
            <a:ext cx="3520440" cy="2075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865376"/>
            <a:ext cx="50292" cy="207568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48256"/>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--watch = 5초</a:t>
            </a:r>
          </a:p>
        </p:txBody>
      </p:sp>
      <p:sp>
        <p:nvSpPr>
          <p:cNvPr id="17" name="TextBox 16"/>
          <p:cNvSpPr txBox="1"/>
          <p:nvPr/>
        </p:nvSpPr>
        <p:spPr>
          <a:xfrm>
            <a:off x="8293608" y="2615184"/>
            <a:ext cx="3099816" cy="116128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현재 IConfiguration을</a:t>
            </a:r>
          </a:p>
          <a:p>
            <a:pPr algn="l">
              <a:lnSpc>
                <a:spcPct val="110000"/>
              </a:lnSpc>
              <a:spcBef>
                <a:spcPts val="0"/>
              </a:spcBef>
              <a:spcAft>
                <a:spcPts val="0"/>
              </a:spcAft>
            </a:pPr>
            <a:r>
              <a:rPr sz="1340" b="0" lang="ko-KR">
                <a:solidFill>
                  <a:srgbClr val="333333"/>
                </a:solidFill>
                <a:latin typeface="Segoe UI"/>
                <a:ea typeface="Malgun Gothic"/>
                <a:cs typeface="Segoe UI"/>
              </a:rPr>
              <a:t>5초마다 화면에 출력</a:t>
            </a:r>
          </a:p>
        </p:txBody>
      </p:sp>
      <p:sp>
        <p:nvSpPr>
          <p:cNvPr id="18" name="TextBox 17"/>
          <p:cNvSpPr txBox="1"/>
          <p:nvPr/>
        </p:nvSpPr>
        <p:spPr>
          <a:xfrm>
            <a:off x="667512" y="4361688"/>
            <a:ext cx="10735056" cy="457200"/>
          </a:xfrm>
          <a:prstGeom prst="rect">
            <a:avLst/>
          </a:prstGeom>
          <a:noFill/>
        </p:spPr>
        <p:txBody>
          <a:bodyPr wrap="square" lIns="0" rIns="0" tIns="0" bIns="0">
            <a:spAutoFit/>
          </a:bodyPr>
          <a:lstStyle/>
          <a:p>
            <a:pPr algn="l">
              <a:lnSpc>
                <a:spcPct val="110000"/>
              </a:lnSpc>
              <a:spcBef>
                <a:spcPts val="0"/>
              </a:spcBef>
              <a:spcAft>
                <a:spcPts val="0"/>
              </a:spcAft>
            </a:pPr>
            <a:r>
              <a:rPr sz="2000" b="1" lang="ko-KR">
                <a:solidFill>
                  <a:srgbClr val="008575"/>
                </a:solidFill>
                <a:latin typeface="Segoe UI Semibold"/>
                <a:ea typeface="Malgun Gothic"/>
                <a:cs typeface="Segoe UI"/>
              </a:rPr>
              <a:t>직접 조회는 GetSecretAsync를 호출할 때마다 Vault에 접근합니다.</a:t>
            </a:r>
          </a:p>
        </p:txBody>
      </p:sp>
      <p:sp>
        <p:nvSpPr>
          <p:cNvPr id="19" name="TextBox 18"/>
          <p:cNvSpPr txBox="1"/>
          <p:nvPr/>
        </p:nvSpPr>
        <p:spPr>
          <a:xfrm>
            <a:off x="667512" y="5029200"/>
            <a:ext cx="10735056" cy="502920"/>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333333"/>
                </a:solidFill>
                <a:latin typeface="Segoe UI"/>
                <a:ea typeface="Malgun Gothic"/>
                <a:cs typeface="Segoe UI"/>
              </a:rPr>
              <a:t>IConfiguration은 공급자가 보유한 현재 값을 읽습니다. 변경 알림은 Secret 값 변경 횟수와 항상 같지는 않습니다.</a:t>
            </a:r>
          </a:p>
        </p:txBody>
      </p:sp>
      <p:sp>
        <p:nvSpPr>
          <p:cNvPr id="20" name="Rectangle 19"/>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설정이 바뀌어도 이미 만든 DB 연결 풀·외부 SDK 객체가 자동 재생성되는 것은 아닙니다.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클라이언트 재사용과 값 캐시는 다른 문제입니다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4.2 메모리 캐싱 · 같은 10회 읽기의 Vault Get 수 비교</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14</a:t>
            </a:r>
          </a:p>
        </p:txBody>
      </p:sp>
      <p:sp>
        <p:nvSpPr>
          <p:cNvPr id="6" name="Rounded Rectangle 5"/>
          <p:cNvSpPr/>
          <p:nvPr/>
        </p:nvSpPr>
        <p:spPr>
          <a:xfrm>
            <a:off x="585216" y="1847088"/>
            <a:ext cx="5330952" cy="23042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230428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29968"/>
            <a:ext cx="4910328"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캐시 없음</a:t>
            </a:r>
          </a:p>
        </p:txBody>
      </p:sp>
      <p:sp>
        <p:nvSpPr>
          <p:cNvPr id="9" name="TextBox 8"/>
          <p:cNvSpPr txBox="1"/>
          <p:nvPr/>
        </p:nvSpPr>
        <p:spPr>
          <a:xfrm>
            <a:off x="795528" y="2596896"/>
            <a:ext cx="4910328" cy="138988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10회 읽기</a:t>
            </a:r>
          </a:p>
          <a:p>
            <a:pPr algn="l">
              <a:lnSpc>
                <a:spcPct val="110000"/>
              </a:lnSpc>
              <a:spcBef>
                <a:spcPts val="0"/>
              </a:spcBef>
              <a:spcAft>
                <a:spcPts val="0"/>
              </a:spcAft>
            </a:pPr>
            <a:r>
              <a:rPr sz="1340" b="0" lang="ko-KR">
                <a:solidFill>
                  <a:srgbClr val="333333"/>
                </a:solidFill>
                <a:latin typeface="Segoe UI"/>
                <a:ea typeface="Malgun Gothic"/>
                <a:cs typeface="Segoe UI"/>
              </a:rPr>
              <a:t>logical_get_calls = 10</a:t>
            </a:r>
          </a:p>
          <a:p>
            <a:pPr algn="l">
              <a:lnSpc>
                <a:spcPct val="110000"/>
              </a:lnSpc>
              <a:spcBef>
                <a:spcPts val="0"/>
              </a:spcBef>
              <a:spcAft>
                <a:spcPts val="0"/>
              </a:spcAft>
            </a:pPr>
            <a:r>
              <a:rPr sz="1340" b="0" lang="ko-KR">
                <a:solidFill>
                  <a:srgbClr val="333333"/>
                </a:solidFill>
                <a:latin typeface="Segoe UI"/>
                <a:ea typeface="Malgun Gothic"/>
                <a:cs typeface="Segoe UI"/>
              </a:rPr>
              <a:t/>
            </a:r>
          </a:p>
          <a:p>
            <a:pPr algn="l">
              <a:lnSpc>
                <a:spcPct val="110000"/>
              </a:lnSpc>
              <a:spcBef>
                <a:spcPts val="0"/>
              </a:spcBef>
              <a:spcAft>
                <a:spcPts val="0"/>
              </a:spcAft>
            </a:pPr>
            <a:r>
              <a:rPr sz="1340" b="0" lang="ko-KR">
                <a:solidFill>
                  <a:srgbClr val="333333"/>
                </a:solidFill>
                <a:latin typeface="Segoe UI"/>
                <a:ea typeface="Malgun Gothic"/>
                <a:cs typeface="Segoe UI"/>
              </a:rPr>
              <a:t>매 요청 지연·스로틀링·장애 의존</a:t>
            </a:r>
          </a:p>
        </p:txBody>
      </p:sp>
      <p:sp>
        <p:nvSpPr>
          <p:cNvPr id="10" name="Rounded Rectangle 9"/>
          <p:cNvSpPr/>
          <p:nvPr/>
        </p:nvSpPr>
        <p:spPr>
          <a:xfrm>
            <a:off x="6245352" y="1847088"/>
            <a:ext cx="5358384" cy="23042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847088"/>
            <a:ext cx="50292" cy="230428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029968"/>
            <a:ext cx="4937760"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TTL 캐시 사용</a:t>
            </a:r>
          </a:p>
        </p:txBody>
      </p:sp>
      <p:sp>
        <p:nvSpPr>
          <p:cNvPr id="13" name="TextBox 12"/>
          <p:cNvSpPr txBox="1"/>
          <p:nvPr/>
        </p:nvSpPr>
        <p:spPr>
          <a:xfrm>
            <a:off x="6455664" y="2596896"/>
            <a:ext cx="4937760" cy="138988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10회 읽기</a:t>
            </a:r>
          </a:p>
          <a:p>
            <a:pPr algn="l">
              <a:lnSpc>
                <a:spcPct val="110000"/>
              </a:lnSpc>
              <a:spcBef>
                <a:spcPts val="0"/>
              </a:spcBef>
              <a:spcAft>
                <a:spcPts val="0"/>
              </a:spcAft>
            </a:pPr>
            <a:r>
              <a:rPr sz="1340" b="0" lang="ko-KR">
                <a:solidFill>
                  <a:srgbClr val="333333"/>
                </a:solidFill>
                <a:latin typeface="Segoe UI"/>
                <a:ea typeface="Malgun Gothic"/>
                <a:cs typeface="Segoe UI"/>
              </a:rPr>
              <a:t>logical_get_calls = 1</a:t>
            </a:r>
          </a:p>
          <a:p>
            <a:pPr algn="l">
              <a:lnSpc>
                <a:spcPct val="110000"/>
              </a:lnSpc>
              <a:spcBef>
                <a:spcPts val="0"/>
              </a:spcBef>
              <a:spcAft>
                <a:spcPts val="0"/>
              </a:spcAft>
            </a:pPr>
            <a:r>
              <a:rPr sz="1340" b="0" lang="ko-KR">
                <a:solidFill>
                  <a:srgbClr val="333333"/>
                </a:solidFill>
                <a:latin typeface="Segoe UI"/>
                <a:ea typeface="Malgun Gothic"/>
                <a:cs typeface="Segoe UI"/>
              </a:rPr>
              <a:t/>
            </a:r>
          </a:p>
          <a:p>
            <a:pPr algn="l">
              <a:lnSpc>
                <a:spcPct val="110000"/>
              </a:lnSpc>
              <a:spcBef>
                <a:spcPts val="0"/>
              </a:spcBef>
              <a:spcAft>
                <a:spcPts val="0"/>
              </a:spcAft>
            </a:pPr>
            <a:r>
              <a:rPr sz="1340" b="0" lang="ko-KR">
                <a:solidFill>
                  <a:srgbClr val="333333"/>
                </a:solidFill>
                <a:latin typeface="Segoe UI"/>
                <a:ea typeface="Malgun Gothic"/>
                <a:cs typeface="Segoe UI"/>
              </a:rPr>
              <a:t>TTL 만료 뒤 다음 읽기에서 갱신</a:t>
            </a:r>
          </a:p>
        </p:txBody>
      </p:sp>
      <p:sp>
        <p:nvSpPr>
          <p:cNvPr id="14" name="TextBox 13"/>
          <p:cNvSpPr txBox="1"/>
          <p:nvPr/>
        </p:nvSpPr>
        <p:spPr>
          <a:xfrm>
            <a:off x="685800" y="4553712"/>
            <a:ext cx="10707624" cy="393192"/>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0078D4"/>
                </a:solidFill>
                <a:latin typeface="Segoe UI Semibold"/>
                <a:ea typeface="Malgun Gothic"/>
                <a:cs typeface="Segoe UI"/>
              </a:rPr>
              <a:t>Credential 재사용 → 토큰 캐시 · SecretClient 재사용 → 전송 자원 재사용</a:t>
            </a:r>
          </a:p>
        </p:txBody>
      </p:sp>
      <p:sp>
        <p:nvSpPr>
          <p:cNvPr id="15" name="TextBox 14"/>
          <p:cNvSpPr txBox="1"/>
          <p:nvPr/>
        </p:nvSpPr>
        <p:spPr>
          <a:xfrm>
            <a:off x="685800" y="5102352"/>
            <a:ext cx="10707624" cy="393192"/>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008575"/>
                </a:solidFill>
                <a:latin typeface="Segoe UI Semibold"/>
                <a:ea typeface="Malgun Gothic"/>
                <a:cs typeface="Segoe UI"/>
              </a:rPr>
              <a:t>Secret 값 캐시 → 앱 또는 Configuration 공급자의 별도 정책</a:t>
            </a:r>
          </a:p>
        </p:txBody>
      </p:sp>
      <p:sp>
        <p:nvSpPr>
          <p:cNvPr id="16" name="Rectangle 15"/>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logical_get_calls는 SDK 재시도·인증 HTTP를 제외한 논리적 Secret Get 호출 수입니다.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환경은 분리하고, 실제 Secret은 소스에 두지 않습니다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5. 환경별 구성 · dev / stg / prod</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15</a:t>
            </a:r>
          </a:p>
        </p:txBody>
      </p:sp>
      <p:graphicFrame>
        <p:nvGraphicFramePr>
          <p:cNvPr id="6" name="Table 5"/>
          <p:cNvGraphicFramePr>
            <a:graphicFrameLocks noGrp="1"/>
          </p:cNvGraphicFramePr>
          <p:nvPr/>
        </p:nvGraphicFramePr>
        <p:xfrm>
          <a:off x="585216" y="1847088"/>
          <a:ext cx="11018520" cy="2404872"/>
        </p:xfrm>
        <a:graphic>
          <a:graphicData uri="http://schemas.openxmlformats.org/drawingml/2006/table">
            <a:tbl>
              <a:tblPr firstRow="1" bandRow="1">
                <a:tableStyleId>{5C22544A-7EE6-4342-B048-85BDC9FD1C3A}</a:tableStyleId>
              </a:tblPr>
              <a:tblGrid>
                <a:gridCol w="1417320"/>
                <a:gridCol w="2953512"/>
                <a:gridCol w="6647688"/>
              </a:tblGrid>
              <a:tr h="429768">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환경</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Vault 예</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권장 구성</a:t>
                      </a:r>
                    </a:p>
                  </a:txBody>
                  <a:tcPr marL="118872" marR="118872" marT="54864" marB="54864">
                    <a:solidFill>
                      <a:srgbClr val="243A5E"/>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dev</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앱별 개발 Vault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개발자 신원 또는 실습 SP · 가상 데이터</a:t>
                      </a:r>
                    </a:p>
                  </a:txBody>
                  <a:tcPr marL="118872" marR="118872" marT="54864" marB="54864">
                    <a:solidFill>
                      <a:srgbClr val="F2F6FA"/>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stg</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앱별 사전 운영 Vault</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별도 앱 MI · 운영과 권한 분리</a:t>
                      </a:r>
                    </a:p>
                  </a:txBody>
                  <a:tcPr marL="118872" marR="118872" marT="54864" marB="54864">
                    <a:solidFill>
                      <a:srgbClr val="FFFFFF"/>
                    </a:solidFill>
                  </a:tcPr>
                </a:tc>
              </a:tr>
              <a:tr h="658368">
                <a:tc>
                  <a:txBody>
                    <a:bodyPr anchor="ctr" wrap="square" lIns="0" rIns="0" tIns="0" bIns="0"/>
                    <a:lstStyle/>
                    <a:p>
                      <a:pPr algn="l">
                        <a:lnSpc>
                          <a:spcPct val="110000"/>
                        </a:lnSpc>
                        <a:spcBef>
                          <a:spcPts val="0"/>
                        </a:spcBef>
                        <a:spcAft>
                          <a:spcPts val="0"/>
                        </a:spcAft>
                      </a:pPr>
                      <a:r>
                        <a:rPr sz="1270" b="1" lang="ko-KR">
                          <a:solidFill>
                            <a:srgbClr val="0078D4"/>
                          </a:solidFill>
                          <a:latin typeface="Segoe UI Semibold"/>
                          <a:ea typeface="Malgun Gothic"/>
                          <a:cs typeface="Segoe UI"/>
                        </a:rPr>
                        <a:t>prod</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앱별 운영 Vault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70" b="0" lang="ko-KR">
                          <a:solidFill>
                            <a:srgbClr val="333333"/>
                          </a:solidFill>
                          <a:latin typeface="Segoe UI"/>
                          <a:ea typeface="Malgun Gothic"/>
                          <a:cs typeface="Segoe UI"/>
                        </a:rPr>
                        <a:t>운영 MI · 최소 권한 · 네트워크 · 감사</a:t>
                      </a:r>
                    </a:p>
                  </a:txBody>
                  <a:tcPr marL="118872" marR="118872" marT="54864" marB="54864">
                    <a:solidFill>
                      <a:srgbClr val="F2F6FA"/>
                    </a:solidFill>
                  </a:tcPr>
                </a:tc>
              </a:tr>
            </a:tbl>
          </a:graphicData>
        </a:graphic>
      </p:graphicFrame>
      <p:sp>
        <p:nvSpPr>
          <p:cNvPr id="7" name="Rounded Rectangle 6"/>
          <p:cNvSpPr/>
          <p:nvPr/>
        </p:nvSpPr>
        <p:spPr>
          <a:xfrm>
            <a:off x="585216" y="4379976"/>
            <a:ext cx="5321808" cy="12344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379976"/>
            <a:ext cx="50292" cy="12344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562856"/>
            <a:ext cx="4901184"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Vault URI</a:t>
            </a:r>
          </a:p>
        </p:txBody>
      </p:sp>
      <p:sp>
        <p:nvSpPr>
          <p:cNvPr id="10" name="TextBox 9"/>
          <p:cNvSpPr txBox="1"/>
          <p:nvPr/>
        </p:nvSpPr>
        <p:spPr>
          <a:xfrm>
            <a:off x="795528" y="5129784"/>
            <a:ext cx="4901184" cy="32004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비밀이 아니므로 환경 설정에 저장 가능</a:t>
            </a:r>
          </a:p>
        </p:txBody>
      </p:sp>
      <p:sp>
        <p:nvSpPr>
          <p:cNvPr id="11" name="Rounded Rectangle 10"/>
          <p:cNvSpPr/>
          <p:nvPr/>
        </p:nvSpPr>
        <p:spPr>
          <a:xfrm>
            <a:off x="6245352" y="4379976"/>
            <a:ext cx="5358384" cy="12344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4379976"/>
            <a:ext cx="50292" cy="12344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4562856"/>
            <a:ext cx="4937760"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dotnet user-secrets</a:t>
            </a:r>
          </a:p>
        </p:txBody>
      </p:sp>
      <p:sp>
        <p:nvSpPr>
          <p:cNvPr id="14" name="TextBox 13"/>
          <p:cNvSpPr txBox="1"/>
          <p:nvPr/>
        </p:nvSpPr>
        <p:spPr>
          <a:xfrm>
            <a:off x="6455664" y="5129784"/>
            <a:ext cx="4937760" cy="320040"/>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개발 편의 저장소 · 운영 비밀 저장소 아님</a:t>
            </a:r>
          </a:p>
        </p:txBody>
      </p:sp>
      <p:sp>
        <p:nvSpPr>
          <p:cNvPr id="15" name="Rectangle 14"/>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같은 키는 나중에 추가된 공급자가 우선합니다. 필수 Secret에 로컬 기본값이 다시 나타나지 않게 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Latest는 새 버전을 향하고, Pinned는 지정 버전을 유지합니다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6.1·6.2 버전 · 조회 URI와 반영 시점</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16</a:t>
            </a:r>
          </a:p>
        </p:txBody>
      </p:sp>
      <p:sp>
        <p:nvSpPr>
          <p:cNvPr id="6" name="Rounded Rectangle 5"/>
          <p:cNvSpPr/>
          <p:nvPr/>
        </p:nvSpPr>
        <p:spPr>
          <a:xfrm>
            <a:off x="585216" y="1837943"/>
            <a:ext cx="11018520" cy="100584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37943"/>
            <a:ext cx="50292" cy="10058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02536"/>
            <a:ext cx="10652760" cy="694944"/>
          </a:xfrm>
          <a:prstGeom prst="rect">
            <a:avLst/>
          </a:prstGeom>
          <a:noFill/>
        </p:spPr>
        <p:txBody>
          <a:bodyPr wrap="square" lIns="0" rIns="0" tIns="0" bIns="0">
            <a:spAutoFit/>
          </a:bodyPr>
          <a:lstStyle/>
          <a:p>
            <a:pPr algn="l">
              <a:lnSpc>
                <a:spcPct val="110000"/>
              </a:lnSpc>
              <a:spcBef>
                <a:spcPts val="0"/>
              </a:spcBef>
              <a:spcAft>
                <a:spcPts val="0"/>
              </a:spcAft>
            </a:pPr>
            <a:r>
              <a:rPr sz="1300" b="0" lang="ko-KR">
                <a:solidFill>
                  <a:srgbClr val="333333"/>
                </a:solidFill>
                <a:latin typeface="Consolas"/>
                <a:ea typeface="Malgun Gothic"/>
                <a:cs typeface="Segoe UI"/>
              </a:rPr>
              <a:t>Latest  https://&lt;vault&gt;.vault.azure.net/secrets/&lt;name&gt;</a:t>
            </a:r>
          </a:p>
          <a:p>
            <a:pPr algn="l">
              <a:lnSpc>
                <a:spcPct val="110000"/>
              </a:lnSpc>
              <a:spcBef>
                <a:spcPts val="0"/>
              </a:spcBef>
              <a:spcAft>
                <a:spcPts val="0"/>
              </a:spcAft>
            </a:pPr>
            <a:r>
              <a:rPr sz="1300" b="0" lang="ko-KR">
                <a:solidFill>
                  <a:srgbClr val="333333"/>
                </a:solidFill>
                <a:latin typeface="Consolas"/>
                <a:ea typeface="Malgun Gothic"/>
                <a:cs typeface="Segoe UI"/>
              </a:rPr>
              <a:t>Pinned  https://&lt;vault&gt;.vault.azure.net/secrets/&lt;name&gt;/&lt;version&gt;</a:t>
            </a:r>
          </a:p>
        </p:txBody>
      </p:sp>
      <p:graphicFrame>
        <p:nvGraphicFramePr>
          <p:cNvPr id="9" name="Table 8"/>
          <p:cNvGraphicFramePr>
            <a:graphicFrameLocks noGrp="1"/>
          </p:cNvGraphicFramePr>
          <p:nvPr/>
        </p:nvGraphicFramePr>
        <p:xfrm>
          <a:off x="585216" y="3163824"/>
          <a:ext cx="11018520" cy="2770632"/>
        </p:xfrm>
        <a:graphic>
          <a:graphicData uri="http://schemas.openxmlformats.org/drawingml/2006/table">
            <a:tbl>
              <a:tblPr firstRow="1" bandRow="1">
                <a:tableStyleId>{5C22544A-7EE6-4342-B048-85BDC9FD1C3A}</a:tableStyleId>
              </a:tblPr>
              <a:tblGrid>
                <a:gridCol w="1920240"/>
                <a:gridCol w="4553712"/>
                <a:gridCol w="4544568"/>
              </a:tblGrid>
              <a:tr h="393192">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구분</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Latest</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Pinned</a:t>
                      </a:r>
                    </a:p>
                  </a:txBody>
                  <a:tcPr marL="118872" marR="118872" marT="54864" marB="54864">
                    <a:solidFill>
                      <a:srgbClr val="243A5E"/>
                    </a:solidFill>
                  </a:tcPr>
                </a:tc>
              </a:tr>
              <a:tr h="548640">
                <a:tc>
                  <a:txBody>
                    <a:bodyPr anchor="ctr" wrap="square" lIns="0" rIns="0" tIns="0" bIns="0"/>
                    <a:lstStyle/>
                    <a:p>
                      <a:pPr algn="l">
                        <a:lnSpc>
                          <a:spcPct val="110000"/>
                        </a:lnSpc>
                        <a:spcBef>
                          <a:spcPts val="0"/>
                        </a:spcBef>
                        <a:spcAft>
                          <a:spcPts val="0"/>
                        </a:spcAft>
                      </a:pPr>
                      <a:r>
                        <a:rPr sz="1170" b="1" lang="ko-KR">
                          <a:solidFill>
                            <a:srgbClr val="0078D4"/>
                          </a:solidFill>
                          <a:latin typeface="Segoe UI Semibold"/>
                          <a:ea typeface="Malgun Gothic"/>
                          <a:cs typeface="Segoe UI"/>
                        </a:rPr>
                        <a:t>서비스 조회</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조회 시점의 최신 버전</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지정한 버전</a:t>
                      </a:r>
                    </a:p>
                  </a:txBody>
                  <a:tcPr marL="118872" marR="118872" marT="54864" marB="54864">
                    <a:solidFill>
                      <a:srgbClr val="F2F6FA"/>
                    </a:solidFill>
                  </a:tcPr>
                </a:tc>
              </a:tr>
              <a:tr h="548640">
                <a:tc>
                  <a:txBody>
                    <a:bodyPr anchor="ctr" wrap="square" lIns="0" rIns="0" tIns="0" bIns="0"/>
                    <a:lstStyle/>
                    <a:p>
                      <a:pPr algn="l">
                        <a:lnSpc>
                          <a:spcPct val="110000"/>
                        </a:lnSpc>
                        <a:spcBef>
                          <a:spcPts val="0"/>
                        </a:spcBef>
                        <a:spcAft>
                          <a:spcPts val="0"/>
                        </a:spcAft>
                      </a:pPr>
                      <a:r>
                        <a:rPr sz="1170" b="1" lang="ko-KR">
                          <a:solidFill>
                            <a:srgbClr val="0078D4"/>
                          </a:solidFill>
                          <a:latin typeface="Segoe UI Semibold"/>
                          <a:ea typeface="Malgun Gothic"/>
                          <a:cs typeface="Segoe UI"/>
                        </a:rPr>
                        <a:t>앱 반영</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재조회·캐시·재시작에 좌우</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참조 변경 전까지 유지</a:t>
                      </a:r>
                    </a:p>
                  </a:txBody>
                  <a:tcPr marL="118872" marR="118872" marT="54864" marB="54864">
                    <a:solidFill>
                      <a:srgbClr val="FFFFFF"/>
                    </a:solidFill>
                  </a:tcPr>
                </a:tc>
              </a:tr>
              <a:tr h="612648">
                <a:tc>
                  <a:txBody>
                    <a:bodyPr anchor="ctr" wrap="square" lIns="0" rIns="0" tIns="0" bIns="0"/>
                    <a:lstStyle/>
                    <a:p>
                      <a:pPr algn="l">
                        <a:lnSpc>
                          <a:spcPct val="110000"/>
                        </a:lnSpc>
                        <a:spcBef>
                          <a:spcPts val="0"/>
                        </a:spcBef>
                        <a:spcAft>
                          <a:spcPts val="0"/>
                        </a:spcAft>
                      </a:pPr>
                      <a:r>
                        <a:rPr sz="1170" b="1" lang="ko-KR">
                          <a:solidFill>
                            <a:srgbClr val="0078D4"/>
                          </a:solidFill>
                          <a:latin typeface="Segoe UI Semibold"/>
                          <a:ea typeface="Malgun Gothic"/>
                          <a:cs typeface="Segoe UI"/>
                        </a:rPr>
                        <a:t>적합</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일반 Secret 회전 반영</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재현·감사·통제 배포·복호화 키</a:t>
                      </a:r>
                    </a:p>
                  </a:txBody>
                  <a:tcPr marL="118872" marR="118872" marT="54864" marB="54864">
                    <a:solidFill>
                      <a:srgbClr val="F2F6FA"/>
                    </a:solidFill>
                  </a:tcPr>
                </a:tc>
              </a:tr>
              <a:tr h="667512">
                <a:tc>
                  <a:txBody>
                    <a:bodyPr anchor="ctr" wrap="square" lIns="0" rIns="0" tIns="0" bIns="0"/>
                    <a:lstStyle/>
                    <a:p>
                      <a:pPr algn="l">
                        <a:lnSpc>
                          <a:spcPct val="110000"/>
                        </a:lnSpc>
                        <a:spcBef>
                          <a:spcPts val="0"/>
                        </a:spcBef>
                        <a:spcAft>
                          <a:spcPts val="0"/>
                        </a:spcAft>
                      </a:pPr>
                      <a:r>
                        <a:rPr sz="1170" b="1" lang="ko-KR">
                          <a:solidFill>
                            <a:srgbClr val="0078D4"/>
                          </a:solidFill>
                          <a:latin typeface="Segoe UI Semibold"/>
                          <a:ea typeface="Malgun Gothic"/>
                          <a:cs typeface="Segoe UI"/>
                        </a:rPr>
                        <a:t>주의</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disabled 시 이전 버전 자동 복귀 아님</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70" b="0" lang="ko-KR">
                          <a:solidFill>
                            <a:srgbClr val="333333"/>
                          </a:solidFill>
                          <a:latin typeface="Segoe UI"/>
                          <a:ea typeface="Malgun Gothic"/>
                          <a:cs typeface="Segoe UI"/>
                        </a:rPr>
                        <a:t>존재·enabled·외부 자격 증명 확인</a:t>
                      </a:r>
                    </a:p>
                  </a:txBody>
                  <a:tcPr marL="118872" marR="118872" marT="54864" marB="54864">
                    <a:solidFill>
                      <a:srgbClr val="FFFFFF"/>
                    </a:solidFill>
                  </a:tcPr>
                </a:tc>
              </a:tr>
            </a:tbl>
          </a:graphicData>
        </a:graphic>
      </p:graphicFrame>
      <p:sp>
        <p:nvSpPr>
          <p:cNvPr id="10" name="Rectangle 9"/>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이전 Vault Secret을 읽는 것만으로 DB/API의 이전 암호가 다시 유효해지는 것은 아닙니다.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버전 메타데이터와 실제 사용 가능성은 구분합니다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6. 버전 운영 · ID·삭제·만료 경계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17</a:t>
            </a:r>
          </a:p>
        </p:txBody>
      </p:sp>
      <p:sp>
        <p:nvSpPr>
          <p:cNvPr id="6" name="Rounded Rectangle 5"/>
          <p:cNvSpPr/>
          <p:nvPr/>
        </p:nvSpPr>
        <p:spPr>
          <a:xfrm>
            <a:off x="585216" y="1856231"/>
            <a:ext cx="3520440" cy="22128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56231"/>
            <a:ext cx="50292" cy="22128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39112"/>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Version ID</a:t>
            </a:r>
          </a:p>
        </p:txBody>
      </p:sp>
      <p:sp>
        <p:nvSpPr>
          <p:cNvPr id="9" name="TextBox 8"/>
          <p:cNvSpPr txBox="1"/>
          <p:nvPr/>
        </p:nvSpPr>
        <p:spPr>
          <a:xfrm>
            <a:off x="795528" y="2606039"/>
            <a:ext cx="3099816" cy="129844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서비스가 부여한 32문자 식별자</a:t>
            </a:r>
          </a:p>
          <a:p>
            <a:pPr algn="l">
              <a:lnSpc>
                <a:spcPct val="110000"/>
              </a:lnSpc>
              <a:spcBef>
                <a:spcPts val="0"/>
              </a:spcBef>
              <a:spcAft>
                <a:spcPts val="0"/>
              </a:spcAft>
            </a:pPr>
            <a:r>
              <a:rPr sz="1340" b="0" lang="ko-KR">
                <a:solidFill>
                  <a:srgbClr val="333333"/>
                </a:solidFill>
                <a:latin typeface="Segoe UI"/>
                <a:ea typeface="Malgun Gothic"/>
                <a:cs typeface="Segoe UI"/>
              </a:rPr>
              <a:t>값의 해시가 아님</a:t>
            </a:r>
          </a:p>
        </p:txBody>
      </p:sp>
      <p:sp>
        <p:nvSpPr>
          <p:cNvPr id="10" name="Rounded Rectangle 9"/>
          <p:cNvSpPr/>
          <p:nvPr/>
        </p:nvSpPr>
        <p:spPr>
          <a:xfrm>
            <a:off x="4334256" y="1856231"/>
            <a:ext cx="3520440" cy="22128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6" y="1856231"/>
            <a:ext cx="50292" cy="221284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39112"/>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삭제</a:t>
            </a:r>
          </a:p>
        </p:txBody>
      </p:sp>
      <p:sp>
        <p:nvSpPr>
          <p:cNvPr id="13" name="TextBox 12"/>
          <p:cNvSpPr txBox="1"/>
          <p:nvPr/>
        </p:nvSpPr>
        <p:spPr>
          <a:xfrm>
            <a:off x="4544568" y="2606039"/>
            <a:ext cx="3099816" cy="129844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개별 버전 삭제는 지원하지 않음</a:t>
            </a:r>
          </a:p>
          <a:p>
            <a:pPr algn="l">
              <a:lnSpc>
                <a:spcPct val="110000"/>
              </a:lnSpc>
              <a:spcBef>
                <a:spcPts val="0"/>
              </a:spcBef>
              <a:spcAft>
                <a:spcPts val="0"/>
              </a:spcAft>
            </a:pPr>
            <a:r>
              <a:rPr sz="1340" b="0" lang="ko-KR">
                <a:solidFill>
                  <a:srgbClr val="333333"/>
                </a:solidFill>
                <a:latin typeface="Segoe UI"/>
                <a:ea typeface="Malgun Gothic"/>
                <a:cs typeface="Segoe UI"/>
              </a:rPr>
              <a:t>이름 삭제는 모든 버전에 영향</a:t>
            </a:r>
          </a:p>
        </p:txBody>
      </p:sp>
      <p:sp>
        <p:nvSpPr>
          <p:cNvPr id="14" name="Rounded Rectangle 13"/>
          <p:cNvSpPr/>
          <p:nvPr/>
        </p:nvSpPr>
        <p:spPr>
          <a:xfrm>
            <a:off x="8083296" y="1856231"/>
            <a:ext cx="3520440" cy="22128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856231"/>
            <a:ext cx="50292" cy="221284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39112"/>
            <a:ext cx="3099816" cy="384048"/>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exp / nbf</a:t>
            </a:r>
          </a:p>
        </p:txBody>
      </p:sp>
      <p:sp>
        <p:nvSpPr>
          <p:cNvPr id="17" name="TextBox 16"/>
          <p:cNvSpPr txBox="1"/>
          <p:nvPr/>
        </p:nvSpPr>
        <p:spPr>
          <a:xfrm>
            <a:off x="8293608" y="2606039"/>
            <a:ext cx="3099816" cy="1298448"/>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Get이 항상 차단된다고 가정 금지</a:t>
            </a:r>
          </a:p>
          <a:p>
            <a:pPr algn="l">
              <a:lnSpc>
                <a:spcPct val="110000"/>
              </a:lnSpc>
              <a:spcBef>
                <a:spcPts val="0"/>
              </a:spcBef>
              <a:spcAft>
                <a:spcPts val="0"/>
              </a:spcAft>
            </a:pPr>
            <a:r>
              <a:rPr sz="1340" b="0" lang="ko-KR">
                <a:solidFill>
                  <a:srgbClr val="333333"/>
                </a:solidFill>
                <a:latin typeface="Segoe UI"/>
                <a:ea typeface="Malgun Gothic"/>
                <a:cs typeface="Segoe UI"/>
              </a:rPr>
              <a:t>앱에서 추가 검사 가능</a:t>
            </a:r>
          </a:p>
        </p:txBody>
      </p:sp>
      <p:sp>
        <p:nvSpPr>
          <p:cNvPr id="18" name="TextBox 17"/>
          <p:cNvSpPr txBox="1"/>
          <p:nvPr/>
        </p:nvSpPr>
        <p:spPr>
          <a:xfrm>
            <a:off x="658368" y="4498848"/>
            <a:ext cx="10808208" cy="502920"/>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243A5E"/>
                </a:solidFill>
                <a:latin typeface="Segoe UI Semibold"/>
                <a:ea typeface="Malgun Gothic"/>
                <a:cs typeface="Segoe UI"/>
              </a:rPr>
              <a:t>Configuration 공급자는 기본 동작을 유지하고, 직접 조회 샘플은 메타데이터를 추가 검사합니다.</a:t>
            </a:r>
          </a:p>
        </p:txBody>
      </p:sp>
      <p:sp>
        <p:nvSpPr>
          <p:cNvPr id="19" name="TextBox 18"/>
          <p:cNvSpPr txBox="1"/>
          <p:nvPr/>
        </p:nvSpPr>
        <p:spPr>
          <a:xfrm>
            <a:off x="658368" y="5148072"/>
            <a:ext cx="10808208" cy="402336"/>
          </a:xfrm>
          <a:prstGeom prst="rect">
            <a:avLst/>
          </a:prstGeom>
          <a:noFill/>
        </p:spPr>
        <p:txBody>
          <a:bodyPr wrap="square" lIns="0" rIns="0" tIns="0" bIns="0">
            <a:spAutoFit/>
          </a:bodyPr>
          <a:lstStyle/>
          <a:p>
            <a:pPr algn="l">
              <a:lnSpc>
                <a:spcPct val="110000"/>
              </a:lnSpc>
              <a:spcBef>
                <a:spcPts val="0"/>
              </a:spcBef>
              <a:spcAft>
                <a:spcPts val="0"/>
              </a:spcAft>
            </a:pPr>
            <a:r>
              <a:rPr sz="1400" b="0" lang="ko-KR">
                <a:solidFill>
                  <a:srgbClr val="737373"/>
                </a:solidFill>
                <a:latin typeface="Segoe UI"/>
                <a:ea typeface="Malgun Gothic"/>
                <a:cs typeface="Segoe UI"/>
              </a:rPr>
              <a:t>새 버전 생성과 속성·태그 수정은 같은 작업이 아닙니다.</a:t>
            </a:r>
          </a:p>
        </p:txBody>
      </p:sp>
      <p:sp>
        <p:nvSpPr>
          <p:cNvPr id="20" name="Rectangle 19"/>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Secret · Key · Certificate 모두 버전이 있지만, 속성 의미와 적용 작업은 객체 종류에 따라 다릅니다.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오류는 인증 → 권한 → 네트워크 → 이름 → 캐시 순으로 좁힙니다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7. 오류 확인 · 값 없는 로그로 원인 분리</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18</a:t>
            </a:r>
          </a:p>
        </p:txBody>
      </p:sp>
      <p:graphicFrame>
        <p:nvGraphicFramePr>
          <p:cNvPr id="6" name="Table 5"/>
          <p:cNvGraphicFramePr>
            <a:graphicFrameLocks noGrp="1"/>
          </p:cNvGraphicFramePr>
          <p:nvPr/>
        </p:nvGraphicFramePr>
        <p:xfrm>
          <a:off x="585216" y="1792224"/>
          <a:ext cx="11018520" cy="3511296"/>
        </p:xfrm>
        <a:graphic>
          <a:graphicData uri="http://schemas.openxmlformats.org/drawingml/2006/table">
            <a:tbl>
              <a:tblPr firstRow="1" bandRow="1">
                <a:tableStyleId>{5C22544A-7EE6-4342-B048-85BDC9FD1C3A}</a:tableStyleId>
              </a:tblPr>
              <a:tblGrid>
                <a:gridCol w="2377440"/>
                <a:gridCol w="3913632"/>
                <a:gridCol w="4727448"/>
              </a:tblGrid>
              <a:tr h="393192">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증상</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대표 원인</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먼저 볼 것</a:t>
                      </a:r>
                    </a:p>
                  </a:txBody>
                  <a:tcPr marL="118872" marR="118872" marT="54864" marB="54864">
                    <a:solidFill>
                      <a:srgbClr val="243A5E"/>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SP 인증 실패</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ID·Secret Value·만료·테넌트</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제공받은 앱 자격 증명</a:t>
                      </a:r>
                    </a:p>
                  </a:txBody>
                  <a:tcPr marL="118872" marR="118872" marT="54864" marB="54864">
                    <a:solidFill>
                      <a:srgbClr val="F2F6FA"/>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403 Forbidden</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역할·범위·전파·방화벽</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실제 신원과 네트워크 경로</a:t>
                      </a:r>
                    </a:p>
                  </a:txBody>
                  <a:tcPr marL="118872" marR="118872" marT="54864" marB="54864">
                    <a:solidFill>
                      <a:srgbClr val="FFFFFF"/>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404 NotFound</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이름·버전·Vault 환경</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 이름과 Pinned 버전</a:t>
                      </a:r>
                    </a:p>
                  </a:txBody>
                  <a:tcPr marL="118872" marR="118872" marT="54864" marB="54864">
                    <a:solidFill>
                      <a:srgbClr val="F2F6FA"/>
                    </a:solidFill>
                  </a:tcPr>
                </a:tc>
              </a:tr>
              <a:tr h="612648">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값이 안 바뀜</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Reload·캐시·Pinned·연결 풀</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어느 계층이 값을 보관하는가</a:t>
                      </a:r>
                    </a:p>
                  </a:txBody>
                  <a:tcPr marL="118872" marR="118872" marT="54864" marB="54864">
                    <a:solidFill>
                      <a:srgbClr val="FFFFFF"/>
                    </a:solidFill>
                  </a:tcPr>
                </a:tc>
              </a:tr>
              <a:tr h="667512">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Reference 원문</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로컬 또는 플랫폼 해석 실패</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플랫폼 상태와 MI Get 권한</a:t>
                      </a:r>
                    </a:p>
                  </a:txBody>
                  <a:tcPr marL="118872" marR="118872" marT="54864" marB="54864">
                    <a:solidFill>
                      <a:srgbClr val="F2F6FA"/>
                    </a:solidFill>
                  </a:tcPr>
                </a:tc>
              </a:tr>
            </a:tbl>
          </a:graphicData>
        </a:graphic>
      </p:graphicFrame>
      <p:sp>
        <p:nvSpPr>
          <p:cNvPr id="7" name="Rectangle 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Administrator 역할 추가, 방화벽 해제, TLS 검증 비활성화로 우회하지 않습니다.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3000" b="1" lang="ko-KR">
                <a:solidFill>
                  <a:srgbClr val="243A5E"/>
                </a:solidFill>
                <a:latin typeface="Segoe UI Semibold"/>
                <a:ea typeface="Malgun Gothic"/>
                <a:cs typeface="Segoe UI"/>
              </a:rPr>
              <a:t>Lab 2는 설명과 같은 순서로 확인합니다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8. 실습 흐름 · 강사 시연 후 고객이 같은 소스로 반복</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.NET 애플리케이션 연동</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19</a:t>
            </a:r>
          </a:p>
        </p:txBody>
      </p:sp>
      <p:sp>
        <p:nvSpPr>
          <p:cNvPr id="6" name="Oval 5"/>
          <p:cNvSpPr/>
          <p:nvPr/>
        </p:nvSpPr>
        <p:spPr>
          <a:xfrm>
            <a:off x="1728216" y="1956816"/>
            <a:ext cx="420624" cy="42062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28216" y="2020824"/>
            <a:ext cx="420624"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1</a:t>
            </a:r>
          </a:p>
        </p:txBody>
      </p:sp>
      <p:sp>
        <p:nvSpPr>
          <p:cNvPr id="8" name="Rounded Rectangle 7"/>
          <p:cNvSpPr/>
          <p:nvPr/>
        </p:nvSpPr>
        <p:spPr>
          <a:xfrm>
            <a:off x="585216" y="2624328"/>
            <a:ext cx="2496312"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935224"/>
            <a:ext cx="2240280" cy="365760"/>
          </a:xfrm>
          <a:prstGeom prst="rect">
            <a:avLst/>
          </a:prstGeom>
          <a:noFill/>
        </p:spPr>
        <p:txBody>
          <a:bodyPr wrap="square" lIns="0" rIns="0" tIns="0" bIns="0">
            <a:spAutoFit/>
          </a:bodyPr>
          <a:lstStyle/>
          <a:p>
            <a:pPr algn="ctr">
              <a:lnSpc>
                <a:spcPct val="110000"/>
              </a:lnSpc>
              <a:spcBef>
                <a:spcPts val="0"/>
              </a:spcBef>
              <a:spcAft>
                <a:spcPts val="0"/>
              </a:spcAft>
            </a:pPr>
            <a:r>
              <a:rPr sz="1700" b="1" lang="ko-KR">
                <a:solidFill>
                  <a:srgbClr val="0078D4"/>
                </a:solidFill>
                <a:latin typeface="Segoe UI Semibold"/>
                <a:ea typeface="Malgun Gothic"/>
                <a:cs typeface="Segoe UI"/>
              </a:rPr>
              <a:t>인증</a:t>
            </a:r>
          </a:p>
        </p:txBody>
      </p:sp>
      <p:sp>
        <p:nvSpPr>
          <p:cNvPr id="10" name="TextBox 9"/>
          <p:cNvSpPr txBox="1"/>
          <p:nvPr/>
        </p:nvSpPr>
        <p:spPr>
          <a:xfrm>
            <a:off x="713232" y="3739896"/>
            <a:ext cx="2240280" cy="64008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243A5E"/>
                </a:solidFill>
                <a:latin typeface="Segoe UI Semibold"/>
                <a:ea typeface="Malgun Gothic"/>
                <a:cs typeface="Segoe UI"/>
              </a:rPr>
              <a:t>DefaultAzureCredential</a:t>
            </a:r>
          </a:p>
          <a:p>
            <a:pPr algn="ctr">
              <a:lnSpc>
                <a:spcPct val="110000"/>
              </a:lnSpc>
              <a:spcBef>
                <a:spcPts val="0"/>
              </a:spcBef>
              <a:spcAft>
                <a:spcPts val="0"/>
              </a:spcAft>
            </a:pPr>
            <a:r>
              <a:rPr sz="1350" b="1" lang="ko-KR">
                <a:solidFill>
                  <a:srgbClr val="243A5E"/>
                </a:solidFill>
                <a:latin typeface="Segoe UI Semibold"/>
                <a:ea typeface="Malgun Gothic"/>
                <a:cs typeface="Segoe UI"/>
              </a:rPr>
              <a:t>전용 비교</a:t>
            </a:r>
          </a:p>
        </p:txBody>
      </p:sp>
      <p:sp>
        <p:nvSpPr>
          <p:cNvPr id="11" name="Oval 10"/>
          <p:cNvSpPr/>
          <p:nvPr/>
        </p:nvSpPr>
        <p:spPr>
          <a:xfrm>
            <a:off x="4517136" y="1956816"/>
            <a:ext cx="420624" cy="420624"/>
          </a:xfrm>
          <a:prstGeom prst="ellipse">
            <a:avLst/>
          </a:prstGeom>
          <a:solidFill>
            <a:srgbClr val="00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2020824"/>
            <a:ext cx="420624"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2</a:t>
            </a:r>
          </a:p>
        </p:txBody>
      </p:sp>
      <p:sp>
        <p:nvSpPr>
          <p:cNvPr id="13" name="Rounded Rectangle 12"/>
          <p:cNvSpPr/>
          <p:nvPr/>
        </p:nvSpPr>
        <p:spPr>
          <a:xfrm>
            <a:off x="3374136" y="2624328"/>
            <a:ext cx="2496312"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2935224"/>
            <a:ext cx="2240280" cy="365760"/>
          </a:xfrm>
          <a:prstGeom prst="rect">
            <a:avLst/>
          </a:prstGeom>
          <a:noFill/>
        </p:spPr>
        <p:txBody>
          <a:bodyPr wrap="square" lIns="0" rIns="0" tIns="0" bIns="0">
            <a:spAutoFit/>
          </a:bodyPr>
          <a:lstStyle/>
          <a:p>
            <a:pPr algn="ctr">
              <a:lnSpc>
                <a:spcPct val="110000"/>
              </a:lnSpc>
              <a:spcBef>
                <a:spcPts val="0"/>
              </a:spcBef>
              <a:spcAft>
                <a:spcPts val="0"/>
              </a:spcAft>
            </a:pPr>
            <a:r>
              <a:rPr sz="1700" b="1" lang="ko-KR">
                <a:solidFill>
                  <a:srgbClr val="008575"/>
                </a:solidFill>
                <a:latin typeface="Segoe UI Semibold"/>
                <a:ea typeface="Malgun Gothic"/>
                <a:cs typeface="Segoe UI"/>
              </a:rPr>
              <a:t>A / B</a:t>
            </a:r>
          </a:p>
        </p:txBody>
      </p:sp>
      <p:sp>
        <p:nvSpPr>
          <p:cNvPr id="15" name="TextBox 14"/>
          <p:cNvSpPr txBox="1"/>
          <p:nvPr/>
        </p:nvSpPr>
        <p:spPr>
          <a:xfrm>
            <a:off x="3502152" y="3739896"/>
            <a:ext cx="2240280" cy="64008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243A5E"/>
                </a:solidFill>
                <a:latin typeface="Segoe UI Semibold"/>
                <a:ea typeface="Malgun Gothic"/>
                <a:cs typeface="Segoe UI"/>
              </a:rPr>
              <a:t>Configuration</a:t>
            </a:r>
          </a:p>
          <a:p>
            <a:pPr algn="ctr">
              <a:lnSpc>
                <a:spcPct val="110000"/>
              </a:lnSpc>
              <a:spcBef>
                <a:spcPts val="0"/>
              </a:spcBef>
              <a:spcAft>
                <a:spcPts val="0"/>
              </a:spcAft>
            </a:pPr>
            <a:r>
              <a:rPr sz="1350" b="1" lang="ko-KR">
                <a:solidFill>
                  <a:srgbClr val="243A5E"/>
                </a:solidFill>
                <a:latin typeface="Segoe UI Semibold"/>
                <a:ea typeface="Malgun Gothic"/>
                <a:cs typeface="Segoe UI"/>
              </a:rPr>
              <a:t>SecretClient</a:t>
            </a:r>
          </a:p>
        </p:txBody>
      </p:sp>
      <p:sp>
        <p:nvSpPr>
          <p:cNvPr id="16" name="Oval 15"/>
          <p:cNvSpPr/>
          <p:nvPr/>
        </p:nvSpPr>
        <p:spPr>
          <a:xfrm>
            <a:off x="7306055" y="1956816"/>
            <a:ext cx="420624" cy="42062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06055" y="2020824"/>
            <a:ext cx="420624"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3</a:t>
            </a:r>
          </a:p>
        </p:txBody>
      </p:sp>
      <p:sp>
        <p:nvSpPr>
          <p:cNvPr id="18" name="Rounded Rectangle 17"/>
          <p:cNvSpPr/>
          <p:nvPr/>
        </p:nvSpPr>
        <p:spPr>
          <a:xfrm>
            <a:off x="6163055" y="2624328"/>
            <a:ext cx="2496312"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1071" y="2935224"/>
            <a:ext cx="2240280" cy="365760"/>
          </a:xfrm>
          <a:prstGeom prst="rect">
            <a:avLst/>
          </a:prstGeom>
          <a:noFill/>
        </p:spPr>
        <p:txBody>
          <a:bodyPr wrap="square" lIns="0" rIns="0" tIns="0" bIns="0">
            <a:spAutoFit/>
          </a:bodyPr>
          <a:lstStyle/>
          <a:p>
            <a:pPr algn="ctr">
              <a:lnSpc>
                <a:spcPct val="110000"/>
              </a:lnSpc>
              <a:spcBef>
                <a:spcPts val="0"/>
              </a:spcBef>
              <a:spcAft>
                <a:spcPts val="0"/>
              </a:spcAft>
            </a:pPr>
            <a:r>
              <a:rPr sz="1700" b="1" lang="ko-KR">
                <a:solidFill>
                  <a:srgbClr val="0078D4"/>
                </a:solidFill>
                <a:latin typeface="Segoe UI Semibold"/>
                <a:ea typeface="Malgun Gothic"/>
                <a:cs typeface="Segoe UI"/>
              </a:rPr>
              <a:t>갱신</a:t>
            </a:r>
          </a:p>
        </p:txBody>
      </p:sp>
      <p:sp>
        <p:nvSpPr>
          <p:cNvPr id="20" name="TextBox 19"/>
          <p:cNvSpPr txBox="1"/>
          <p:nvPr/>
        </p:nvSpPr>
        <p:spPr>
          <a:xfrm>
            <a:off x="6291071" y="3739896"/>
            <a:ext cx="2240280" cy="64008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243A5E"/>
                </a:solidFill>
                <a:latin typeface="Segoe UI Semibold"/>
                <a:ea typeface="Malgun Gothic"/>
                <a:cs typeface="Segoe UI"/>
              </a:rPr>
              <a:t>ReloadInterval</a:t>
            </a:r>
          </a:p>
          <a:p>
            <a:pPr algn="ctr">
              <a:lnSpc>
                <a:spcPct val="110000"/>
              </a:lnSpc>
              <a:spcBef>
                <a:spcPts val="0"/>
              </a:spcBef>
              <a:spcAft>
                <a:spcPts val="0"/>
              </a:spcAft>
            </a:pPr>
            <a:r>
              <a:rPr sz="1350" b="1" lang="ko-KR">
                <a:solidFill>
                  <a:srgbClr val="243A5E"/>
                </a:solidFill>
                <a:latin typeface="Segoe UI Semibold"/>
                <a:ea typeface="Malgun Gothic"/>
                <a:cs typeface="Segoe UI"/>
              </a:rPr>
              <a:t>TTL Cache</a:t>
            </a:r>
          </a:p>
        </p:txBody>
      </p:sp>
      <p:sp>
        <p:nvSpPr>
          <p:cNvPr id="21" name="Oval 20"/>
          <p:cNvSpPr/>
          <p:nvPr/>
        </p:nvSpPr>
        <p:spPr>
          <a:xfrm>
            <a:off x="10094976" y="1956816"/>
            <a:ext cx="420624" cy="420624"/>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94976" y="2020824"/>
            <a:ext cx="420624" cy="201168"/>
          </a:xfrm>
          <a:prstGeom prst="rect">
            <a:avLst/>
          </a:prstGeom>
          <a:noFill/>
        </p:spPr>
        <p:txBody>
          <a:bodyPr wrap="square" lIns="0" rIns="0" tIns="0" bIns="0">
            <a:spAutoFit/>
          </a:bodyPr>
          <a:lstStyle/>
          <a:p>
            <a:pPr algn="ctr">
              <a:lnSpc>
                <a:spcPct val="110000"/>
              </a:lnSpc>
              <a:spcBef>
                <a:spcPts val="0"/>
              </a:spcBef>
              <a:spcAft>
                <a:spcPts val="0"/>
              </a:spcAft>
            </a:pPr>
            <a:r>
              <a:rPr sz="1150" b="1" lang="ko-KR">
                <a:solidFill>
                  <a:srgbClr val="FFFFFF"/>
                </a:solidFill>
                <a:latin typeface="Segoe UI Semibold"/>
                <a:ea typeface="Malgun Gothic"/>
                <a:cs typeface="Segoe UI"/>
              </a:rPr>
              <a:t>4</a:t>
            </a:r>
          </a:p>
        </p:txBody>
      </p:sp>
      <p:sp>
        <p:nvSpPr>
          <p:cNvPr id="23" name="Rounded Rectangle 22"/>
          <p:cNvSpPr/>
          <p:nvPr/>
        </p:nvSpPr>
        <p:spPr>
          <a:xfrm>
            <a:off x="8951976" y="2624328"/>
            <a:ext cx="2496312"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79992" y="2935224"/>
            <a:ext cx="2240280" cy="365760"/>
          </a:xfrm>
          <a:prstGeom prst="rect">
            <a:avLst/>
          </a:prstGeom>
          <a:noFill/>
        </p:spPr>
        <p:txBody>
          <a:bodyPr wrap="square" lIns="0" rIns="0" tIns="0" bIns="0">
            <a:spAutoFit/>
          </a:bodyPr>
          <a:lstStyle/>
          <a:p>
            <a:pPr algn="ctr">
              <a:lnSpc>
                <a:spcPct val="110000"/>
              </a:lnSpc>
              <a:spcBef>
                <a:spcPts val="0"/>
              </a:spcBef>
              <a:spcAft>
                <a:spcPts val="0"/>
              </a:spcAft>
            </a:pPr>
            <a:r>
              <a:rPr sz="1700" b="1" lang="ko-KR">
                <a:solidFill>
                  <a:srgbClr val="243A5E"/>
                </a:solidFill>
                <a:latin typeface="Segoe UI Semibold"/>
                <a:ea typeface="Malgun Gothic"/>
                <a:cs typeface="Segoe UI"/>
              </a:rPr>
              <a:t>운영</a:t>
            </a:r>
          </a:p>
        </p:txBody>
      </p:sp>
      <p:sp>
        <p:nvSpPr>
          <p:cNvPr id="25" name="TextBox 24"/>
          <p:cNvSpPr txBox="1"/>
          <p:nvPr/>
        </p:nvSpPr>
        <p:spPr>
          <a:xfrm>
            <a:off x="9079992" y="3739896"/>
            <a:ext cx="2240280" cy="640080"/>
          </a:xfrm>
          <a:prstGeom prst="rect">
            <a:avLst/>
          </a:prstGeom>
          <a:noFill/>
        </p:spPr>
        <p:txBody>
          <a:bodyPr wrap="square" lIns="0" rIns="0" tIns="0" bIns="0">
            <a:spAutoFit/>
          </a:bodyPr>
          <a:lstStyle/>
          <a:p>
            <a:pPr algn="ctr">
              <a:lnSpc>
                <a:spcPct val="110000"/>
              </a:lnSpc>
              <a:spcBef>
                <a:spcPts val="0"/>
              </a:spcBef>
              <a:spcAft>
                <a:spcPts val="0"/>
              </a:spcAft>
            </a:pPr>
            <a:r>
              <a:rPr sz="1350" b="1" lang="ko-KR">
                <a:solidFill>
                  <a:srgbClr val="243A5E"/>
                </a:solidFill>
                <a:latin typeface="Segoe UI Semibold"/>
                <a:ea typeface="Malgun Gothic"/>
                <a:cs typeface="Segoe UI"/>
              </a:rPr>
              <a:t>환경 · 버전</a:t>
            </a:r>
          </a:p>
          <a:p>
            <a:pPr algn="ctr">
              <a:lnSpc>
                <a:spcPct val="110000"/>
              </a:lnSpc>
              <a:spcBef>
                <a:spcPts val="0"/>
              </a:spcBef>
              <a:spcAft>
                <a:spcPts val="0"/>
              </a:spcAft>
            </a:pPr>
            <a:r>
              <a:rPr sz="1350" b="1" lang="ko-KR">
                <a:solidFill>
                  <a:srgbClr val="243A5E"/>
                </a:solidFill>
                <a:latin typeface="Segoe UI Semibold"/>
                <a:ea typeface="Malgun Gothic"/>
                <a:cs typeface="Segoe UI"/>
              </a:rPr>
              <a:t>오류 확인</a:t>
            </a:r>
          </a:p>
        </p:txBody>
      </p:sp>
      <p:sp>
        <p:nvSpPr>
          <p:cNvPr id="26" name="TextBox 25"/>
          <p:cNvSpPr txBox="1"/>
          <p:nvPr/>
        </p:nvSpPr>
        <p:spPr>
          <a:xfrm>
            <a:off x="658368" y="5175504"/>
            <a:ext cx="10808208" cy="384048"/>
          </a:xfrm>
          <a:prstGeom prst="rect">
            <a:avLst/>
          </a:prstGeom>
          <a:noFill/>
        </p:spPr>
        <p:txBody>
          <a:bodyPr wrap="square" lIns="0" rIns="0" tIns="0" bIns="0">
            <a:spAutoFit/>
          </a:bodyPr>
          <a:lstStyle/>
          <a:p>
            <a:pPr algn="l">
              <a:lnSpc>
                <a:spcPct val="110000"/>
              </a:lnSpc>
              <a:spcBef>
                <a:spcPts val="0"/>
              </a:spcBef>
              <a:spcAft>
                <a:spcPts val="0"/>
              </a:spcAft>
            </a:pPr>
            <a:r>
              <a:rPr sz="1400" b="0" lang="ko-KR">
                <a:solidFill>
                  <a:srgbClr val="737373"/>
                </a:solidFill>
                <a:latin typeface="Segoe UI"/>
                <a:ea typeface="Malgun Gothic"/>
                <a:cs typeface="Segoe UI"/>
              </a:rPr>
              <a:t>Framework 4.8 Console + .NET 10 Web · 실제 Azure 접근이 없으면 오프라인 검사로 대체</a:t>
            </a:r>
          </a:p>
        </p:txBody>
      </p:sp>
      <p:sp>
        <p:nvSpPr>
          <p:cNvPr id="27" name="Rectangle 2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플랫폼 Reference · Azure 배포 · 플랫폼 갱신은 실습하지 않습니다.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4000" b="1" lang="ko-KR">
                <a:solidFill>
                  <a:srgbClr val="FFFFFF"/>
                </a:solidFill>
                <a:latin typeface="Segoe UI Semibold"/>
                <a:ea typeface="Malgun Gothic"/>
                <a:cs typeface="Segoe UI"/>
              </a:rPr>
              <a:t>8. Lab 2 실습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2800" b="1" lang="ko-KR">
                <a:solidFill>
                  <a:srgbClr val="243A5E"/>
                </a:solidFill>
                <a:latin typeface="Segoe UI Semibold"/>
                <a:ea typeface="Malgun Gothic"/>
                <a:cs typeface="Segoe UI"/>
              </a:rPr>
              <a:t>DefaultAzureCredential 전체 체인과 선택 조건</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부록 A1 · 인증 체인 상세</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21</a:t>
            </a:r>
          </a:p>
        </p:txBody>
      </p:sp>
      <p:graphicFrame>
        <p:nvGraphicFramePr>
          <p:cNvPr id="6" name="Table 5"/>
          <p:cNvGraphicFramePr>
            <a:graphicFrameLocks noGrp="1"/>
          </p:cNvGraphicFramePr>
          <p:nvPr/>
        </p:nvGraphicFramePr>
        <p:xfrm>
          <a:off x="585216" y="1773936"/>
          <a:ext cx="11018520" cy="3813048"/>
        </p:xfrm>
        <a:graphic>
          <a:graphicData uri="http://schemas.openxmlformats.org/drawingml/2006/table">
            <a:tbl>
              <a:tblPr firstRow="1" bandRow="1">
                <a:tableStyleId>{5C22544A-7EE6-4342-B048-85BDC9FD1C3A}</a:tableStyleId>
              </a:tblPr>
              <a:tblGrid>
                <a:gridCol w="941832"/>
                <a:gridCol w="3255264"/>
                <a:gridCol w="6821424"/>
              </a:tblGrid>
              <a:tr h="393192">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순서</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Credential</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워크숍에서의 의미</a:t>
                      </a:r>
                    </a:p>
                  </a:txBody>
                  <a:tcPr marL="118872" marR="118872" marT="54864" marB="54864">
                    <a:solidFill>
                      <a:srgbClr val="243A5E"/>
                    </a:solidFill>
                  </a:tcPr>
                </a:tc>
              </a:tr>
              <a:tr h="55778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1</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Environment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제공받은 SP 변수 · 전용 실습의 기본 선택</a:t>
                      </a:r>
                    </a:p>
                  </a:txBody>
                  <a:tcPr marL="118872" marR="118872" marT="54864" marB="54864">
                    <a:solidFill>
                      <a:srgbClr val="F2F6FA"/>
                    </a:solidFill>
                  </a:tcPr>
                </a:tc>
              </a:tr>
              <a:tr h="55778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2</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Workload Identity</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연합 토큰이 구성된 실행 환경</a:t>
                      </a:r>
                    </a:p>
                  </a:txBody>
                  <a:tcPr marL="118872" marR="118872" marT="54864" marB="54864">
                    <a:solidFill>
                      <a:srgbClr val="FFFFFF"/>
                    </a:solidFill>
                  </a:tcPr>
                </a:tc>
              </a:tr>
              <a:tr h="55778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3</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Managed Identity</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MI가 활성화된 Azure 호스트</a:t>
                      </a:r>
                    </a:p>
                  </a:txBody>
                  <a:tcPr marL="118872" marR="118872" marT="54864" marB="54864">
                    <a:solidFill>
                      <a:srgbClr val="F2F6FA"/>
                    </a:solidFill>
                  </a:tcPr>
                </a:tc>
              </a:tr>
              <a:tr h="55778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4~5</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Visual Studio / VS Code</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로그인·확장·Broker 조건 확인</a:t>
                      </a:r>
                    </a:p>
                  </a:txBody>
                  <a:tcPr marL="118872" marR="118872" marT="54864" marB="54864">
                    <a:solidFill>
                      <a:srgbClr val="FFFFFF"/>
                    </a:solidFill>
                  </a:tcPr>
                </a:tc>
              </a:tr>
              <a:tr h="557784">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6~8</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CLI / PowerShell / azd</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동일 OS·테넌트·권한의 로그인 상태</a:t>
                      </a:r>
                    </a:p>
                  </a:txBody>
                  <a:tcPr marL="118872" marR="118872" marT="54864" marB="54864">
                    <a:solidFill>
                      <a:srgbClr val="F2F6FA"/>
                    </a:solidFill>
                  </a:tcPr>
                </a:tc>
              </a:tr>
              <a:tr h="630936">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선택</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Browser / Broker</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브라우저 기본 제외 · 추가 패키지 조건</a:t>
                      </a:r>
                    </a:p>
                  </a:txBody>
                  <a:tcPr marL="118872" marR="118872" marT="54864" marB="54864">
                    <a:solidFill>
                      <a:srgbClr val="FFFFFF"/>
                    </a:solidFill>
                  </a:tcPr>
                </a:tc>
              </a:tr>
            </a:tbl>
          </a:graphicData>
        </a:graphic>
      </p:graphicFrame>
      <p:sp>
        <p:nvSpPr>
          <p:cNvPr id="7" name="Rectangle 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AZURE_TOKEN_CREDENTIALS selector는 DefaultAzureCredential 전용 실습에서만 사용합니다.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2800" b="1" lang="ko-KR">
                <a:solidFill>
                  <a:srgbClr val="243A5E"/>
                </a:solidFill>
                <a:latin typeface="Segoe UI Semibold"/>
                <a:ea typeface="Malgun Gothic"/>
                <a:cs typeface="Segoe UI"/>
              </a:rPr>
              <a:t>Configuration 수명과 변경 알림을 구분합니다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부록 A2 · Reload / Options / 객체 수명</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22</a:t>
            </a:r>
          </a:p>
        </p:txBody>
      </p:sp>
      <p:graphicFrame>
        <p:nvGraphicFramePr>
          <p:cNvPr id="6" name="Table 5"/>
          <p:cNvGraphicFramePr>
            <a:graphicFrameLocks noGrp="1"/>
          </p:cNvGraphicFramePr>
          <p:nvPr/>
        </p:nvGraphicFramePr>
        <p:xfrm>
          <a:off x="585216" y="1746504"/>
          <a:ext cx="11018520" cy="4206235"/>
        </p:xfrm>
        <a:graphic>
          <a:graphicData uri="http://schemas.openxmlformats.org/drawingml/2006/table">
            <a:tbl>
              <a:tblPr firstRow="1" bandRow="1">
                <a:tableStyleId>{5C22544A-7EE6-4342-B048-85BDC9FD1C3A}</a:tableStyleId>
              </a:tblPr>
              <a:tblGrid>
                <a:gridCol w="2944368"/>
                <a:gridCol w="8074152"/>
              </a:tblGrid>
              <a:tr h="393192">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항목</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의미</a:t>
                      </a:r>
                    </a:p>
                  </a:txBody>
                  <a:tcPr marL="118872" marR="118872" marT="54864" marB="54864">
                    <a:solidFill>
                      <a:srgbClr val="243A5E"/>
                    </a:solidFill>
                  </a:tcPr>
                </a:tc>
              </a:tr>
              <a:tr h="521207">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ReloadInterval = null</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시작 시 로딩 · Vault 변경 자동 재조회 없음</a:t>
                      </a:r>
                    </a:p>
                  </a:txBody>
                  <a:tcPr marL="118872" marR="118872" marT="54864" marB="54864">
                    <a:solidFill>
                      <a:srgbClr val="F2F6FA"/>
                    </a:solidFill>
                  </a:tcPr>
                </a:tc>
              </a:tr>
              <a:tr h="521207">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IConfiguration 직접 조회</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공급자가 보유한 현재 값을 읽음</a:t>
                      </a:r>
                    </a:p>
                  </a:txBody>
                  <a:tcPr marL="118872" marR="118872" marT="54864" marB="54864">
                    <a:solidFill>
                      <a:srgbClr val="FFFFFF"/>
                    </a:solidFill>
                  </a:tcPr>
                </a:tc>
              </a:tr>
              <a:tr h="594360">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GetReloadToken / OnChange</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구성 변경 알림 · Secret 변경 횟수와 항상 동일하지 않음</a:t>
                      </a:r>
                    </a:p>
                  </a:txBody>
                  <a:tcPr marL="118872" marR="118872" marT="54864" marB="54864">
                    <a:solidFill>
                      <a:srgbClr val="F2F6FA"/>
                    </a:solidFill>
                  </a:tcPr>
                </a:tc>
              </a:tr>
              <a:tr h="521207">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IOptions&lt;T&gt;.Value</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처음 만들어진 옵션 객체를 재사용</a:t>
                      </a:r>
                    </a:p>
                  </a:txBody>
                  <a:tcPr marL="118872" marR="118872" marT="54864" marB="54864">
                    <a:solidFill>
                      <a:srgbClr val="FFFFFF"/>
                    </a:solidFill>
                  </a:tcPr>
                </a:tc>
              </a:tr>
              <a:tr h="521207">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IOptionsMonitor&lt;T&gt;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재로딩 후 최신 값과 변경 알림</a:t>
                      </a:r>
                    </a:p>
                  </a:txBody>
                  <a:tcPr marL="118872" marR="118872" marT="54864" marB="54864">
                    <a:solidFill>
                      <a:srgbClr val="F2F6FA"/>
                    </a:solidFill>
                  </a:tcPr>
                </a:tc>
              </a:tr>
              <a:tr h="521207">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IOptionsSnapshot&lt;T&gt;</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ASP.NET Core scoped 수명에서 재평가</a:t>
                      </a:r>
                    </a:p>
                  </a:txBody>
                  <a:tcPr marL="118872" marR="118872" marT="54864" marB="54864">
                    <a:solidFill>
                      <a:srgbClr val="FFFFFF"/>
                    </a:solidFill>
                  </a:tcPr>
                </a:tc>
              </a:tr>
              <a:tr h="61264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기존 DB Pool / SDK</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설정 변경만으로 자동 재생성되지 않음</a:t>
                      </a:r>
                    </a:p>
                  </a:txBody>
                  <a:tcPr marL="118872" marR="118872" marT="54864" marB="54864">
                    <a:solidFill>
                      <a:srgbClr val="F2F6FA"/>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2800" b="1" lang="ko-KR">
                <a:solidFill>
                  <a:srgbClr val="243A5E"/>
                </a:solidFill>
                <a:latin typeface="Segoe UI Semibold"/>
                <a:ea typeface="Malgun Gothic"/>
                <a:cs typeface="Segoe UI"/>
              </a:rPr>
              <a:t>플랫폼별 참조 문법과 갱신 주기가 다릅니다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부록 A3 · 플랫폼 Reference 상세 · 개념만</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23</a:t>
            </a:r>
          </a:p>
        </p:txBody>
      </p:sp>
      <p:graphicFrame>
        <p:nvGraphicFramePr>
          <p:cNvPr id="6" name="Table 5"/>
          <p:cNvGraphicFramePr>
            <a:graphicFrameLocks noGrp="1"/>
          </p:cNvGraphicFramePr>
          <p:nvPr/>
        </p:nvGraphicFramePr>
        <p:xfrm>
          <a:off x="585216" y="1801368"/>
          <a:ext cx="11018519" cy="3465576"/>
        </p:xfrm>
        <a:graphic>
          <a:graphicData uri="http://schemas.openxmlformats.org/drawingml/2006/table">
            <a:tbl>
              <a:tblPr firstRow="1" bandRow="1">
                <a:tableStyleId>{5C22544A-7EE6-4342-B048-85BDC9FD1C3A}</a:tableStyleId>
              </a:tblPr>
              <a:tblGrid>
                <a:gridCol w="2267712"/>
                <a:gridCol w="4133087"/>
                <a:gridCol w="4617720"/>
              </a:tblGrid>
              <a:tr h="448056">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플랫폼</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참조 방식</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버전 없는 참조의 반영</a:t>
                      </a:r>
                    </a:p>
                  </a:txBody>
                  <a:tcPr marL="118872" marR="118872" marT="54864" marB="54864">
                    <a:solidFill>
                      <a:srgbClr val="243A5E"/>
                    </a:solidFill>
                  </a:tcPr>
                </a:tc>
              </a:tr>
              <a:tr h="1005840">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App Service /</a:t>
                      </a:r>
                    </a:p>
                    <a:p>
                      <a:pPr algn="l">
                        <a:lnSpc>
                          <a:spcPct val="110000"/>
                        </a:lnSpc>
                        <a:spcBef>
                          <a:spcPts val="0"/>
                        </a:spcBef>
                        <a:spcAft>
                          <a:spcPts val="0"/>
                        </a:spcAft>
                      </a:pPr>
                      <a:r>
                        <a:rPr sz="1180" b="1" lang="ko-KR">
                          <a:solidFill>
                            <a:srgbClr val="0078D4"/>
                          </a:solidFill>
                          <a:latin typeface="Segoe UI Semibold"/>
                          <a:ea typeface="Malgun Gothic"/>
                          <a:cs typeface="Segoe UI"/>
                        </a:rPr>
                        <a:t>Functions</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@Microsoft.KeyVault(SecretUri=...)</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캐시 사용 · 새 버전을 24시간 이내 반영</a:t>
                      </a:r>
                    </a:p>
                  </a:txBody>
                  <a:tcPr marL="118872" marR="118872" marT="54864" marB="54864">
                    <a:solidFill>
                      <a:srgbClr val="F2F6FA"/>
                    </a:solidFill>
                  </a:tcPr>
                </a:tc>
              </a:tr>
              <a:tr h="1005840">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Container Apps</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keyVaultUrl + identity</a:t>
                      </a:r>
                    </a:p>
                    <a:p>
                      <a:pPr algn="l">
                        <a:lnSpc>
                          <a:spcPct val="110000"/>
                        </a:lnSpc>
                        <a:spcBef>
                          <a:spcPts val="0"/>
                        </a:spcBef>
                        <a:spcAft>
                          <a:spcPts val="0"/>
                        </a:spcAft>
                      </a:pPr>
                      <a:r>
                        <a:rPr sz="1180" b="0" lang="ko-KR">
                          <a:solidFill>
                            <a:srgbClr val="333333"/>
                          </a:solidFill>
                          <a:latin typeface="Segoe UI"/>
                          <a:ea typeface="Malgun Gothic"/>
                          <a:cs typeface="Segoe UI"/>
                        </a:rPr>
                        <a:t>환경 변수는 secretref</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최신 버전을 30분 이내 조회 · 활성 revision 재시작</a:t>
                      </a:r>
                    </a:p>
                  </a:txBody>
                  <a:tcPr marL="118872" marR="118872" marT="54864" marB="54864">
                    <a:solidFill>
                      <a:srgbClr val="FFFFFF"/>
                    </a:solidFill>
                  </a:tcPr>
                </a:tc>
              </a:tr>
              <a:tr h="1005840">
                <a:tc>
                  <a:txBody>
                    <a:bodyPr anchor="ctr" wrap="square" lIns="0" rIns="0" tIns="0" bIns="0"/>
                    <a:lstStyle/>
                    <a:p>
                      <a:pPr algn="l">
                        <a:lnSpc>
                          <a:spcPct val="110000"/>
                        </a:lnSpc>
                        <a:spcBef>
                          <a:spcPts val="0"/>
                        </a:spcBef>
                        <a:spcAft>
                          <a:spcPts val="0"/>
                        </a:spcAft>
                      </a:pPr>
                      <a:r>
                        <a:rPr sz="1180" b="1" lang="ko-KR">
                          <a:solidFill>
                            <a:srgbClr val="0078D4"/>
                          </a:solidFill>
                          <a:latin typeface="Segoe UI Semibold"/>
                          <a:ea typeface="Malgun Gothic"/>
                          <a:cs typeface="Segoe UI"/>
                        </a:rPr>
                        <a:t>로컬 PC</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플랫폼 해석기 없음</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180" b="0" lang="ko-KR">
                          <a:solidFill>
                            <a:srgbClr val="333333"/>
                          </a:solidFill>
                          <a:latin typeface="Segoe UI"/>
                          <a:ea typeface="Malgun Gothic"/>
                          <a:cs typeface="Segoe UI"/>
                        </a:rPr>
                        <a:t>문자열 그대로이므로 SDK 또는 로컬 설정 사용</a:t>
                      </a:r>
                    </a:p>
                  </a:txBody>
                  <a:tcPr marL="118872" marR="118872" marT="54864" marB="54864">
                    <a:solidFill>
                      <a:srgbClr val="F2F6FA"/>
                    </a:solidFill>
                  </a:tcPr>
                </a:tc>
              </a:tr>
            </a:tbl>
          </a:graphicData>
        </a:graphic>
      </p:graphicFrame>
      <p:sp>
        <p:nvSpPr>
          <p:cNvPr id="7" name="Rounded Rectangle 6"/>
          <p:cNvSpPr/>
          <p:nvPr/>
        </p:nvSpPr>
        <p:spPr>
          <a:xfrm>
            <a:off x="585216" y="4855464"/>
            <a:ext cx="11018520" cy="74980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855464"/>
            <a:ext cx="50292" cy="74980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5020056"/>
            <a:ext cx="1965960" cy="301752"/>
          </a:xfrm>
          <a:prstGeom prst="rect">
            <a:avLst/>
          </a:prstGeom>
          <a:noFill/>
        </p:spPr>
        <p:txBody>
          <a:bodyPr wrap="square" lIns="0" rIns="0" tIns="0" bIns="0">
            <a:spAutoFit/>
          </a:bodyPr>
          <a:lstStyle/>
          <a:p>
            <a:pPr algn="l">
              <a:lnSpc>
                <a:spcPct val="110000"/>
              </a:lnSpc>
              <a:spcBef>
                <a:spcPts val="0"/>
              </a:spcBef>
              <a:spcAft>
                <a:spcPts val="0"/>
              </a:spcAft>
            </a:pPr>
            <a:r>
              <a:rPr sz="1600" b="1" lang="ko-KR">
                <a:solidFill>
                  <a:srgbClr val="243A5E"/>
                </a:solidFill>
                <a:latin typeface="Segoe UI Semibold"/>
                <a:ea typeface="Malgun Gothic"/>
                <a:cs typeface="Segoe UI"/>
              </a:rPr>
              <a:t>Pinned 참조</a:t>
            </a:r>
          </a:p>
        </p:txBody>
      </p:sp>
      <p:sp>
        <p:nvSpPr>
          <p:cNvPr id="10" name="TextBox 9"/>
          <p:cNvSpPr txBox="1"/>
          <p:nvPr/>
        </p:nvSpPr>
        <p:spPr>
          <a:xfrm>
            <a:off x="2852928" y="5020056"/>
            <a:ext cx="8458200" cy="301752"/>
          </a:xfrm>
          <a:prstGeom prst="rect">
            <a:avLst/>
          </a:prstGeom>
          <a:noFill/>
        </p:spPr>
        <p:txBody>
          <a:bodyPr wrap="square" lIns="0" rIns="0" tIns="0" bIns="0">
            <a:spAutoFit/>
          </a:bodyPr>
          <a:lstStyle/>
          <a:p>
            <a:pPr algn="l">
              <a:lnSpc>
                <a:spcPct val="110000"/>
              </a:lnSpc>
              <a:spcBef>
                <a:spcPts val="0"/>
              </a:spcBef>
              <a:spcAft>
                <a:spcPts val="0"/>
              </a:spcAft>
            </a:pPr>
            <a:r>
              <a:rPr sz="1340" b="0" lang="ko-KR">
                <a:solidFill>
                  <a:srgbClr val="333333"/>
                </a:solidFill>
                <a:latin typeface="Segoe UI"/>
                <a:ea typeface="Malgun Gothic"/>
                <a:cs typeface="Segoe UI"/>
              </a:rPr>
              <a:t>갱신 주기가 돌아도 다른 버전으로 이동하지 않습니다.</a:t>
            </a:r>
          </a:p>
        </p:txBody>
      </p:sp>
      <p:sp>
        <p:nvSpPr>
          <p:cNvPr id="11" name="Rectangle 1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5888736"/>
            <a:ext cx="10570464" cy="283464"/>
          </a:xfrm>
          <a:prstGeom prst="rect">
            <a:avLst/>
          </a:prstGeom>
          <a:noFill/>
        </p:spPr>
        <p:txBody>
          <a:bodyPr wrap="square" lIns="0" rIns="0" tIns="0" bIns="0">
            <a:spAutoFit/>
          </a:bodyPr>
          <a:lstStyle/>
          <a:p>
            <a:pPr algn="l">
              <a:lnSpc>
                <a:spcPct val="110000"/>
              </a:lnSpc>
              <a:spcBef>
                <a:spcPts val="0"/>
              </a:spcBef>
              <a:spcAft>
                <a:spcPts val="0"/>
              </a:spcAft>
            </a:pPr>
            <a:r>
              <a:rPr sz="1320" b="0" lang="ko-KR">
                <a:solidFill>
                  <a:srgbClr val="008575"/>
                </a:solidFill>
                <a:latin typeface="Segoe UI"/>
                <a:ea typeface="Malgun Gothic"/>
                <a:cs typeface="Segoe UI"/>
              </a:rPr>
              <a:t>일반 앱 Secret 직접 변경과 Key Vault 참조 자동 회전은 같은 동작이 아닙니다.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0000"/>
              </a:lnSpc>
              <a:spcBef>
                <a:spcPts val="0"/>
              </a:spcBef>
              <a:spcAft>
                <a:spcPts val="0"/>
              </a:spcAft>
            </a:pPr>
            <a:r>
              <a:rPr sz="2800" b="1" lang="ko-KR">
                <a:solidFill>
                  <a:srgbClr val="243A5E"/>
                </a:solidFill>
                <a:latin typeface="Segoe UI Semibold"/>
                <a:ea typeface="Malgun Gothic"/>
                <a:cs typeface="Segoe UI"/>
              </a:rPr>
              <a:t>오류 메시지는 값 없이도 충분히 구체적이어야 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0000"/>
              </a:lnSpc>
              <a:spcBef>
                <a:spcPts val="0"/>
              </a:spcBef>
              <a:spcAft>
                <a:spcPts val="0"/>
              </a:spcAft>
            </a:pPr>
            <a:r>
              <a:rPr sz="1350" b="0" lang="ko-KR">
                <a:solidFill>
                  <a:srgbClr val="737373"/>
                </a:solidFill>
                <a:latin typeface="Segoe UI"/>
                <a:ea typeface="Malgun Gothic"/>
                <a:cs typeface="Segoe UI"/>
              </a:rPr>
              <a:t>부록 A4 · 실습 오류 코드와 운영 경계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0000"/>
              </a:lnSpc>
              <a:spcBef>
                <a:spcPts val="0"/>
              </a:spcBef>
              <a:spcAft>
                <a:spcPts val="0"/>
              </a:spcAft>
            </a:pPr>
            <a:r>
              <a:rPr sz="950" b="0" lang="ko-KR">
                <a:solidFill>
                  <a:srgbClr val="737373"/>
                </a:solidFill>
                <a:latin typeface="Segoe UI"/>
                <a:ea typeface="Malgun Gothic"/>
                <a:cs typeface="Segoe UI"/>
              </a:rPr>
              <a:t>MODULE 02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0000"/>
              </a:lnSpc>
              <a:spcBef>
                <a:spcPts val="0"/>
              </a:spcBef>
              <a:spcAft>
                <a:spcPts val="0"/>
              </a:spcAft>
            </a:pPr>
            <a:r>
              <a:rPr sz="1000" b="0" lang="ko-KR">
                <a:solidFill>
                  <a:srgbClr val="737373"/>
                </a:solidFill>
                <a:latin typeface="Segoe UI"/>
                <a:ea typeface="Malgun Gothic"/>
                <a:cs typeface="Segoe UI"/>
              </a:rPr>
              <a:t>24</a:t>
            </a:r>
          </a:p>
        </p:txBody>
      </p:sp>
      <p:graphicFrame>
        <p:nvGraphicFramePr>
          <p:cNvPr id="6" name="Table 5"/>
          <p:cNvGraphicFramePr>
            <a:graphicFrameLocks noGrp="1"/>
          </p:cNvGraphicFramePr>
          <p:nvPr/>
        </p:nvGraphicFramePr>
        <p:xfrm>
          <a:off x="585216" y="1773936"/>
          <a:ext cx="11018520" cy="3730752"/>
        </p:xfrm>
        <a:graphic>
          <a:graphicData uri="http://schemas.openxmlformats.org/drawingml/2006/table">
            <a:tbl>
              <a:tblPr firstRow="1" bandRow="1">
                <a:tableStyleId>{5C22544A-7EE6-4342-B048-85BDC9FD1C3A}</a:tableStyleId>
              </a:tblPr>
              <a:tblGrid>
                <a:gridCol w="3840480"/>
                <a:gridCol w="7178040"/>
              </a:tblGrid>
              <a:tr h="393192">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예시 코드</a:t>
                      </a:r>
                    </a:p>
                  </a:txBody>
                  <a:tcPr marL="118872" marR="118872" marT="54864" marB="54864">
                    <a:solidFill>
                      <a:srgbClr val="243A5E"/>
                    </a:solidFill>
                  </a:tcPr>
                </a:tc>
                <a:tc>
                  <a:txBody>
                    <a:bodyPr anchor="ctr" wrap="square" lIns="0" rIns="0" tIns="0" bIns="0"/>
                    <a:lstStyle/>
                    <a:p>
                      <a:pPr algn="l">
                        <a:lnSpc>
                          <a:spcPct val="110000"/>
                        </a:lnSpc>
                        <a:spcBef>
                          <a:spcPts val="0"/>
                        </a:spcBef>
                        <a:spcAft>
                          <a:spcPts val="0"/>
                        </a:spcAft>
                      </a:pPr>
                      <a:r>
                        <a:rPr sz="1180" b="1" lang="ko-KR">
                          <a:solidFill>
                            <a:srgbClr val="FFFFFF"/>
                          </a:solidFill>
                          <a:latin typeface="Segoe UI Semibold"/>
                          <a:ea typeface="Malgun Gothic"/>
                          <a:cs typeface="Segoe UI"/>
                        </a:rPr>
                        <a:t>의미 / 점검</a:t>
                      </a:r>
                    </a:p>
                  </a:txBody>
                  <a:tcPr marL="118872" marR="118872" marT="54864" marB="54864">
                    <a:solidFill>
                      <a:srgbClr val="243A5E"/>
                    </a:solidFill>
                  </a:tcPr>
                </a:tc>
              </a:tr>
              <a:tr h="65836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MISSING_ENV_AZURE_*</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Tenant · Client · Secret 환경 변수 설정 여부</a:t>
                      </a:r>
                    </a:p>
                  </a:txBody>
                  <a:tcPr marL="118872" marR="118872" marT="54864" marB="54864">
                    <a:solidFill>
                      <a:srgbClr val="F2F6FA"/>
                    </a:solidFill>
                  </a:tcPr>
                </a:tc>
              </a:tr>
              <a:tr h="65836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INVALID_SETTING_KeyVault__*</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Vault URI · Mode · ReloadSeconds 등 형식</a:t>
                      </a:r>
                    </a:p>
                  </a:txBody>
                  <a:tcPr marL="118872" marR="118872" marT="54864" marB="54864">
                    <a:solidFill>
                      <a:srgbClr val="FFFFFF"/>
                    </a:solidFill>
                  </a:tcPr>
                </a:tc>
              </a:tr>
              <a:tr h="65836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MISSING_SETTING_ConnectionStrings__Default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local 모드의 일반 설정 값</a:t>
                      </a:r>
                    </a:p>
                  </a:txBody>
                  <a:tcPr marL="118872" marR="118872" marT="54864" marB="54864">
                    <a:solidFill>
                      <a:srgbClr val="F2F6FA"/>
                    </a:solidFill>
                  </a:tcPr>
                </a:tc>
              </a:tr>
              <a:tr h="65836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SECRET_NOT_USABLE</a:t>
                      </a:r>
                    </a:p>
                  </a:txBody>
                  <a:tcPr marL="118872" marR="118872" marT="54864" marB="54864">
                    <a:solidFill>
                      <a:srgbClr val="FFFFFF"/>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직접 조회 결과의 enabled · exp · nbf · 빈 값</a:t>
                      </a:r>
                    </a:p>
                  </a:txBody>
                  <a:tcPr marL="118872" marR="118872" marT="54864" marB="54864">
                    <a:solidFill>
                      <a:srgbClr val="FFFFFF"/>
                    </a:solidFill>
                  </a:tcPr>
                </a:tc>
              </a:tr>
              <a:tr h="704088">
                <a:tc>
                  <a:txBody>
                    <a:bodyPr anchor="ctr" wrap="square" lIns="0" rIns="0" tIns="0" bIns="0"/>
                    <a:lstStyle/>
                    <a:p>
                      <a:pPr algn="l">
                        <a:lnSpc>
                          <a:spcPct val="110000"/>
                        </a:lnSpc>
                        <a:spcBef>
                          <a:spcPts val="0"/>
                        </a:spcBef>
                        <a:spcAft>
                          <a:spcPts val="0"/>
                        </a:spcAft>
                      </a:pPr>
                      <a:r>
                        <a:rPr sz="1200" b="1" lang="ko-KR">
                          <a:solidFill>
                            <a:srgbClr val="0078D4"/>
                          </a:solidFill>
                          <a:latin typeface="Segoe UI Semibold"/>
                          <a:ea typeface="Malgun Gothic"/>
                          <a:cs typeface="Segoe UI"/>
                        </a:rPr>
                        <a:t>403 / 404 / TIMEOUT</a:t>
                      </a:r>
                    </a:p>
                  </a:txBody>
                  <a:tcPr marL="118872" marR="118872" marT="54864" marB="54864">
                    <a:solidFill>
                      <a:srgbClr val="F2F6FA"/>
                    </a:solidFill>
                  </a:tcPr>
                </a:tc>
                <a:tc>
                  <a:txBody>
                    <a:bodyPr anchor="ctr" wrap="square" lIns="0" rIns="0" tIns="0" bIns="0"/>
                    <a:lstStyle/>
                    <a:p>
                      <a:pPr algn="l">
                        <a:lnSpc>
                          <a:spcPct val="110000"/>
                        </a:lnSpc>
                        <a:spcBef>
                          <a:spcPts val="0"/>
                        </a:spcBef>
                        <a:spcAft>
                          <a:spcPts val="0"/>
                        </a:spcAft>
                      </a:pPr>
                      <a:r>
                        <a:rPr sz="1200" b="0" lang="ko-KR">
                          <a:solidFill>
                            <a:srgbClr val="333333"/>
                          </a:solidFill>
                          <a:latin typeface="Segoe UI"/>
                          <a:ea typeface="Malgun Gothic"/>
                          <a:cs typeface="Segoe UI"/>
                        </a:rPr>
                        <a:t>신원·권한·네트워크·이름·버전을 순서대로 분리</a:t>
                      </a:r>
                    </a:p>
                  </a:txBody>
                  <a:tcPr marL="118872" marR="118872" marT="54864" marB="54864">
                    <a:solidFill>
                      <a:srgbClr val="F2F6FA"/>
                    </a:solidFill>
                  </a:tcPr>
                </a:tc>
              </a:tr>
            </a:tbl>
          </a:graphicData>
        </a:graphic>
      </p:graphicFrame>
      <p:sp>
        <p:nvSpPr>
          <p:cNvPr id="7" name="TextBox 6"/>
          <p:cNvSpPr txBox="1"/>
          <p:nvPr/>
        </p:nvSpPr>
        <p:spPr>
          <a:xfrm>
            <a:off x="658368" y="5367528"/>
            <a:ext cx="10698480" cy="365760"/>
          </a:xfrm>
          <a:prstGeom prst="rect">
            <a:avLst/>
          </a:prstGeom>
          <a:noFill/>
        </p:spPr>
        <p:txBody>
          <a:bodyPr wrap="square" lIns="0" rIns="0" tIns="0" bIns="0">
            <a:spAutoFit/>
          </a:bodyPr>
          <a:lstStyle/>
          <a:p>
            <a:pPr algn="l">
              <a:lnSpc>
                <a:spcPct val="110000"/>
              </a:lnSpc>
              <a:spcBef>
                <a:spcPts val="0"/>
              </a:spcBef>
              <a:spcAft>
                <a:spcPts val="0"/>
              </a:spcAft>
            </a:pPr>
            <a:r>
              <a:rPr sz="1700" b="1" lang="ko-KR">
                <a:solidFill>
                  <a:srgbClr val="008575"/>
                </a:solidFill>
                <a:latin typeface="Segoe UI Semibold"/>
                <a:ea typeface="Malgun Gothic"/>
                <a:cs typeface="Segoe UI"/>
              </a:rPr>
              <a:t>로그에 Client Secret · 토큰 · 원본 Secret 값은 추가하지 않습니다.</a:t>
            </a:r>
          </a:p>
        </p:txBody>
      </p:sp>
    </p:spTree>
  </p:cSld>
  <p:clrMapOvr>
    <a:masterClrMapping/>
  </p:clrMapOvr>
</p:sld>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3.xml><?xml version="1.0" encoding="utf-8"?>
<a:theme xmlns:a="http://schemas.openxmlformats.org/drawingml/2006/main" name="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4.xml><?xml version="1.0" encoding="utf-8"?>
<a:theme xmlns:a="http://schemas.openxmlformats.org/drawingml/2006/main" name="Dark 16x9">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2.potx" id="{9DE343BB-684C-4E39-9ABE-CA20EBB6B8E9}" vid="{2DADB89F-2F3A-458B-84CE-11ACB76D7223}"/>
    </a:ext>
  </a:extLst>
</a:theme>
</file>

<file path=ppt/theme/theme5.xml><?xml version="1.0" encoding="utf-8"?>
<a:theme xmlns:a="http://schemas.openxmlformats.org/drawingml/2006/main" name="Test">
  <a:themeElements>
    <a:clrScheme name="MCAPS">
      <a:dk1>
        <a:srgbClr val="000000"/>
      </a:dk1>
      <a:lt1>
        <a:srgbClr val="FFFFFF"/>
      </a:lt1>
      <a:dk2>
        <a:srgbClr val="3B2E58"/>
      </a:dk2>
      <a:lt2>
        <a:srgbClr val="E6E6E6"/>
      </a:lt2>
      <a:accent1>
        <a:srgbClr val="8661C5"/>
      </a:accent1>
      <a:accent2>
        <a:srgbClr val="0A1F2B"/>
      </a:accent2>
      <a:accent3>
        <a:srgbClr val="0078D4"/>
      </a:accent3>
      <a:accent4>
        <a:srgbClr val="FFB900"/>
      </a:accent4>
      <a:accent5>
        <a:srgbClr val="F4364C"/>
      </a:accent5>
      <a:accent6>
        <a:srgbClr val="D59DFF"/>
      </a:accent6>
      <a:hlink>
        <a:srgbClr val="0078D4"/>
      </a:hlink>
      <a:folHlink>
        <a:srgbClr val="0078D4"/>
      </a:folHlink>
    </a:clrScheme>
    <a:fontScheme name="Custom 5">
      <a:majorFont>
        <a:latin typeface="Segoe UI Variable Display"/>
        <a:ea typeface=""/>
        <a:cs typeface=""/>
      </a:majorFont>
      <a:minorFont>
        <a:latin typeface="Segoe UI Variable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32000">
              <a:srgbClr val="C03BC4"/>
            </a:gs>
            <a:gs pos="100000">
              <a:srgbClr val="399A91"/>
            </a:gs>
            <a:gs pos="68000">
              <a:srgbClr val="0078D4"/>
            </a:gs>
            <a:gs pos="0">
              <a:srgbClr val="FF5C39"/>
            </a:gs>
          </a:gsLst>
          <a:path path="circle">
            <a:fillToRect l="100000" t="100000"/>
          </a:path>
        </a:gradFill>
        <a:ln w="25400">
          <a:noFill/>
          <a:headEnd type="none" w="med" len="med"/>
          <a:tailEnd type="none" w="med" len="med"/>
        </a:ln>
        <a:effectLst/>
      </a:spPr>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marL="0" marR="0" indent="0" algn="ctr" defTabSz="932472" rtl="0" eaLnBrk="1" fontAlgn="base" latinLnBrk="0" hangingPunct="1">
          <a:lnSpc>
            <a:spcPct val="100000"/>
          </a:lnSpc>
          <a:spcBef>
            <a:spcPct val="0"/>
          </a:spcBef>
          <a:spcAft>
            <a:spcPct val="0"/>
          </a:spcAft>
          <a:buClrTx/>
          <a:buSzTx/>
          <a:buFontTx/>
          <a:buNone/>
          <a:tabLst/>
          <a:defRPr kumimoji="0" sz="1800" b="1"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st" id="{14D6B222-068A-4F98-B2D8-20284718B742}" vid="{D72A4739-C47D-4CE1-8FB6-CA1FBE049EE8}"/>
    </a:ext>
  </a:extLst>
</a:theme>
</file>

<file path=ppt/theme/theme6.xml><?xml version="1.0" encoding="utf-8"?>
<a:theme xmlns:a="http://schemas.openxmlformats.org/drawingml/2006/main" name="1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7.xml><?xml version="1.0" encoding="utf-8"?>
<a:theme xmlns:a="http://schemas.openxmlformats.org/drawingml/2006/main" name="1_Build 2019 Black">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F4AA5EB-A638-4D3A-B852-E71E18ED4953}">
  <ds:schemaRefs>
    <ds:schemaRef ds:uri="Strauss.PersonalizationDefinition"/>
  </ds:schemaRefs>
</ds:datastoreItem>
</file>

<file path=customXml/itemProps2.xml><?xml version="1.0" encoding="utf-8"?>
<ds:datastoreItem xmlns:ds="http://schemas.openxmlformats.org/officeDocument/2006/customXml" ds:itemID="{13A5538B-5199-4900-941A-B01E377F2065}">
  <ds:schemaRefs>
    <ds:schemaRef ds:uri="Strauss.PersonalizationDefinition"/>
  </ds:schemaRefs>
</ds:datastoreItem>
</file>

<file path=customXml/itemProps3.xml><?xml version="1.0" encoding="utf-8"?>
<ds:datastoreItem xmlns:ds="http://schemas.openxmlformats.org/officeDocument/2006/customXml" ds:itemID="{DF333A1B-0A9C-4DA8-ADAB-4378B69FDC48}">
  <ds:schemaRefs>
    <ds:schemaRef ds:uri="Strauss.PersonalizationDefinition"/>
  </ds:schemaRefs>
</ds:datastoreItem>
</file>

<file path=customXml/itemProps4.xml><?xml version="1.0" encoding="utf-8"?>
<ds:datastoreItem xmlns:ds="http://schemas.openxmlformats.org/officeDocument/2006/customXml" ds:itemID="{DE0DC7DC-A960-4E6E-BF1B-D3D906B081A2}">
  <ds:schemaRefs>
    <ds:schemaRef ds:uri="Strauss.PersonalizationDefinition"/>
  </ds:schemaRefs>
</ds:datastoreItem>
</file>

<file path=customXml/itemProps5.xml><?xml version="1.0" encoding="utf-8"?>
<ds:datastoreItem xmlns:ds="http://schemas.openxmlformats.org/officeDocument/2006/customXml" ds:itemID="{A09B3D8F-A36C-4B6D-871D-C53F61DFD219}">
  <ds:schemaRefs>
    <ds:schemaRef ds:uri="Strauss.PersonalizationDefinition"/>
  </ds:schemaRefs>
</ds:datastoreItem>
</file>

<file path=customXml/itemProps6.xml><?xml version="1.0" encoding="utf-8"?>
<ds:datastoreItem xmlns:ds="http://schemas.openxmlformats.org/officeDocument/2006/customXml" ds:itemID="{4EA01338-72BB-48B6-B6A4-05B31FE21105}">
  <ds:schemaRefs>
    <ds:schemaRef ds:uri="Strauss.PersonalizationDefinition"/>
  </ds:schemaRefs>
</ds:datastoreItem>
</file>

<file path=customXml/itemProps7.xml><?xml version="1.0" encoding="utf-8"?>
<ds:datastoreItem xmlns:ds="http://schemas.openxmlformats.org/officeDocument/2006/customXml" ds:itemID="{712108F3-86F2-4B95-AF2D-FE4E45965FCC}">
  <ds:schemaRefs>
    <ds:schemaRef ds:uri="Strauss.PersonalizationDefinition"/>
  </ds:schemaRefs>
</ds:datastoreItem>
</file>

<file path=customXml/itemProps8.xml><?xml version="1.0" encoding="utf-8"?>
<ds:datastoreItem xmlns:ds="http://schemas.openxmlformats.org/officeDocument/2006/customXml" ds:itemID="{B72F138C-EF79-4F9F-A08B-397C52E81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9421e1-74d8-4915-bb0d-c72892872ba0"/>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628127A0-F2C3-45C3-BB9F-5B29A6B848BE}">
  <ds:schemaRefs>
    <ds:schemaRef ds:uri="Strauss.PersonalizationDefinition"/>
  </ds:schemaRefs>
</ds:datastoreItem>
</file>

<file path=customXml/itemProps10.xml><?xml version="1.0" encoding="utf-8"?>
<ds:datastoreItem xmlns:ds="http://schemas.openxmlformats.org/officeDocument/2006/customXml" ds:itemID="{08068EAD-DA6C-4DC8-843E-9CB0982D15F3}">
  <ds:schemaRefs>
    <ds:schemaRef ds:uri="Strauss.PersonalizationDefinition"/>
  </ds:schemaRefs>
</ds:datastoreItem>
</file>

<file path=customXml/itemProps11.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2.xml><?xml version="1.0" encoding="utf-8"?>
<ds:datastoreItem xmlns:ds="http://schemas.openxmlformats.org/officeDocument/2006/customXml" ds:itemID="{68BE9F8F-073F-46B7-B2D0-86DC8E2E9DCE}">
  <ds:schemaRefs>
    <ds:schemaRef ds:uri="Strauss.PersonalizationDefinition"/>
  </ds:schemaRefs>
</ds:datastoreItem>
</file>

<file path=customXml/itemProps13.xml><?xml version="1.0" encoding="utf-8"?>
<ds:datastoreItem xmlns:ds="http://schemas.openxmlformats.org/officeDocument/2006/customXml" ds:itemID="{103AB8E4-C30A-4895-9606-8D77F2E70F19}">
  <ds:schemaRefs>
    <ds:schemaRef ds:uri="Strauss.PersonalizationDefinition"/>
  </ds:schemaRefs>
</ds:datastoreItem>
</file>

<file path=customXml/itemProps14.xml><?xml version="1.0" encoding="utf-8"?>
<ds:datastoreItem xmlns:ds="http://schemas.openxmlformats.org/officeDocument/2006/customXml" ds:itemID="{FBC13881-F2DC-4AA3-88C8-97C40CA1EBC7}">
  <ds:schemaRefs>
    <ds:schemaRef ds:uri="Strauss.PersonalizationDefinition"/>
  </ds:schemaRefs>
</ds:datastoreItem>
</file>

<file path=customXml/itemProps15.xml><?xml version="1.0" encoding="utf-8"?>
<ds:datastoreItem xmlns:ds="http://schemas.openxmlformats.org/officeDocument/2006/customXml" ds:itemID="{2BCFCE7B-4A43-491B-887D-365E2A1C50B2}">
  <ds:schemaRefs>
    <ds:schemaRef ds:uri="Strauss.PersonalizationDefinition"/>
  </ds:schemaRefs>
</ds:datastoreItem>
</file>

<file path=customXml/itemProps16.xml><?xml version="1.0" encoding="utf-8"?>
<ds:datastoreItem xmlns:ds="http://schemas.openxmlformats.org/officeDocument/2006/customXml" ds:itemID="{FC25CD5D-A9DA-407F-9106-47BDA14BCED9}">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D55AC15F-0A03-4D96-AA43-65FC3DCE2717}">
  <ds:schemaRefs>
    <ds:schemaRef ds:uri="Strauss.PersonalizationDefinition"/>
  </ds:schemaRefs>
</ds:datastoreItem>
</file>

<file path=customXml/itemProps19.xml><?xml version="1.0" encoding="utf-8"?>
<ds:datastoreItem xmlns:ds="http://schemas.openxmlformats.org/officeDocument/2006/customXml" ds:itemID="{D7FDC28F-4CBD-40ED-9D33-0A1360D5DEC4}">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4C485A9E-99A8-4277-BE90-E837A967DB2E}">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82C716E8-B770-4139-99B0-F35B9C64B90F}">
  <ds:schemaRefs>
    <ds:schemaRef ds:uri="Strauss.PersonalizationDefinition"/>
  </ds:schemaRefs>
</ds:datastoreItem>
</file>

<file path=customXml/itemProps24.xml><?xml version="1.0" encoding="utf-8"?>
<ds:datastoreItem xmlns:ds="http://schemas.openxmlformats.org/officeDocument/2006/customXml" ds:itemID="{32920470-F086-4197-B6FE-12027DE25DCC}">
  <ds:schemaRefs>
    <ds:schemaRef ds:uri="Strauss.PersonalizationDefinition"/>
  </ds:schemaRefs>
</ds:datastoreItem>
</file>

<file path=customXml/itemProps25.xml><?xml version="1.0" encoding="utf-8"?>
<ds:datastoreItem xmlns:ds="http://schemas.openxmlformats.org/officeDocument/2006/customXml" ds:itemID="{6F485757-9F3C-4A1E-9E86-E1C1551910BA}">
  <ds:schemaRefs>
    <ds:schemaRef ds:uri="Strauss.PersonalizationDefinition"/>
  </ds:schemaRefs>
</ds:datastoreItem>
</file>

<file path=customXml/itemProps26.xml><?xml version="1.0" encoding="utf-8"?>
<ds:datastoreItem xmlns:ds="http://schemas.openxmlformats.org/officeDocument/2006/customXml" ds:itemID="{BC268A45-186B-46A3-937F-0E016CEA70C1}">
  <ds:schemaRefs>
    <ds:schemaRef ds:uri="Strauss.PersonalizationDefinition"/>
  </ds:schemaRefs>
</ds:datastoreItem>
</file>

<file path=customXml/itemProps27.xml><?xml version="1.0" encoding="utf-8"?>
<ds:datastoreItem xmlns:ds="http://schemas.openxmlformats.org/officeDocument/2006/customXml" ds:itemID="{E7EBEF02-C69B-46E0-B38A-E51611CE5254}">
  <ds:schemaRefs>
    <ds:schemaRef ds:uri="Strauss.PersonalizationDefinition"/>
  </ds:schemaRefs>
</ds:datastoreItem>
</file>

<file path=customXml/itemProps28.xml><?xml version="1.0" encoding="utf-8"?>
<ds:datastoreItem xmlns:ds="http://schemas.openxmlformats.org/officeDocument/2006/customXml" ds:itemID="{406127A5-B8F7-4F8A-95A9-8E20F72EA129}">
  <ds:schemaRefs>
    <ds:schemaRef ds:uri="Strauss.PersonalizationDefinition"/>
  </ds:schemaRefs>
</ds:datastoreItem>
</file>

<file path=customXml/itemProps29.xml><?xml version="1.0" encoding="utf-8"?>
<ds:datastoreItem xmlns:ds="http://schemas.openxmlformats.org/officeDocument/2006/customXml" ds:itemID="{F56EB5D8-3CD5-48EE-9536-13CF2B9AC25D}">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734F6CED-B619-41E0-BEDE-58B64D5F5EB2}">
  <ds:schemaRefs>
    <ds:schemaRef ds:uri="Strauss.PersonalizationDefinition"/>
  </ds:schemaRefs>
</ds:datastoreItem>
</file>

<file path=customXml/itemProps32.xml><?xml version="1.0" encoding="utf-8"?>
<ds:datastoreItem xmlns:ds="http://schemas.openxmlformats.org/officeDocument/2006/customXml" ds:itemID="{B228D3F7-8445-4CE7-92DC-AC7FE2D5A2AF}">
  <ds:schemaRefs>
    <ds:schemaRef ds:uri="Strauss.PersonalizationDefinition"/>
  </ds:schemaRefs>
</ds:datastoreItem>
</file>

<file path=customXml/itemProps33.xml><?xml version="1.0" encoding="utf-8"?>
<ds:datastoreItem xmlns:ds="http://schemas.openxmlformats.org/officeDocument/2006/customXml" ds:itemID="{AC7687D8-5695-4F99-A8BA-1D247B418C22}">
  <ds:schemaRefs>
    <ds:schemaRef ds:uri="http://schemas.openxmlformats.org/package/2006/metadata/core-properties"/>
    <ds:schemaRef ds:uri="cea7764e-6bf9-427d-be15-e74097e0a61c"/>
    <ds:schemaRef ds:uri="http://schemas.microsoft.com/sharepoint/v3"/>
    <ds:schemaRef ds:uri="http://schemas.microsoft.com/office/2006/metadata/properties"/>
    <ds:schemaRef ds:uri="http://www.w3.org/XML/1998/namespace"/>
    <ds:schemaRef ds:uri="fb9ea31f-0ab8-44ff-80d1-5777f6d9d945"/>
    <ds:schemaRef ds:uri="http://schemas.microsoft.com/office/infopath/2007/PartnerControls"/>
    <ds:schemaRef ds:uri="http://purl.org/dc/elements/1.1/"/>
    <ds:schemaRef ds:uri="http://schemas.microsoft.com/office/2006/documentManagement/types"/>
    <ds:schemaRef ds:uri="230e9df3-be65-4c73-a93b-d1236ebd677e"/>
    <ds:schemaRef ds:uri="http://purl.org/dc/dcmitype/"/>
    <ds:schemaRef ds:uri="http://purl.org/dc/terms/"/>
    <ds:schemaRef ds:uri="a29421e1-74d8-4915-bb0d-c72892872ba0"/>
  </ds:schemaRefs>
</ds:datastoreItem>
</file>

<file path=customXml/itemProps34.xml><?xml version="1.0" encoding="utf-8"?>
<ds:datastoreItem xmlns:ds="http://schemas.openxmlformats.org/officeDocument/2006/customXml" ds:itemID="{6552B3D2-5F72-49FB-8B35-AFE12BF36804}">
  <ds:schemaRefs>
    <ds:schemaRef ds:uri="Strauss.PersonalizationDefinition"/>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541D4602-AC17-4CBD-B95E-D5B3D757BC54}">
  <ds:schemaRefs>
    <ds:schemaRef ds:uri="Strauss.PersonalizationDefinition"/>
  </ds:schemaRefs>
</ds:datastoreItem>
</file>

<file path=customXml/itemProps37.xml><?xml version="1.0" encoding="utf-8"?>
<ds:datastoreItem xmlns:ds="http://schemas.openxmlformats.org/officeDocument/2006/customXml" ds:itemID="{ECCE7DC3-F525-4E76-8812-56FCA2D21E50}">
  <ds:schemaRefs>
    <ds:schemaRef ds:uri="Strauss.PersonalizationDefinition"/>
  </ds:schemaRefs>
</ds:datastoreItem>
</file>

<file path=customXml/itemProps38.xml><?xml version="1.0" encoding="utf-8"?>
<ds:datastoreItem xmlns:ds="http://schemas.openxmlformats.org/officeDocument/2006/customXml" ds:itemID="{4A3F169F-E27D-4A25-888C-4C5D83BAC082}">
  <ds:schemaRefs>
    <ds:schemaRef ds:uri="Strauss.PersonalizationDefinition"/>
  </ds:schemaRefs>
</ds:datastoreItem>
</file>

<file path=customXml/itemProps39.xml><?xml version="1.0" encoding="utf-8"?>
<ds:datastoreItem xmlns:ds="http://schemas.openxmlformats.org/officeDocument/2006/customXml" ds:itemID="{11767EAE-0FC6-472D-9D35-EB3533243F22}">
  <ds:schemaRefs>
    <ds:schemaRef ds:uri="Strauss.PersonalizationDefinition"/>
  </ds:schemaRefs>
</ds:datastoreItem>
</file>

<file path=customXml/itemProps40.xml><?xml version="1.0" encoding="utf-8"?>
<ds:datastoreItem xmlns:ds="http://schemas.openxmlformats.org/officeDocument/2006/customXml" ds:itemID="{BC8D21B8-CC7A-47A5-8D21-CC643F0F4B3B}">
  <ds:schemaRefs>
    <ds:schemaRef ds:uri="Strauss.PersonalizationDefinition"/>
  </ds:schemaRefs>
</ds:datastoreItem>
</file>

<file path=customXml/itemProps41.xml><?xml version="1.0" encoding="utf-8"?>
<ds:datastoreItem xmlns:ds="http://schemas.openxmlformats.org/officeDocument/2006/customXml" ds:itemID="{FCAA2A99-6BF1-4F8C-822A-43FEE4D21DBD}">
  <ds:schemaRefs>
    <ds:schemaRef ds:uri="Strauss.PersonalizationDefinition"/>
  </ds:schemaRefs>
</ds:datastoreItem>
</file>

<file path=customXml/itemProps42.xml><?xml version="1.0" encoding="utf-8"?>
<ds:datastoreItem xmlns:ds="http://schemas.openxmlformats.org/officeDocument/2006/customXml" ds:itemID="{CEDD01A4-653E-4446-B29C-C3F1C33BD0E2}">
  <ds:schemaRefs>
    <ds:schemaRef ds:uri="Strauss.PersonalizationDefinition"/>
  </ds:schemaRefs>
</ds:datastoreItem>
</file>

<file path=customXml/itemProps43.xml><?xml version="1.0" encoding="utf-8"?>
<ds:datastoreItem xmlns:ds="http://schemas.openxmlformats.org/officeDocument/2006/customXml" ds:itemID="{733F9BED-2234-4BE7-A3B8-CC015E5060AB}">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15185</Words>
  <Application>Microsoft Office PowerPoint</Application>
  <PresentationFormat>Widescreen</PresentationFormat>
  <Paragraphs>1483</Paragraphs>
  <Slides>80</Slides>
  <Notes>66</Notes>
  <HiddenSlides>5</HiddenSlides>
  <MMClips>0</MMClips>
  <ScaleCrop>false</ScaleCrop>
  <HeadingPairs>
    <vt:vector size="4" baseType="variant">
      <vt:variant>
        <vt:lpstr>Theme</vt:lpstr>
      </vt:variant>
      <vt:variant>
        <vt:i4>7</vt:i4>
      </vt:variant>
      <vt:variant>
        <vt:lpstr>Slide Titles</vt:lpstr>
      </vt:variant>
      <vt:variant>
        <vt:i4>80</vt:i4>
      </vt:variant>
    </vt:vector>
  </HeadingPairs>
  <TitlesOfParts>
    <vt:vector size="87" baseType="lpstr">
      <vt:lpstr>White Template</vt:lpstr>
      <vt:lpstr>2_Microsoft Build 16:9 Template Dark</vt:lpstr>
      <vt:lpstr>Black Template</vt:lpstr>
      <vt:lpstr>Dark 16x9</vt:lpstr>
      <vt:lpstr>Test</vt:lpstr>
      <vt:lpstr>1_Black Template</vt:lpstr>
      <vt:lpstr>1_Build 2019 Black</vt:lpstr>
      <vt:lpstr>Workshop ​ Building AI Apps &amp; Agents</vt:lpstr>
      <vt:lpstr>Conditions and terms of use</vt:lpstr>
      <vt:lpstr>Learning Units covered  in this Module  </vt:lpstr>
      <vt:lpstr>Understanding  Retrieval Augmented Generation </vt:lpstr>
      <vt:lpstr>The limitations of LLMs</vt:lpstr>
      <vt:lpstr>Bringing domain knowledge to LLMs</vt:lpstr>
      <vt:lpstr>Retrieval augmented generation: bring your data to the prompt</vt:lpstr>
      <vt:lpstr>RAG: Retrieval Augmented Generation</vt:lpstr>
      <vt:lpstr>Simple Anatomy of a RAG app</vt:lpstr>
      <vt:lpstr>Retrieval Augmented Generation with Azure AI Search Grounding for intelligent applications</vt:lpstr>
      <vt:lpstr>RAG components</vt:lpstr>
      <vt:lpstr>RAG data sources</vt:lpstr>
      <vt:lpstr>Anatomy of RAG (unstructured data)</vt:lpstr>
      <vt:lpstr>Robust retrieval for RAG apps</vt:lpstr>
      <vt:lpstr>Why do we need to split documents?</vt:lpstr>
      <vt:lpstr>Optimal size of document chunk</vt:lpstr>
      <vt:lpstr>Retrieval strategies</vt:lpstr>
      <vt:lpstr>The technology behind Azure AI Search</vt:lpstr>
      <vt:lpstr>PowerPoint Presentation</vt:lpstr>
      <vt:lpstr>PowerPoint Presentation</vt:lpstr>
      <vt:lpstr>Retrieval and Vectors</vt:lpstr>
      <vt:lpstr>Let’s review the basics! Traditional information retrieval</vt:lpstr>
      <vt:lpstr>Let’s review the basics! Search via Inverted Indexes</vt:lpstr>
      <vt:lpstr>Let’s review the basics! Ranking &amp; Relevance in Traditional Search </vt:lpstr>
      <vt:lpstr>Combining Lexical and Semantic Representations for Optimal Recall Leveraging the Strengths of Lexical and Semantic Approaches in Retrieval</vt:lpstr>
      <vt:lpstr>Embeddings</vt:lpstr>
      <vt:lpstr>Embeddings make it possible to map content to a “semantic space”</vt:lpstr>
      <vt:lpstr>Vector embeddings</vt:lpstr>
      <vt:lpstr>Embedding models</vt:lpstr>
      <vt:lpstr>Similarity Search with embeddings</vt:lpstr>
      <vt:lpstr>Vector similarity</vt:lpstr>
      <vt:lpstr>Vector search</vt:lpstr>
      <vt:lpstr>Vector search strategies</vt:lpstr>
      <vt:lpstr>Rich vector search query capabilities</vt:lpstr>
      <vt:lpstr>Search multi-modal vectors</vt:lpstr>
      <vt:lpstr>Optimal relevance: Hybrid search + Semantic ranker </vt:lpstr>
      <vt:lpstr>Retrieval relevance across methods</vt:lpstr>
      <vt:lpstr>Impact of query types on relevance</vt:lpstr>
      <vt:lpstr>PowerPoint Presentation</vt:lpstr>
      <vt:lpstr>RAG patterns in action</vt:lpstr>
      <vt:lpstr>PowerPoint Presentation</vt:lpstr>
      <vt:lpstr>Demo</vt:lpstr>
      <vt:lpstr>PowerPoint Presentation</vt:lpstr>
      <vt:lpstr>GPT Retrieval Augmented Generation (GPT-RAG)</vt:lpstr>
      <vt:lpstr>Diagram</vt:lpstr>
      <vt:lpstr>Azure OpenAI End-to-end baseline</vt:lpstr>
      <vt:lpstr>Extract and analyze call center data</vt:lpstr>
      <vt:lpstr>Azure AI Search</vt:lpstr>
      <vt:lpstr>Diagram</vt:lpstr>
      <vt:lpstr>Diagram</vt:lpstr>
      <vt:lpstr>Build language model pipelines with memory</vt:lpstr>
      <vt:lpstr>Conversation Summarization</vt:lpstr>
      <vt:lpstr>Diagram</vt:lpstr>
      <vt:lpstr>Retrieval and Data engineering for RAG scenarios</vt:lpstr>
      <vt:lpstr>Choosing an embedding model Key factors for selecting the optimal model for your use case</vt:lpstr>
      <vt:lpstr>The dream scenario for Vector Search Effortless data management and relevant search results</vt:lpstr>
      <vt:lpstr>Scalability in Vector Search Key questions and considerations for efficient scaling</vt:lpstr>
      <vt:lpstr>Preprocessing &amp; document Chunking  Optimizing data preparation for efficient Vector Search</vt:lpstr>
      <vt:lpstr>Challenge of embedding management Overcoming embedding management in Vector Search</vt:lpstr>
      <vt:lpstr>Addressing the query language challenge Enhancing Vector Search through improved query understanding</vt:lpstr>
      <vt:lpstr>Enhancing search relevance in Vector Search Achieving accurate ranking, result diversity, and adaptability</vt:lpstr>
      <vt:lpstr>PowerPoint Presentation</vt:lpstr>
      <vt:lpstr>Lab: Guided implementation </vt:lpstr>
      <vt:lpstr>Questions?</vt:lpstr>
      <vt:lpstr>Thank you!</vt:lpstr>
      <vt:lpstr>Appendix</vt:lpstr>
      <vt:lpstr>RAG on documents</vt:lpstr>
      <vt:lpstr>Components of a high-quality RAG</vt:lpstr>
      <vt:lpstr>Retrieval Augmented Generation – HLA for private documents</vt:lpstr>
      <vt:lpstr>Chunking</vt:lpstr>
      <vt:lpstr>Data ingestion process</vt:lpstr>
      <vt:lpstr>Integrated vectorization</vt:lpstr>
      <vt:lpstr>Common applications of Azure AI Search</vt:lpstr>
      <vt:lpstr>Search + AI Better together</vt:lpstr>
      <vt:lpstr>Vector Search at a High Level </vt:lpstr>
      <vt:lpstr>Vector Search: Deeper Dive </vt:lpstr>
      <vt:lpstr>The Dream Scenario for Vector Search Effortless Data Management and Relevant Search Results</vt:lpstr>
      <vt:lpstr>Scalability Preprocessing Splitting/Chunking Embedding management </vt:lpstr>
      <vt:lpstr>Query understanding Query flexibility</vt:lpstr>
      <vt:lpstr>Ranking accuracy Result Diversity  Search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02 | .NET 애플리케이션과 Key Vault 연동</dc:title>
  <dc:creator>Azure Key Vault Workshop</dc:creator>
  <cp:lastModifiedBy>Davide Antelmo</cp:lastModifiedBy>
  <cp:revision>14</cp:revision>
  <dcterms:created xsi:type="dcterms:W3CDTF">2019-02-08T20:09:46Z</dcterms:created>
  <dcterms:modified xsi:type="dcterms:W3CDTF">2026-07-30T06:50:42Z</dcterms:modified>
  <dc:subject>본문 20장 + 상세 참조 부록 4장</dc:subject>
  <cp:keywords>Key Vault, Secrets, Keys, Certificates, RBAC, Service Principal</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Lead Signoff">
    <vt:bool>false</vt:bool>
  </property>
  <property fmtid="{D5CDD505-2E9C-101B-9397-08002B2CF9AE}" pid="21" name="Title URL">
    <vt:lpwstr>, </vt:lpwstr>
  </property>
  <property fmtid="{D5CDD505-2E9C-101B-9397-08002B2CF9AE}" pid="22" name="Mail Sent">
    <vt:bool>false</vt:bool>
  </property>
  <property fmtid="{D5CDD505-2E9C-101B-9397-08002B2CF9AE}" pid="23" name="State">
    <vt:lpwstr>Open</vt:lpwstr>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_ExtendedDescription">
    <vt:lpwstr/>
  </property>
  <property fmtid="{D5CDD505-2E9C-101B-9397-08002B2CF9AE}" pid="30" name="xd_Signature">
    <vt:lpwstr/>
  </property>
  <property fmtid="{D5CDD505-2E9C-101B-9397-08002B2CF9AE}" pid="31" name="TriggerFlowInfo">
    <vt:lpwstr/>
  </property>
</Properties>
</file>