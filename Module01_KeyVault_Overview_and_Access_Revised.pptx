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media/image2.svg" ContentType="image/svg+xml"/>
  <Override PartName="/ppt/media/image6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099" r:id="rId45"/>
    <p:sldMasterId id="2147484151" r:id="rId46"/>
    <p:sldMasterId id="2147484206" r:id="rId47"/>
    <p:sldMasterId id="2147484259" r:id="rId48"/>
    <p:sldMasterId id="2147484304" r:id="rId49"/>
    <p:sldMasterId id="2147484362" r:id="rId50"/>
  </p:sldMasterIdLst>
  <p:notesMasterIdLst>
    <p:notesMasterId r:id="rId131"/>
  </p:notesMasterIdLst>
  <p:sldIdLst>
    <p:sldId id="256" r:id="rId59"/>
    <p:sldId id="257" r:id="rId60"/>
    <p:sldId id="258" r:id="rId61"/>
    <p:sldId id="259" r:id="rId62"/>
    <p:sldId id="260" r:id="rId63"/>
    <p:sldId id="261" r:id="rId64"/>
    <p:sldId id="262" r:id="rId65"/>
    <p:sldId id="263" r:id="rId66"/>
    <p:sldId id="264" r:id="rId67"/>
    <p:sldId id="265" r:id="rId68"/>
    <p:sldId id="266" r:id="rId69"/>
    <p:sldId id="267" r:id="rId70"/>
    <p:sldId id="268" r:id="rId71"/>
    <p:sldId id="269" r:id="rId72"/>
    <p:sldId id="270" r:id="rId73"/>
    <p:sldId id="271" r:id="rId74"/>
    <p:sldId id="272" r:id="rId75"/>
    <p:sldId id="273" r:id="rId76"/>
    <p:sldId id="274" r:id="rId77"/>
    <p:sldId id="275" r:id="rId78"/>
    <p:sldId id="276" r:id="rId79"/>
    <p:sldId id="277" r:id="rId80"/>
    <p:sldId id="278"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526DF9A2-33C5-A206-06EC-FB815EEEF4C6}" name="Pamela Fox" initials="PF" userId="S::pamelafox@microsoft.com::05c421f6-d446-4f2a-8ee0-1060b47b15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FFF37-9078-5E31-C47B-DBDF2141256F}" v="6" dt="2026-03-16T14:22:27.35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34" autoAdjust="0"/>
    <p:restoredTop sz="78182" autoAdjust="0"/>
  </p:normalViewPr>
  <p:slideViewPr>
    <p:cSldViewPr snapToGrid="0">
      <p:cViewPr varScale="1">
        <p:scale>
          <a:sx n="78" d="100"/>
          <a:sy n="78" d="100"/>
        </p:scale>
        <p:origin x="1632"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slideMaster" Target="slideMasters/slideMaster1.xml"/><Relationship Id="rId45" Type="http://schemas.openxmlformats.org/officeDocument/2006/relationships/slideMaster" Target="slideMasters/slideMaster2.xml"/><Relationship Id="rId46" Type="http://schemas.openxmlformats.org/officeDocument/2006/relationships/slideMaster" Target="slideMasters/slideMaster3.xml"/><Relationship Id="rId47" Type="http://schemas.openxmlformats.org/officeDocument/2006/relationships/slideMaster" Target="slideMasters/slideMaster4.xml"/><Relationship Id="rId48" Type="http://schemas.openxmlformats.org/officeDocument/2006/relationships/slideMaster" Target="slideMasters/slideMaster5.xml"/><Relationship Id="rId49" Type="http://schemas.openxmlformats.org/officeDocument/2006/relationships/slideMaster" Target="slideMasters/slideMaster6.xml"/><Relationship Id="rId50" Type="http://schemas.openxmlformats.org/officeDocument/2006/relationships/slideMaster" Target="slideMasters/slideMaster7.xml"/><Relationship Id="rId59" Type="http://schemas.openxmlformats.org/officeDocument/2006/relationships/slide" Target="slides/slide1.xml"/><Relationship Id="rId60" Type="http://schemas.openxmlformats.org/officeDocument/2006/relationships/slide" Target="slides/slide2.xml"/><Relationship Id="rId61" Type="http://schemas.openxmlformats.org/officeDocument/2006/relationships/slide" Target="slides/slide3.xml"/><Relationship Id="rId62" Type="http://schemas.openxmlformats.org/officeDocument/2006/relationships/slide" Target="slides/slide4.xml"/><Relationship Id="rId63" Type="http://schemas.openxmlformats.org/officeDocument/2006/relationships/slide" Target="slides/slide5.xml"/><Relationship Id="rId64" Type="http://schemas.openxmlformats.org/officeDocument/2006/relationships/slide" Target="slides/slide6.xml"/><Relationship Id="rId65" Type="http://schemas.openxmlformats.org/officeDocument/2006/relationships/slide" Target="slides/slide7.xml"/><Relationship Id="rId66" Type="http://schemas.openxmlformats.org/officeDocument/2006/relationships/slide" Target="slides/slide8.xml"/><Relationship Id="rId67" Type="http://schemas.openxmlformats.org/officeDocument/2006/relationships/slide" Target="slides/slide9.xml"/><Relationship Id="rId68" Type="http://schemas.openxmlformats.org/officeDocument/2006/relationships/slide" Target="slides/slide10.xml"/><Relationship Id="rId69" Type="http://schemas.openxmlformats.org/officeDocument/2006/relationships/slide" Target="slides/slide11.xml"/><Relationship Id="rId70" Type="http://schemas.openxmlformats.org/officeDocument/2006/relationships/slide" Target="slides/slide12.xml"/><Relationship Id="rId71" Type="http://schemas.openxmlformats.org/officeDocument/2006/relationships/slide" Target="slides/slide13.xml"/><Relationship Id="rId72" Type="http://schemas.openxmlformats.org/officeDocument/2006/relationships/slide" Target="slides/slide14.xml"/><Relationship Id="rId73" Type="http://schemas.openxmlformats.org/officeDocument/2006/relationships/slide" Target="slides/slide15.xml"/><Relationship Id="rId74" Type="http://schemas.openxmlformats.org/officeDocument/2006/relationships/slide" Target="slides/slide16.xml"/><Relationship Id="rId75" Type="http://schemas.openxmlformats.org/officeDocument/2006/relationships/slide" Target="slides/slide17.xml"/><Relationship Id="rId76" Type="http://schemas.openxmlformats.org/officeDocument/2006/relationships/slide" Target="slides/slide18.xml"/><Relationship Id="rId77" Type="http://schemas.openxmlformats.org/officeDocument/2006/relationships/slide" Target="slides/slide19.xml"/><Relationship Id="rId78" Type="http://schemas.openxmlformats.org/officeDocument/2006/relationships/slide" Target="slides/slide20.xml"/><Relationship Id="rId79" Type="http://schemas.openxmlformats.org/officeDocument/2006/relationships/slide" Target="slides/slide21.xml"/><Relationship Id="rId80" Type="http://schemas.openxmlformats.org/officeDocument/2006/relationships/slide" Target="slides/slide22.xml"/><Relationship Id="rId81" Type="http://schemas.openxmlformats.org/officeDocument/2006/relationships/slide" Target="slides/slide23.xml"/><Relationship Id="rId131" Type="http://schemas.openxmlformats.org/officeDocument/2006/relationships/notesMaster" Target="notesMasters/notesMaster1.xml"/><Relationship Id="rId133" Type="http://schemas.openxmlformats.org/officeDocument/2006/relationships/commentAuthors" Target="commentAuthors.xml"/><Relationship Id="rId134" Type="http://schemas.openxmlformats.org/officeDocument/2006/relationships/presProps" Target="presProps.xml"/><Relationship Id="rId135" Type="http://schemas.openxmlformats.org/officeDocument/2006/relationships/viewProps" Target="viewProps.xml"/><Relationship Id="rId136" Type="http://schemas.openxmlformats.org/officeDocument/2006/relationships/theme" Target="theme/theme1.xml"/><Relationship Id="rId137" Type="http://schemas.openxmlformats.org/officeDocument/2006/relationships/tableStyles" Target="tableStyles.xml"/><Relationship Id="rId138" Type="http://schemas.microsoft.com/office/2015/10/relationships/revisionInfo" Target="revisionInfo.xml"/><Relationship Id="rId139"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01의 사례: 주문 앱이 DB 연결 문자열을 보관·조회한다.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한 앱 사례로 모듈을 연결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세 객체 정의를 최소 핵심으로 압축</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Secret 값 전달과 DB 연결을 구분</a:t>
            </a:r>
          </a:p>
          <a:p>
            <a:r>
              <a:t>Key Vault Secret과 Kubernetes Secret은 다른 객체이며 CSI 파일 마운트/Secret 동기화도 구분합니다.</a:t>
            </a:r>
          </a:p>
          <a:p>
            <a:r>
              <a:t>DB의 Entra 인증이 가능하면 저장할 암호 자체를 줄이는 방식도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사용자 승인한 DB 문자열 암복호화 사례 유지</a:t>
            </a:r>
          </a:p>
          <a:p>
            <a:r>
              <a:t>예시는 암복호화를 지원하는 RSA 등의 Key를 전제로 하며 데이터 크기/알고리즘 제한이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Certificate와 연결 Key/Secret 및 App Gateway 전달</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Entra 토큰 발급과 Vault 데이터 권한 확인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전체 역할 목록 대신 고객 실습 핵심 역할 강조</a:t>
            </a:r>
          </a:p>
          <a:p>
            <a:r>
              <a:t>메타데이터 권한은 readMetadata/action. Reader인데 값이 보인다면 다른/상위 범위의 역할도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동일 앱에 특정 Vault 범위로 역할 할당</a:t>
            </a:r>
          </a:p>
          <a:p>
            <a:r>
              <a:t>개별 Secret 할당은 그 이름의 모든 버전에 적용합니다. 일반 앱은 앱/환경별 Vault 단위를 우선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권한 모델 비교와 기존 환경 고려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공식 화면 예시로 시연 전환 연결</a:t>
            </a:r>
          </a:p>
          <a:p>
            <a:r>
              <a:t>공식 참고: https://learn.microsoft.com/azure/key-vault/secrets/quick-create-portal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SP 등록과 인증 정보/권한 대상의 식별자 구분</a:t>
            </a:r>
          </a:p>
          <a:p>
            <a:r>
              <a:t>공식 참고: https://learn.microsoft.com/dotnet/azure/sdk/authentication/local-development-service-principal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Grant Demo를 생성 Demo와 분리</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기반 문서: docs/01-overview-and-access.md</a:t>
            </a:r>
          </a:p>
          <a:p>
            <a:r>
              <a:t>한 앱 스토리를 읽기 실행까지 연결</a:t>
            </a:r>
          </a:p>
          <a:p>
            <a:r>
              <a:t>본문의 토큰·Secret 반환 화살표는 논리 흐름입니다. 실제 API는 앱이 각각 호출합니다.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요청대로 제목만 표시합니다. 이후 슬라이드는 선택적인 상세 참조 부록입니다.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Envelope encryption 상세 흐름</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개인 키 위치와 접근 대상 비교</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관리 평면과 데이터 역할의 경계</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조회·암호 연산·수명 관리 역할</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인증서 역할과 역할 할당 담당자</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Get·List·Set와 암호 키·인증서 작업</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모델 변경 영향과 최소 권한</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모듈 상세 내용을 그대로 옮긴 참조 부록.</a:t>
            </a:r>
          </a:p>
          <a:p>
            <a:r>
              <a:t>사용자·SP·MI·Workload Identity</a:t>
            </a:r>
          </a:p>
          <a:p>
            <a:r>
              <a:t>기반 문서: docs/01-overview-and-access.md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jpe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 Id="rId3" Type="http://schemas.openxmlformats.org/officeDocument/2006/relationships/image" Target="../media/image30.jpe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microsoft.com/office/2007/relationships/hdphoto" Target="../media/hdphoto1.wdp"/><Relationship Id="rId4" Type="http://schemas.openxmlformats.org/officeDocument/2006/relationships/image" Target="../media/image1.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e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jpe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image" Target="../media/image34.jpeg"/><Relationship Id="rId5" Type="http://schemas.openxmlformats.org/officeDocument/2006/relationships/image" Target="../media/image35.jpe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6.jpeg"/><Relationship Id="rId3" Type="http://schemas.openxmlformats.org/officeDocument/2006/relationships/image" Target="../media/image37.jpeg"/><Relationship Id="rId4" Type="http://schemas.openxmlformats.org/officeDocument/2006/relationships/image" Target="../media/image38.jpeg"/><Relationship Id="rId5" Type="http://schemas.openxmlformats.org/officeDocument/2006/relationships/image" Target="../media/image39.jpe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0.jpeg"/><Relationship Id="rId3" Type="http://schemas.openxmlformats.org/officeDocument/2006/relationships/image" Target="../media/image41.jpeg"/><Relationship Id="rId4" Type="http://schemas.openxmlformats.org/officeDocument/2006/relationships/image" Target="../media/image42.jpeg"/><Relationship Id="rId5" Type="http://schemas.openxmlformats.org/officeDocument/2006/relationships/image" Target="../media/image43.jpeg"/><Relationship Id="rId6" Type="http://schemas.openxmlformats.org/officeDocument/2006/relationships/image" Target="../media/image44.jpe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5.jpeg"/><Relationship Id="rId3" Type="http://schemas.openxmlformats.org/officeDocument/2006/relationships/image" Target="../media/image46.jpeg"/><Relationship Id="rId4" Type="http://schemas.openxmlformats.org/officeDocument/2006/relationships/image" Target="../media/image47.jpeg"/><Relationship Id="rId5" Type="http://schemas.openxmlformats.org/officeDocument/2006/relationships/image" Target="../media/image48.jpe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9.jpeg"/><Relationship Id="rId3" Type="http://schemas.openxmlformats.org/officeDocument/2006/relationships/image" Target="../media/image50.jpeg"/><Relationship Id="rId4" Type="http://schemas.openxmlformats.org/officeDocument/2006/relationships/image" Target="../media/image51.jpeg"/><Relationship Id="rId5" Type="http://schemas.openxmlformats.org/officeDocument/2006/relationships/image" Target="../media/image52.jpeg"/><Relationship Id="rId6" Type="http://schemas.openxmlformats.org/officeDocument/2006/relationships/image" Target="../media/image53.jpe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4.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5.png"/><Relationship Id="rId3" Type="http://schemas.openxmlformats.org/officeDocument/2006/relationships/image" Target="../media/image56.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7.png"/><Relationship Id="rId3" Type="http://schemas.openxmlformats.org/officeDocument/2006/relationships/image" Target="../media/image56.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8.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9.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2.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1.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3.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4.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5.jpe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e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6.jpeg"/></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eg"/><Relationship Id="rId3" Type="http://schemas.openxmlformats.org/officeDocument/2006/relationships/image" Target="../media/image8.jpe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eg"/><Relationship Id="rId3" Type="http://schemas.openxmlformats.org/officeDocument/2006/relationships/image" Target="../media/image13.jpe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image" Target="../media/image16.jpe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7.jpeg"/><Relationship Id="rId3" Type="http://schemas.openxmlformats.org/officeDocument/2006/relationships/image" Target="../media/image18.jpeg"/><Relationship Id="rId4" Type="http://schemas.openxmlformats.org/officeDocument/2006/relationships/image" Target="../media/image19.jpeg"/><Relationship Id="rId5" Type="http://schemas.openxmlformats.org/officeDocument/2006/relationships/image" Target="../media/image20.jpe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image" Target="../media/image11.jpeg"/><Relationship Id="rId6" Type="http://schemas.openxmlformats.org/officeDocument/2006/relationships/image" Target="../media/image21.jpe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6.svg"/><Relationship Id="rId3" Type="http://schemas.openxmlformats.org/officeDocument/2006/relationships/image" Target="../media/image1.emf"/></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 Id="rId3" Type="http://schemas.openxmlformats.org/officeDocument/2006/relationships/image" Target="../media/image1.emf"/></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67.emf"/></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59.png"/><Relationship Id="rId3" Type="http://schemas.openxmlformats.org/officeDocument/2006/relationships/image" Target="../media/image1.emf"/></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0DF85D34-3657-0AC7-566B-40ED30237089}"/>
              </a:ext>
            </a:extLst>
          </p:cNvPr>
          <p:cNvPicPr>
            <a:picLocks noChangeAspect="1"/>
          </p:cNvPicPr>
          <p:nvPr userDrawn="1"/>
        </p:nvPicPr>
        <p:blipFill>
          <a:blip r:embed="rId2"/>
          <a:srcRect/>
          <a:stretch/>
        </p:blipFill>
        <p:spPr>
          <a:xfrm>
            <a:off x="1" y="1"/>
            <a:ext cx="12191998" cy="6857999"/>
          </a:xfrm>
          <a:prstGeom prst="rect">
            <a:avLst/>
          </a:prstGeom>
        </p:spPr>
      </p:pic>
      <p:pic>
        <p:nvPicPr>
          <p:cNvPr id="21" name="MS logo white - EMF" descr="Microsoft logo white text version">
            <a:extLst>
              <a:ext uri="{FF2B5EF4-FFF2-40B4-BE49-F238E27FC236}">
                <a16:creationId xmlns:a16="http://schemas.microsoft.com/office/drawing/2014/main" id="{D8020306-3F04-2E10-3B38-56D82E12BA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grpSp>
        <p:nvGrpSpPr>
          <p:cNvPr id="22" name="Group 21">
            <a:extLst>
              <a:ext uri="{FF2B5EF4-FFF2-40B4-BE49-F238E27FC236}">
                <a16:creationId xmlns:a16="http://schemas.microsoft.com/office/drawing/2014/main" id="{978F5790-1680-4D53-DE71-1AF149D2385C}"/>
              </a:ext>
            </a:extLst>
          </p:cNvPr>
          <p:cNvGrpSpPr/>
          <p:nvPr userDrawn="1"/>
        </p:nvGrpSpPr>
        <p:grpSpPr bwMode="white">
          <a:xfrm>
            <a:off x="580572" y="2702874"/>
            <a:ext cx="3265035" cy="1452255"/>
            <a:chOff x="747712" y="1907208"/>
            <a:chExt cx="7227855" cy="3214877"/>
          </a:xfrm>
          <a:gradFill flip="none" rotWithShape="1">
            <a:gsLst>
              <a:gs pos="0">
                <a:srgbClr val="D4EC8E"/>
              </a:gs>
              <a:gs pos="34000">
                <a:srgbClr val="D7E78E"/>
              </a:gs>
              <a:gs pos="69000">
                <a:srgbClr val="FFA48B"/>
              </a:gs>
            </a:gsLst>
            <a:lin ang="2700000" scaled="1"/>
            <a:tileRect/>
          </a:gradFill>
        </p:grpSpPr>
        <p:sp>
          <p:nvSpPr>
            <p:cNvPr id="23" name="Freeform: Shape 22">
              <a:extLst>
                <a:ext uri="{FF2B5EF4-FFF2-40B4-BE49-F238E27FC236}">
                  <a16:creationId xmlns:a16="http://schemas.microsoft.com/office/drawing/2014/main" id="{0BA94CBD-413D-BA88-6C11-4E35B1A638EF}"/>
                </a:ext>
              </a:extLst>
            </p:cNvPr>
            <p:cNvSpPr/>
            <p:nvPr/>
          </p:nvSpPr>
          <p:spPr bwMode="white">
            <a:xfrm>
              <a:off x="747712" y="2000648"/>
              <a:ext cx="1371028" cy="1276731"/>
            </a:xfrm>
            <a:custGeom>
              <a:avLst/>
              <a:gdLst>
                <a:gd name="connsiteX0" fmla="*/ 1371029 w 1371028"/>
                <a:gd name="connsiteY0" fmla="*/ 1276731 h 1276731"/>
                <a:gd name="connsiteX1" fmla="*/ 1160907 w 1371028"/>
                <a:gd name="connsiteY1" fmla="*/ 1276731 h 1276731"/>
                <a:gd name="connsiteX2" fmla="*/ 1160907 w 1371028"/>
                <a:gd name="connsiteY2" fmla="*/ 450533 h 1276731"/>
                <a:gd name="connsiteX3" fmla="*/ 1173385 w 1371028"/>
                <a:gd name="connsiteY3" fmla="*/ 202121 h 1276731"/>
                <a:gd name="connsiteX4" fmla="*/ 1169861 w 1371028"/>
                <a:gd name="connsiteY4" fmla="*/ 202121 h 1276731"/>
                <a:gd name="connsiteX5" fmla="*/ 1135094 w 1371028"/>
                <a:gd name="connsiteY5" fmla="*/ 322326 h 1276731"/>
                <a:gd name="connsiteX6" fmla="*/ 754094 w 1371028"/>
                <a:gd name="connsiteY6" fmla="*/ 1276731 h 1276731"/>
                <a:gd name="connsiteX7" fmla="*/ 608076 w 1371028"/>
                <a:gd name="connsiteY7" fmla="*/ 1276731 h 1276731"/>
                <a:gd name="connsiteX8" fmla="*/ 226124 w 1371028"/>
                <a:gd name="connsiteY8" fmla="*/ 329470 h 1276731"/>
                <a:gd name="connsiteX9" fmla="*/ 192310 w 1371028"/>
                <a:gd name="connsiteY9" fmla="*/ 202121 h 1276731"/>
                <a:gd name="connsiteX10" fmla="*/ 188786 w 1371028"/>
                <a:gd name="connsiteY10" fmla="*/ 202121 h 1276731"/>
                <a:gd name="connsiteX11" fmla="*/ 195929 w 1371028"/>
                <a:gd name="connsiteY11" fmla="*/ 452247 h 1276731"/>
                <a:gd name="connsiteX12" fmla="*/ 195929 w 1371028"/>
                <a:gd name="connsiteY12" fmla="*/ 1276636 h 1276731"/>
                <a:gd name="connsiteX13" fmla="*/ 0 w 1371028"/>
                <a:gd name="connsiteY13" fmla="*/ 1276636 h 1276731"/>
                <a:gd name="connsiteX14" fmla="*/ 0 w 1371028"/>
                <a:gd name="connsiteY14" fmla="*/ 0 h 1276731"/>
                <a:gd name="connsiteX15" fmla="*/ 298228 w 1371028"/>
                <a:gd name="connsiteY15" fmla="*/ 0 h 1276731"/>
                <a:gd name="connsiteX16" fmla="*/ 633889 w 1371028"/>
                <a:gd name="connsiteY16" fmla="*/ 850202 h 1276731"/>
                <a:gd name="connsiteX17" fmla="*/ 683705 w 1371028"/>
                <a:gd name="connsiteY17" fmla="*/ 996220 h 1276731"/>
                <a:gd name="connsiteX18" fmla="*/ 688181 w 1371028"/>
                <a:gd name="connsiteY18" fmla="*/ 996220 h 1276731"/>
                <a:gd name="connsiteX19" fmla="*/ 741617 w 1371028"/>
                <a:gd name="connsiteY19" fmla="*/ 846677 h 1276731"/>
                <a:gd name="connsiteX20" fmla="*/ 1083469 w 1371028"/>
                <a:gd name="connsiteY20" fmla="*/ 0 h 1276731"/>
                <a:gd name="connsiteX21" fmla="*/ 1371029 w 1371028"/>
                <a:gd name="connsiteY21" fmla="*/ 0 h 1276731"/>
                <a:gd name="connsiteX22" fmla="*/ 1371029 w 1371028"/>
                <a:gd name="connsiteY22" fmla="*/ 1276636 h 1276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71028" h="1276731">
                  <a:moveTo>
                    <a:pt x="1371029" y="1276731"/>
                  </a:moveTo>
                  <a:lnTo>
                    <a:pt x="1160907" y="1276731"/>
                  </a:lnTo>
                  <a:lnTo>
                    <a:pt x="1160907" y="450533"/>
                  </a:lnTo>
                  <a:cubicBezTo>
                    <a:pt x="1160907" y="382905"/>
                    <a:pt x="1165098" y="300038"/>
                    <a:pt x="1173385" y="202121"/>
                  </a:cubicBezTo>
                  <a:lnTo>
                    <a:pt x="1169861" y="202121"/>
                  </a:lnTo>
                  <a:cubicBezTo>
                    <a:pt x="1156811" y="257937"/>
                    <a:pt x="1145191" y="297942"/>
                    <a:pt x="1135094" y="322326"/>
                  </a:cubicBezTo>
                  <a:lnTo>
                    <a:pt x="754094" y="1276731"/>
                  </a:lnTo>
                  <a:lnTo>
                    <a:pt x="608076" y="1276731"/>
                  </a:lnTo>
                  <a:lnTo>
                    <a:pt x="226124" y="329470"/>
                  </a:lnTo>
                  <a:cubicBezTo>
                    <a:pt x="215456" y="301562"/>
                    <a:pt x="204121" y="259175"/>
                    <a:pt x="192310" y="202121"/>
                  </a:cubicBezTo>
                  <a:lnTo>
                    <a:pt x="188786" y="202121"/>
                  </a:lnTo>
                  <a:cubicBezTo>
                    <a:pt x="193548" y="253174"/>
                    <a:pt x="195929" y="336518"/>
                    <a:pt x="195929" y="452247"/>
                  </a:cubicBezTo>
                  <a:lnTo>
                    <a:pt x="195929" y="1276636"/>
                  </a:lnTo>
                  <a:lnTo>
                    <a:pt x="0" y="1276636"/>
                  </a:lnTo>
                  <a:lnTo>
                    <a:pt x="0" y="0"/>
                  </a:lnTo>
                  <a:lnTo>
                    <a:pt x="298228" y="0"/>
                  </a:lnTo>
                  <a:lnTo>
                    <a:pt x="633889" y="850202"/>
                  </a:lnTo>
                  <a:cubicBezTo>
                    <a:pt x="659416" y="915543"/>
                    <a:pt x="675989" y="964121"/>
                    <a:pt x="683705" y="996220"/>
                  </a:cubicBezTo>
                  <a:lnTo>
                    <a:pt x="688181" y="996220"/>
                  </a:lnTo>
                  <a:cubicBezTo>
                    <a:pt x="710089" y="929164"/>
                    <a:pt x="727901" y="879253"/>
                    <a:pt x="741617" y="846677"/>
                  </a:cubicBezTo>
                  <a:lnTo>
                    <a:pt x="1083469" y="0"/>
                  </a:lnTo>
                  <a:lnTo>
                    <a:pt x="1371029" y="0"/>
                  </a:lnTo>
                  <a:lnTo>
                    <a:pt x="1371029" y="127663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11B0C5AE-D2E3-4968-6E52-50945EE5BDCB}"/>
                </a:ext>
              </a:extLst>
            </p:cNvPr>
            <p:cNvSpPr/>
            <p:nvPr/>
          </p:nvSpPr>
          <p:spPr bwMode="white">
            <a:xfrm>
              <a:off x="2300001" y="1939211"/>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00"/>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AC8F9B95-3783-5A61-96F1-A60710EFB19E}"/>
                </a:ext>
              </a:extLst>
            </p:cNvPr>
            <p:cNvSpPr/>
            <p:nvPr/>
          </p:nvSpPr>
          <p:spPr bwMode="white">
            <a:xfrm>
              <a:off x="2681572" y="2344310"/>
              <a:ext cx="712279" cy="954500"/>
            </a:xfrm>
            <a:custGeom>
              <a:avLst/>
              <a:gdLst>
                <a:gd name="connsiteX0" fmla="*/ 711327 w 712279"/>
                <a:gd name="connsiteY0" fmla="*/ 891254 h 954500"/>
                <a:gd name="connsiteX1" fmla="*/ 452247 w 712279"/>
                <a:gd name="connsiteY1" fmla="*/ 954500 h 954500"/>
                <a:gd name="connsiteX2" fmla="*/ 124587 w 712279"/>
                <a:gd name="connsiteY2" fmla="*/ 827627 h 954500"/>
                <a:gd name="connsiteX3" fmla="*/ 0 w 712279"/>
                <a:gd name="connsiteY3" fmla="*/ 498634 h 954500"/>
                <a:gd name="connsiteX4" fmla="*/ 134017 w 712279"/>
                <a:gd name="connsiteY4" fmla="*/ 136684 h 954500"/>
                <a:gd name="connsiteX5" fmla="*/ 492347 w 712279"/>
                <a:gd name="connsiteY5" fmla="*/ 0 h 954500"/>
                <a:gd name="connsiteX6" fmla="*/ 712280 w 712279"/>
                <a:gd name="connsiteY6" fmla="*/ 43625 h 954500"/>
                <a:gd name="connsiteX7" fmla="*/ 712280 w 712279"/>
                <a:gd name="connsiteY7" fmla="*/ 235934 h 954500"/>
                <a:gd name="connsiteX8" fmla="*/ 509302 w 712279"/>
                <a:gd name="connsiteY8" fmla="*/ 164687 h 954500"/>
                <a:gd name="connsiteX9" fmla="*/ 294704 w 712279"/>
                <a:gd name="connsiteY9" fmla="*/ 253270 h 954500"/>
                <a:gd name="connsiteX10" fmla="*/ 210979 w 712279"/>
                <a:gd name="connsiteY10" fmla="*/ 485204 h 954500"/>
                <a:gd name="connsiteX11" fmla="*/ 289750 w 712279"/>
                <a:gd name="connsiteY11" fmla="*/ 708660 h 954500"/>
                <a:gd name="connsiteX12" fmla="*/ 501205 w 712279"/>
                <a:gd name="connsiteY12" fmla="*/ 790575 h 954500"/>
                <a:gd name="connsiteX13" fmla="*/ 711327 w 712279"/>
                <a:gd name="connsiteY13" fmla="*/ 711327 h 954500"/>
                <a:gd name="connsiteX14" fmla="*/ 711327 w 712279"/>
                <a:gd name="connsiteY14" fmla="*/ 891159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12279" h="954500">
                  <a:moveTo>
                    <a:pt x="711327" y="891254"/>
                  </a:moveTo>
                  <a:cubicBezTo>
                    <a:pt x="638270" y="933355"/>
                    <a:pt x="551974" y="954500"/>
                    <a:pt x="452247" y="954500"/>
                  </a:cubicBezTo>
                  <a:cubicBezTo>
                    <a:pt x="316897" y="954500"/>
                    <a:pt x="207740" y="912209"/>
                    <a:pt x="124587" y="827627"/>
                  </a:cubicBezTo>
                  <a:cubicBezTo>
                    <a:pt x="41529" y="743045"/>
                    <a:pt x="0" y="633413"/>
                    <a:pt x="0" y="498634"/>
                  </a:cubicBezTo>
                  <a:cubicBezTo>
                    <a:pt x="0" y="348520"/>
                    <a:pt x="44672" y="227838"/>
                    <a:pt x="134017" y="136684"/>
                  </a:cubicBezTo>
                  <a:cubicBezTo>
                    <a:pt x="223361" y="45625"/>
                    <a:pt x="342805" y="0"/>
                    <a:pt x="492347" y="0"/>
                  </a:cubicBezTo>
                  <a:cubicBezTo>
                    <a:pt x="575405" y="0"/>
                    <a:pt x="648748" y="14573"/>
                    <a:pt x="712280" y="43625"/>
                  </a:cubicBezTo>
                  <a:lnTo>
                    <a:pt x="712280" y="235934"/>
                  </a:lnTo>
                  <a:cubicBezTo>
                    <a:pt x="648748" y="188500"/>
                    <a:pt x="581120" y="164687"/>
                    <a:pt x="509302" y="164687"/>
                  </a:cubicBezTo>
                  <a:cubicBezTo>
                    <a:pt x="422053" y="164687"/>
                    <a:pt x="350520" y="194215"/>
                    <a:pt x="294704" y="253270"/>
                  </a:cubicBezTo>
                  <a:cubicBezTo>
                    <a:pt x="238887" y="312325"/>
                    <a:pt x="210979" y="389668"/>
                    <a:pt x="210979" y="485204"/>
                  </a:cubicBezTo>
                  <a:cubicBezTo>
                    <a:pt x="210979" y="580739"/>
                    <a:pt x="237268" y="654082"/>
                    <a:pt x="289750" y="708660"/>
                  </a:cubicBezTo>
                  <a:cubicBezTo>
                    <a:pt x="342233" y="763238"/>
                    <a:pt x="412718" y="790575"/>
                    <a:pt x="501205" y="790575"/>
                  </a:cubicBezTo>
                  <a:cubicBezTo>
                    <a:pt x="575405" y="790575"/>
                    <a:pt x="645414" y="764191"/>
                    <a:pt x="711327" y="711327"/>
                  </a:cubicBezTo>
                  <a:lnTo>
                    <a:pt x="711327" y="89115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A9D6DBAB-B6F5-BDBF-0DA7-135780CED5BF}"/>
                </a:ext>
              </a:extLst>
            </p:cNvPr>
            <p:cNvSpPr/>
            <p:nvPr/>
          </p:nvSpPr>
          <p:spPr bwMode="white">
            <a:xfrm>
              <a:off x="3579494" y="2349739"/>
              <a:ext cx="528828" cy="927639"/>
            </a:xfrm>
            <a:custGeom>
              <a:avLst/>
              <a:gdLst>
                <a:gd name="connsiteX0" fmla="*/ 528828 w 528828"/>
                <a:gd name="connsiteY0" fmla="*/ 212693 h 927639"/>
                <a:gd name="connsiteX1" fmla="*/ 421100 w 528828"/>
                <a:gd name="connsiteY1" fmla="*/ 183356 h 927639"/>
                <a:gd name="connsiteX2" fmla="*/ 267938 w 528828"/>
                <a:gd name="connsiteY2" fmla="*/ 266129 h 927639"/>
                <a:gd name="connsiteX3" fmla="*/ 206502 w 528828"/>
                <a:gd name="connsiteY3" fmla="*/ 491395 h 927639"/>
                <a:gd name="connsiteX4" fmla="*/ 206502 w 528828"/>
                <a:gd name="connsiteY4" fmla="*/ 927640 h 927639"/>
                <a:gd name="connsiteX5" fmla="*/ 0 w 528828"/>
                <a:gd name="connsiteY5" fmla="*/ 927640 h 927639"/>
                <a:gd name="connsiteX6" fmla="*/ 0 w 528828"/>
                <a:gd name="connsiteY6" fmla="*/ 16002 h 927639"/>
                <a:gd name="connsiteX7" fmla="*/ 206502 w 528828"/>
                <a:gd name="connsiteY7" fmla="*/ 16002 h 927639"/>
                <a:gd name="connsiteX8" fmla="*/ 206502 w 528828"/>
                <a:gd name="connsiteY8" fmla="*/ 203835 h 927639"/>
                <a:gd name="connsiteX9" fmla="*/ 210026 w 528828"/>
                <a:gd name="connsiteY9" fmla="*/ 203835 h 927639"/>
                <a:gd name="connsiteX10" fmla="*/ 303086 w 528828"/>
                <a:gd name="connsiteY10" fmla="*/ 53816 h 927639"/>
                <a:gd name="connsiteX11" fmla="*/ 443294 w 528828"/>
                <a:gd name="connsiteY11" fmla="*/ 0 h 927639"/>
                <a:gd name="connsiteX12" fmla="*/ 528733 w 528828"/>
                <a:gd name="connsiteY12" fmla="*/ 16955 h 927639"/>
                <a:gd name="connsiteX13" fmla="*/ 528733 w 528828"/>
                <a:gd name="connsiteY13" fmla="*/ 212789 h 927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8828" h="927639">
                  <a:moveTo>
                    <a:pt x="528828" y="212693"/>
                  </a:moveTo>
                  <a:cubicBezTo>
                    <a:pt x="503873" y="193072"/>
                    <a:pt x="467963" y="183356"/>
                    <a:pt x="421100" y="183356"/>
                  </a:cubicBezTo>
                  <a:cubicBezTo>
                    <a:pt x="359950" y="183356"/>
                    <a:pt x="308896" y="210979"/>
                    <a:pt x="267938" y="266129"/>
                  </a:cubicBezTo>
                  <a:cubicBezTo>
                    <a:pt x="226981" y="321278"/>
                    <a:pt x="206502" y="396431"/>
                    <a:pt x="206502" y="491395"/>
                  </a:cubicBezTo>
                  <a:lnTo>
                    <a:pt x="206502" y="927640"/>
                  </a:lnTo>
                  <a:lnTo>
                    <a:pt x="0" y="927640"/>
                  </a:lnTo>
                  <a:lnTo>
                    <a:pt x="0" y="16002"/>
                  </a:lnTo>
                  <a:lnTo>
                    <a:pt x="206502" y="16002"/>
                  </a:lnTo>
                  <a:lnTo>
                    <a:pt x="206502" y="203835"/>
                  </a:lnTo>
                  <a:lnTo>
                    <a:pt x="210026" y="203835"/>
                  </a:lnTo>
                  <a:cubicBezTo>
                    <a:pt x="230219" y="139732"/>
                    <a:pt x="261176" y="89726"/>
                    <a:pt x="303086" y="53816"/>
                  </a:cubicBezTo>
                  <a:cubicBezTo>
                    <a:pt x="344900" y="17907"/>
                    <a:pt x="391668" y="0"/>
                    <a:pt x="443294" y="0"/>
                  </a:cubicBezTo>
                  <a:cubicBezTo>
                    <a:pt x="480727" y="0"/>
                    <a:pt x="509207" y="5620"/>
                    <a:pt x="528733" y="16955"/>
                  </a:cubicBezTo>
                  <a:lnTo>
                    <a:pt x="528733" y="212789"/>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BA246B78-9929-146B-78A7-A5B509482D1B}"/>
                </a:ext>
              </a:extLst>
            </p:cNvPr>
            <p:cNvSpPr/>
            <p:nvPr/>
          </p:nvSpPr>
          <p:spPr bwMode="white">
            <a:xfrm>
              <a:off x="4144422" y="2344405"/>
              <a:ext cx="937450" cy="954500"/>
            </a:xfrm>
            <a:custGeom>
              <a:avLst/>
              <a:gdLst>
                <a:gd name="connsiteX0" fmla="*/ 463010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0" y="954310"/>
                  </a:moveTo>
                  <a:cubicBezTo>
                    <a:pt x="322326" y="954310"/>
                    <a:pt x="210026" y="911733"/>
                    <a:pt x="126016" y="826579"/>
                  </a:cubicBezTo>
                  <a:cubicBezTo>
                    <a:pt x="42005"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7" y="790480"/>
                    <a:pt x="472821" y="790480"/>
                  </a:cubicBezTo>
                  <a:cubicBezTo>
                    <a:pt x="552355" y="790480"/>
                    <a:pt x="616553" y="763524"/>
                    <a:pt x="660178" y="709422"/>
                  </a:cubicBezTo>
                  <a:cubicBezTo>
                    <a:pt x="703802" y="655415"/>
                    <a:pt x="725615" y="578549"/>
                    <a:pt x="725615" y="478822"/>
                  </a:cubicBezTo>
                  <a:cubicBezTo>
                    <a:pt x="725615" y="379095"/>
                    <a:pt x="703802" y="301085"/>
                    <a:pt x="660178" y="246412"/>
                  </a:cubicBezTo>
                  <a:cubicBezTo>
                    <a:pt x="616553" y="191834"/>
                    <a:pt x="554069"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8" name="Freeform: Shape 27">
              <a:extLst>
                <a:ext uri="{FF2B5EF4-FFF2-40B4-BE49-F238E27FC236}">
                  <a16:creationId xmlns:a16="http://schemas.microsoft.com/office/drawing/2014/main" id="{B165A848-4EE6-DE4A-D8CB-3EA312E4480C}"/>
                </a:ext>
              </a:extLst>
            </p:cNvPr>
            <p:cNvSpPr/>
            <p:nvPr/>
          </p:nvSpPr>
          <p:spPr bwMode="white">
            <a:xfrm>
              <a:off x="5180361" y="2344310"/>
              <a:ext cx="647319" cy="954309"/>
            </a:xfrm>
            <a:custGeom>
              <a:avLst/>
              <a:gdLst>
                <a:gd name="connsiteX0" fmla="*/ 0 w 647319"/>
                <a:gd name="connsiteY0" fmla="*/ 904589 h 954309"/>
                <a:gd name="connsiteX1" fmla="*/ 0 w 647319"/>
                <a:gd name="connsiteY1" fmla="*/ 713137 h 954309"/>
                <a:gd name="connsiteX2" fmla="*/ 255556 w 647319"/>
                <a:gd name="connsiteY2" fmla="*/ 801243 h 954309"/>
                <a:gd name="connsiteX3" fmla="*/ 442531 w 647319"/>
                <a:gd name="connsiteY3" fmla="*/ 690848 h 954309"/>
                <a:gd name="connsiteX4" fmla="*/ 426530 w 647319"/>
                <a:gd name="connsiteY4" fmla="*/ 637889 h 954309"/>
                <a:gd name="connsiteX5" fmla="*/ 383381 w 647319"/>
                <a:gd name="connsiteY5" fmla="*/ 599123 h 954309"/>
                <a:gd name="connsiteX6" fmla="*/ 319278 w 647319"/>
                <a:gd name="connsiteY6" fmla="*/ 568833 h 954309"/>
                <a:gd name="connsiteX7" fmla="*/ 236887 w 647319"/>
                <a:gd name="connsiteY7" fmla="*/ 538544 h 954309"/>
                <a:gd name="connsiteX8" fmla="*/ 135827 w 647319"/>
                <a:gd name="connsiteY8" fmla="*/ 491395 h 954309"/>
                <a:gd name="connsiteX9" fmla="*/ 61055 w 647319"/>
                <a:gd name="connsiteY9" fmla="*/ 434816 h 954309"/>
                <a:gd name="connsiteX10" fmla="*/ 16097 w 647319"/>
                <a:gd name="connsiteY10" fmla="*/ 363188 h 954309"/>
                <a:gd name="connsiteX11" fmla="*/ 953 w 647319"/>
                <a:gd name="connsiteY11" fmla="*/ 269748 h 954309"/>
                <a:gd name="connsiteX12" fmla="*/ 32099 w 647319"/>
                <a:gd name="connsiteY12" fmla="*/ 153543 h 954309"/>
                <a:gd name="connsiteX13" fmla="*/ 115824 w 647319"/>
                <a:gd name="connsiteY13" fmla="*/ 68961 h 954309"/>
                <a:gd name="connsiteX14" fmla="*/ 235077 w 647319"/>
                <a:gd name="connsiteY14" fmla="*/ 17335 h 954309"/>
                <a:gd name="connsiteX15" fmla="*/ 373094 w 647319"/>
                <a:gd name="connsiteY15" fmla="*/ 0 h 954309"/>
                <a:gd name="connsiteX16" fmla="*/ 599218 w 647319"/>
                <a:gd name="connsiteY16" fmla="*/ 38291 h 954309"/>
                <a:gd name="connsiteX17" fmla="*/ 599218 w 647319"/>
                <a:gd name="connsiteY17" fmla="*/ 218980 h 954309"/>
                <a:gd name="connsiteX18" fmla="*/ 378428 w 647319"/>
                <a:gd name="connsiteY18" fmla="*/ 153067 h 954309"/>
                <a:gd name="connsiteX19" fmla="*/ 307658 w 647319"/>
                <a:gd name="connsiteY19" fmla="*/ 161068 h 954309"/>
                <a:gd name="connsiteX20" fmla="*/ 253746 w 647319"/>
                <a:gd name="connsiteY20" fmla="*/ 183356 h 954309"/>
                <a:gd name="connsiteX21" fmla="*/ 218980 w 647319"/>
                <a:gd name="connsiteY21" fmla="*/ 217646 h 954309"/>
                <a:gd name="connsiteX22" fmla="*/ 206502 w 647319"/>
                <a:gd name="connsiteY22" fmla="*/ 261747 h 954309"/>
                <a:gd name="connsiteX23" fmla="*/ 218980 w 647319"/>
                <a:gd name="connsiteY23" fmla="*/ 311563 h 954309"/>
                <a:gd name="connsiteX24" fmla="*/ 255937 w 647319"/>
                <a:gd name="connsiteY24" fmla="*/ 347663 h 954309"/>
                <a:gd name="connsiteX25" fmla="*/ 314706 w 647319"/>
                <a:gd name="connsiteY25" fmla="*/ 376142 h 954309"/>
                <a:gd name="connsiteX26" fmla="*/ 393478 w 647319"/>
                <a:gd name="connsiteY26" fmla="*/ 404146 h 954309"/>
                <a:gd name="connsiteX27" fmla="*/ 499015 w 647319"/>
                <a:gd name="connsiteY27" fmla="*/ 453104 h 954309"/>
                <a:gd name="connsiteX28" fmla="*/ 578739 w 647319"/>
                <a:gd name="connsiteY28" fmla="*/ 509683 h 954309"/>
                <a:gd name="connsiteX29" fmla="*/ 629508 w 647319"/>
                <a:gd name="connsiteY29" fmla="*/ 582644 h 954309"/>
                <a:gd name="connsiteX30" fmla="*/ 647319 w 647319"/>
                <a:gd name="connsiteY30" fmla="*/ 681038 h 954309"/>
                <a:gd name="connsiteX31" fmla="*/ 615220 w 647319"/>
                <a:gd name="connsiteY31" fmla="*/ 802100 h 954309"/>
                <a:gd name="connsiteX32" fmla="*/ 529780 w 647319"/>
                <a:gd name="connsiteY32" fmla="*/ 887540 h 954309"/>
                <a:gd name="connsiteX33" fmla="*/ 406432 w 647319"/>
                <a:gd name="connsiteY33" fmla="*/ 937832 h 954309"/>
                <a:gd name="connsiteX34" fmla="*/ 259080 w 647319"/>
                <a:gd name="connsiteY34" fmla="*/ 954310 h 954309"/>
                <a:gd name="connsiteX35" fmla="*/ 0 w 647319"/>
                <a:gd name="connsiteY35" fmla="*/ 904494 h 954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7319" h="954309">
                  <a:moveTo>
                    <a:pt x="0" y="904589"/>
                  </a:moveTo>
                  <a:lnTo>
                    <a:pt x="0" y="713137"/>
                  </a:lnTo>
                  <a:cubicBezTo>
                    <a:pt x="77153" y="771906"/>
                    <a:pt x="162306" y="801243"/>
                    <a:pt x="255556" y="801243"/>
                  </a:cubicBezTo>
                  <a:cubicBezTo>
                    <a:pt x="380238" y="801243"/>
                    <a:pt x="442531" y="764477"/>
                    <a:pt x="442531" y="690848"/>
                  </a:cubicBezTo>
                  <a:cubicBezTo>
                    <a:pt x="442531" y="670084"/>
                    <a:pt x="437197" y="652463"/>
                    <a:pt x="426530" y="637889"/>
                  </a:cubicBezTo>
                  <a:cubicBezTo>
                    <a:pt x="415862" y="623316"/>
                    <a:pt x="401479" y="610457"/>
                    <a:pt x="383381" y="599123"/>
                  </a:cubicBezTo>
                  <a:cubicBezTo>
                    <a:pt x="365284" y="587883"/>
                    <a:pt x="343948" y="577787"/>
                    <a:pt x="319278" y="568833"/>
                  </a:cubicBezTo>
                  <a:cubicBezTo>
                    <a:pt x="294608" y="559975"/>
                    <a:pt x="267176" y="549878"/>
                    <a:pt x="236887" y="538544"/>
                  </a:cubicBezTo>
                  <a:cubicBezTo>
                    <a:pt x="199454" y="523685"/>
                    <a:pt x="165830" y="507968"/>
                    <a:pt x="135827" y="491395"/>
                  </a:cubicBezTo>
                  <a:cubicBezTo>
                    <a:pt x="105823" y="474821"/>
                    <a:pt x="80963" y="455962"/>
                    <a:pt x="61055" y="434816"/>
                  </a:cubicBezTo>
                  <a:cubicBezTo>
                    <a:pt x="41148" y="413766"/>
                    <a:pt x="26194" y="389858"/>
                    <a:pt x="16097" y="363188"/>
                  </a:cubicBezTo>
                  <a:cubicBezTo>
                    <a:pt x="6001" y="336518"/>
                    <a:pt x="953" y="305276"/>
                    <a:pt x="953" y="269748"/>
                  </a:cubicBezTo>
                  <a:cubicBezTo>
                    <a:pt x="953" y="225838"/>
                    <a:pt x="11335" y="187071"/>
                    <a:pt x="32099" y="153543"/>
                  </a:cubicBezTo>
                  <a:cubicBezTo>
                    <a:pt x="52864" y="120015"/>
                    <a:pt x="80772" y="91821"/>
                    <a:pt x="115824" y="68961"/>
                  </a:cubicBezTo>
                  <a:cubicBezTo>
                    <a:pt x="150876" y="46101"/>
                    <a:pt x="190595" y="28861"/>
                    <a:pt x="235077" y="17335"/>
                  </a:cubicBezTo>
                  <a:cubicBezTo>
                    <a:pt x="279559" y="5810"/>
                    <a:pt x="325564" y="0"/>
                    <a:pt x="373094" y="0"/>
                  </a:cubicBezTo>
                  <a:cubicBezTo>
                    <a:pt x="457391" y="0"/>
                    <a:pt x="532733" y="12764"/>
                    <a:pt x="599218" y="38291"/>
                  </a:cubicBezTo>
                  <a:lnTo>
                    <a:pt x="599218" y="218980"/>
                  </a:lnTo>
                  <a:cubicBezTo>
                    <a:pt x="535114" y="175069"/>
                    <a:pt x="461486" y="153067"/>
                    <a:pt x="378428" y="153067"/>
                  </a:cubicBezTo>
                  <a:cubicBezTo>
                    <a:pt x="352330" y="153067"/>
                    <a:pt x="328708" y="155734"/>
                    <a:pt x="307658" y="161068"/>
                  </a:cubicBezTo>
                  <a:cubicBezTo>
                    <a:pt x="286607" y="166402"/>
                    <a:pt x="268605" y="173831"/>
                    <a:pt x="253746" y="183356"/>
                  </a:cubicBezTo>
                  <a:cubicBezTo>
                    <a:pt x="238887" y="192881"/>
                    <a:pt x="227362" y="204311"/>
                    <a:pt x="218980" y="217646"/>
                  </a:cubicBezTo>
                  <a:cubicBezTo>
                    <a:pt x="210693" y="230981"/>
                    <a:pt x="206502" y="245650"/>
                    <a:pt x="206502" y="261747"/>
                  </a:cubicBezTo>
                  <a:cubicBezTo>
                    <a:pt x="206502" y="281369"/>
                    <a:pt x="210693" y="297942"/>
                    <a:pt x="218980" y="311563"/>
                  </a:cubicBezTo>
                  <a:cubicBezTo>
                    <a:pt x="227267" y="325184"/>
                    <a:pt x="239554" y="337280"/>
                    <a:pt x="255937" y="347663"/>
                  </a:cubicBezTo>
                  <a:cubicBezTo>
                    <a:pt x="272225" y="358045"/>
                    <a:pt x="291846" y="367570"/>
                    <a:pt x="314706" y="376142"/>
                  </a:cubicBezTo>
                  <a:cubicBezTo>
                    <a:pt x="337566" y="384715"/>
                    <a:pt x="363855" y="394144"/>
                    <a:pt x="393478" y="404146"/>
                  </a:cubicBezTo>
                  <a:cubicBezTo>
                    <a:pt x="432626" y="420148"/>
                    <a:pt x="467773" y="436531"/>
                    <a:pt x="499015" y="453104"/>
                  </a:cubicBezTo>
                  <a:cubicBezTo>
                    <a:pt x="530162" y="469773"/>
                    <a:pt x="556736" y="488537"/>
                    <a:pt x="578739" y="509683"/>
                  </a:cubicBezTo>
                  <a:cubicBezTo>
                    <a:pt x="600647" y="530733"/>
                    <a:pt x="617601" y="555117"/>
                    <a:pt x="629508" y="582644"/>
                  </a:cubicBezTo>
                  <a:cubicBezTo>
                    <a:pt x="641414" y="610267"/>
                    <a:pt x="647319" y="643033"/>
                    <a:pt x="647319" y="681038"/>
                  </a:cubicBezTo>
                  <a:cubicBezTo>
                    <a:pt x="647319" y="727329"/>
                    <a:pt x="636651" y="767715"/>
                    <a:pt x="615220" y="802100"/>
                  </a:cubicBezTo>
                  <a:cubicBezTo>
                    <a:pt x="593884" y="836581"/>
                    <a:pt x="565404" y="865061"/>
                    <a:pt x="529780" y="887540"/>
                  </a:cubicBezTo>
                  <a:cubicBezTo>
                    <a:pt x="494157" y="910114"/>
                    <a:pt x="453104" y="926878"/>
                    <a:pt x="406432" y="937832"/>
                  </a:cubicBezTo>
                  <a:cubicBezTo>
                    <a:pt x="359855" y="948785"/>
                    <a:pt x="310705" y="954310"/>
                    <a:pt x="259080" y="954310"/>
                  </a:cubicBezTo>
                  <a:cubicBezTo>
                    <a:pt x="159353" y="954310"/>
                    <a:pt x="72962" y="937641"/>
                    <a:pt x="0" y="904494"/>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9" name="Freeform: Shape 28">
              <a:extLst>
                <a:ext uri="{FF2B5EF4-FFF2-40B4-BE49-F238E27FC236}">
                  <a16:creationId xmlns:a16="http://schemas.microsoft.com/office/drawing/2014/main" id="{68B522E9-BE2D-0C37-92C4-BAB333C2C2D5}"/>
                </a:ext>
              </a:extLst>
            </p:cNvPr>
            <p:cNvSpPr/>
            <p:nvPr/>
          </p:nvSpPr>
          <p:spPr bwMode="white">
            <a:xfrm>
              <a:off x="5909975" y="2344405"/>
              <a:ext cx="937450" cy="954500"/>
            </a:xfrm>
            <a:custGeom>
              <a:avLst/>
              <a:gdLst>
                <a:gd name="connsiteX0" fmla="*/ 463011 w 937450"/>
                <a:gd name="connsiteY0" fmla="*/ 954310 h 954500"/>
                <a:gd name="connsiteX1" fmla="*/ 126016 w 937450"/>
                <a:gd name="connsiteY1" fmla="*/ 826579 h 954500"/>
                <a:gd name="connsiteX2" fmla="*/ 0 w 937450"/>
                <a:gd name="connsiteY2" fmla="*/ 487871 h 954500"/>
                <a:gd name="connsiteX3" fmla="*/ 131350 w 937450"/>
                <a:gd name="connsiteY3" fmla="*/ 129064 h 954500"/>
                <a:gd name="connsiteX4" fmla="*/ 485204 w 937450"/>
                <a:gd name="connsiteY4" fmla="*/ 0 h 954500"/>
                <a:gd name="connsiteX5" fmla="*/ 818198 w 937450"/>
                <a:gd name="connsiteY5" fmla="*/ 125540 h 954500"/>
                <a:gd name="connsiteX6" fmla="*/ 937451 w 937450"/>
                <a:gd name="connsiteY6" fmla="*/ 473678 h 954500"/>
                <a:gd name="connsiteX7" fmla="*/ 808768 w 937450"/>
                <a:gd name="connsiteY7" fmla="*/ 823151 h 954500"/>
                <a:gd name="connsiteX8" fmla="*/ 462915 w 937450"/>
                <a:gd name="connsiteY8" fmla="*/ 954500 h 954500"/>
                <a:gd name="connsiteX9" fmla="*/ 472821 w 937450"/>
                <a:gd name="connsiteY9" fmla="*/ 164592 h 954500"/>
                <a:gd name="connsiteX10" fmla="*/ 281369 w 937450"/>
                <a:gd name="connsiteY10" fmla="*/ 249174 h 954500"/>
                <a:gd name="connsiteX11" fmla="*/ 211074 w 937450"/>
                <a:gd name="connsiteY11" fmla="*/ 482441 h 954500"/>
                <a:gd name="connsiteX12" fmla="*/ 282321 w 937450"/>
                <a:gd name="connsiteY12" fmla="*/ 708088 h 954500"/>
                <a:gd name="connsiteX13" fmla="*/ 472821 w 937450"/>
                <a:gd name="connsiteY13" fmla="*/ 790480 h 954500"/>
                <a:gd name="connsiteX14" fmla="*/ 660178 w 937450"/>
                <a:gd name="connsiteY14" fmla="*/ 709422 h 954500"/>
                <a:gd name="connsiteX15" fmla="*/ 725615 w 937450"/>
                <a:gd name="connsiteY15" fmla="*/ 478822 h 954500"/>
                <a:gd name="connsiteX16" fmla="*/ 660178 w 937450"/>
                <a:gd name="connsiteY16" fmla="*/ 246412 h 954500"/>
                <a:gd name="connsiteX17" fmla="*/ 472821 w 937450"/>
                <a:gd name="connsiteY17" fmla="*/ 164497 h 95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37450" h="954500">
                  <a:moveTo>
                    <a:pt x="463011" y="954310"/>
                  </a:moveTo>
                  <a:cubicBezTo>
                    <a:pt x="322326" y="954310"/>
                    <a:pt x="210027" y="911733"/>
                    <a:pt x="126016" y="826579"/>
                  </a:cubicBezTo>
                  <a:cubicBezTo>
                    <a:pt x="42006" y="741426"/>
                    <a:pt x="0" y="628459"/>
                    <a:pt x="0" y="487871"/>
                  </a:cubicBezTo>
                  <a:cubicBezTo>
                    <a:pt x="0" y="334709"/>
                    <a:pt x="43720" y="215170"/>
                    <a:pt x="131350" y="129064"/>
                  </a:cubicBezTo>
                  <a:cubicBezTo>
                    <a:pt x="218885" y="43053"/>
                    <a:pt x="336900" y="0"/>
                    <a:pt x="485204" y="0"/>
                  </a:cubicBezTo>
                  <a:cubicBezTo>
                    <a:pt x="633508" y="0"/>
                    <a:pt x="738664" y="41815"/>
                    <a:pt x="818198" y="125540"/>
                  </a:cubicBezTo>
                  <a:cubicBezTo>
                    <a:pt x="897731" y="209264"/>
                    <a:pt x="937451" y="325279"/>
                    <a:pt x="937451" y="473678"/>
                  </a:cubicBezTo>
                  <a:cubicBezTo>
                    <a:pt x="937451" y="622078"/>
                    <a:pt x="894588" y="735616"/>
                    <a:pt x="808768" y="823151"/>
                  </a:cubicBezTo>
                  <a:cubicBezTo>
                    <a:pt x="723043" y="910685"/>
                    <a:pt x="607695" y="954500"/>
                    <a:pt x="462915" y="954500"/>
                  </a:cubicBezTo>
                  <a:close/>
                  <a:moveTo>
                    <a:pt x="472821" y="164592"/>
                  </a:moveTo>
                  <a:cubicBezTo>
                    <a:pt x="392049" y="164592"/>
                    <a:pt x="328327" y="192786"/>
                    <a:pt x="281369" y="249174"/>
                  </a:cubicBezTo>
                  <a:cubicBezTo>
                    <a:pt x="234506" y="305562"/>
                    <a:pt x="211074" y="383286"/>
                    <a:pt x="211074" y="482441"/>
                  </a:cubicBezTo>
                  <a:cubicBezTo>
                    <a:pt x="211074" y="581597"/>
                    <a:pt x="234791" y="653225"/>
                    <a:pt x="282321" y="708088"/>
                  </a:cubicBezTo>
                  <a:cubicBezTo>
                    <a:pt x="329756" y="762953"/>
                    <a:pt x="393288" y="790480"/>
                    <a:pt x="472821" y="790480"/>
                  </a:cubicBezTo>
                  <a:cubicBezTo>
                    <a:pt x="552355" y="790480"/>
                    <a:pt x="616554" y="763524"/>
                    <a:pt x="660178" y="709422"/>
                  </a:cubicBezTo>
                  <a:cubicBezTo>
                    <a:pt x="703802" y="655415"/>
                    <a:pt x="725615" y="578549"/>
                    <a:pt x="725615" y="478822"/>
                  </a:cubicBezTo>
                  <a:cubicBezTo>
                    <a:pt x="725615" y="379095"/>
                    <a:pt x="703802" y="301085"/>
                    <a:pt x="660178" y="246412"/>
                  </a:cubicBezTo>
                  <a:cubicBezTo>
                    <a:pt x="616554" y="191834"/>
                    <a:pt x="554070" y="164497"/>
                    <a:pt x="472821" y="164497"/>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21258D29-252A-7890-CBA1-2D62B73CC6DF}"/>
                </a:ext>
              </a:extLst>
            </p:cNvPr>
            <p:cNvSpPr/>
            <p:nvPr/>
          </p:nvSpPr>
          <p:spPr bwMode="white">
            <a:xfrm>
              <a:off x="6867524" y="1907208"/>
              <a:ext cx="607218" cy="1370171"/>
            </a:xfrm>
            <a:custGeom>
              <a:avLst/>
              <a:gdLst>
                <a:gd name="connsiteX0" fmla="*/ 607123 w 607218"/>
                <a:gd name="connsiteY0" fmla="*/ 188786 h 1370171"/>
                <a:gd name="connsiteX1" fmla="*/ 511873 w 607218"/>
                <a:gd name="connsiteY1" fmla="*/ 164783 h 1370171"/>
                <a:gd name="connsiteX2" fmla="*/ 361379 w 607218"/>
                <a:gd name="connsiteY2" fmla="*/ 334804 h 1370171"/>
                <a:gd name="connsiteX3" fmla="*/ 361379 w 607218"/>
                <a:gd name="connsiteY3" fmla="*/ 458534 h 1370171"/>
                <a:gd name="connsiteX4" fmla="*/ 573310 w 607218"/>
                <a:gd name="connsiteY4" fmla="*/ 458534 h 1370171"/>
                <a:gd name="connsiteX5" fmla="*/ 573310 w 607218"/>
                <a:gd name="connsiteY5" fmla="*/ 620554 h 1370171"/>
                <a:gd name="connsiteX6" fmla="*/ 362331 w 607218"/>
                <a:gd name="connsiteY6" fmla="*/ 620554 h 1370171"/>
                <a:gd name="connsiteX7" fmla="*/ 362331 w 607218"/>
                <a:gd name="connsiteY7" fmla="*/ 1370171 h 1370171"/>
                <a:gd name="connsiteX8" fmla="*/ 155829 w 607218"/>
                <a:gd name="connsiteY8" fmla="*/ 1370171 h 1370171"/>
                <a:gd name="connsiteX9" fmla="*/ 155829 w 607218"/>
                <a:gd name="connsiteY9" fmla="*/ 620554 h 1370171"/>
                <a:gd name="connsiteX10" fmla="*/ 0 w 607218"/>
                <a:gd name="connsiteY10" fmla="*/ 620554 h 1370171"/>
                <a:gd name="connsiteX11" fmla="*/ 0 w 607218"/>
                <a:gd name="connsiteY11" fmla="*/ 458534 h 1370171"/>
                <a:gd name="connsiteX12" fmla="*/ 155829 w 607218"/>
                <a:gd name="connsiteY12" fmla="*/ 458534 h 1370171"/>
                <a:gd name="connsiteX13" fmla="*/ 155829 w 607218"/>
                <a:gd name="connsiteY13" fmla="*/ 310706 h 1370171"/>
                <a:gd name="connsiteX14" fmla="*/ 250222 w 607218"/>
                <a:gd name="connsiteY14" fmla="*/ 83249 h 1370171"/>
                <a:gd name="connsiteX15" fmla="*/ 486156 w 607218"/>
                <a:gd name="connsiteY15" fmla="*/ 0 h 1370171"/>
                <a:gd name="connsiteX16" fmla="*/ 607219 w 607218"/>
                <a:gd name="connsiteY16" fmla="*/ 16955 h 1370171"/>
                <a:gd name="connsiteX17" fmla="*/ 607219 w 607218"/>
                <a:gd name="connsiteY17" fmla="*/ 188786 h 1370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7218" h="1370171">
                  <a:moveTo>
                    <a:pt x="607123" y="188786"/>
                  </a:moveTo>
                  <a:cubicBezTo>
                    <a:pt x="579215" y="172784"/>
                    <a:pt x="547497" y="164783"/>
                    <a:pt x="511873" y="164783"/>
                  </a:cubicBezTo>
                  <a:cubicBezTo>
                    <a:pt x="411575" y="164783"/>
                    <a:pt x="361379" y="221456"/>
                    <a:pt x="361379" y="334804"/>
                  </a:cubicBezTo>
                  <a:lnTo>
                    <a:pt x="361379" y="458534"/>
                  </a:lnTo>
                  <a:lnTo>
                    <a:pt x="573310" y="458534"/>
                  </a:lnTo>
                  <a:lnTo>
                    <a:pt x="573310" y="620554"/>
                  </a:lnTo>
                  <a:lnTo>
                    <a:pt x="362331" y="620554"/>
                  </a:lnTo>
                  <a:lnTo>
                    <a:pt x="362331" y="1370171"/>
                  </a:lnTo>
                  <a:lnTo>
                    <a:pt x="155829" y="1370171"/>
                  </a:lnTo>
                  <a:lnTo>
                    <a:pt x="155829" y="620554"/>
                  </a:lnTo>
                  <a:lnTo>
                    <a:pt x="0" y="620554"/>
                  </a:lnTo>
                  <a:lnTo>
                    <a:pt x="0" y="458534"/>
                  </a:lnTo>
                  <a:lnTo>
                    <a:pt x="155829" y="458534"/>
                  </a:lnTo>
                  <a:lnTo>
                    <a:pt x="155829" y="310706"/>
                  </a:lnTo>
                  <a:cubicBezTo>
                    <a:pt x="155829" y="214598"/>
                    <a:pt x="187261" y="138779"/>
                    <a:pt x="250222" y="83249"/>
                  </a:cubicBezTo>
                  <a:cubicBezTo>
                    <a:pt x="313087" y="27718"/>
                    <a:pt x="391763" y="0"/>
                    <a:pt x="486156" y="0"/>
                  </a:cubicBezTo>
                  <a:cubicBezTo>
                    <a:pt x="537210" y="0"/>
                    <a:pt x="577501" y="5620"/>
                    <a:pt x="607219" y="16955"/>
                  </a:cubicBezTo>
                  <a:lnTo>
                    <a:pt x="607219" y="188786"/>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1" name="Freeform: Shape 30">
              <a:extLst>
                <a:ext uri="{FF2B5EF4-FFF2-40B4-BE49-F238E27FC236}">
                  <a16:creationId xmlns:a16="http://schemas.microsoft.com/office/drawing/2014/main" id="{4479E827-C57E-CA20-149D-7272F492FA52}"/>
                </a:ext>
              </a:extLst>
            </p:cNvPr>
            <p:cNvSpPr/>
            <p:nvPr/>
          </p:nvSpPr>
          <p:spPr bwMode="white">
            <a:xfrm>
              <a:off x="7398638" y="2095993"/>
              <a:ext cx="576929" cy="1201864"/>
            </a:xfrm>
            <a:custGeom>
              <a:avLst/>
              <a:gdLst>
                <a:gd name="connsiteX0" fmla="*/ 576834 w 576929"/>
                <a:gd name="connsiteY0" fmla="*/ 1171575 h 1201864"/>
                <a:gd name="connsiteX1" fmla="*/ 417481 w 576929"/>
                <a:gd name="connsiteY1" fmla="*/ 1201865 h 1201864"/>
                <a:gd name="connsiteX2" fmla="*/ 152209 w 576929"/>
                <a:gd name="connsiteY2" fmla="*/ 947261 h 1201864"/>
                <a:gd name="connsiteX3" fmla="*/ 152209 w 576929"/>
                <a:gd name="connsiteY3" fmla="*/ 431768 h 1201864"/>
                <a:gd name="connsiteX4" fmla="*/ 0 w 576929"/>
                <a:gd name="connsiteY4" fmla="*/ 431768 h 1201864"/>
                <a:gd name="connsiteX5" fmla="*/ 0 w 576929"/>
                <a:gd name="connsiteY5" fmla="*/ 269748 h 1201864"/>
                <a:gd name="connsiteX6" fmla="*/ 152209 w 576929"/>
                <a:gd name="connsiteY6" fmla="*/ 269748 h 1201864"/>
                <a:gd name="connsiteX7" fmla="*/ 152209 w 576929"/>
                <a:gd name="connsiteY7" fmla="*/ 58769 h 1201864"/>
                <a:gd name="connsiteX8" fmla="*/ 358807 w 576929"/>
                <a:gd name="connsiteY8" fmla="*/ 0 h 1201864"/>
                <a:gd name="connsiteX9" fmla="*/ 358807 w 576929"/>
                <a:gd name="connsiteY9" fmla="*/ 269748 h 1201864"/>
                <a:gd name="connsiteX10" fmla="*/ 576929 w 576929"/>
                <a:gd name="connsiteY10" fmla="*/ 269748 h 1201864"/>
                <a:gd name="connsiteX11" fmla="*/ 576929 w 576929"/>
                <a:gd name="connsiteY11" fmla="*/ 431768 h 1201864"/>
                <a:gd name="connsiteX12" fmla="*/ 358807 w 576929"/>
                <a:gd name="connsiteY12" fmla="*/ 431768 h 1201864"/>
                <a:gd name="connsiteX13" fmla="*/ 358807 w 576929"/>
                <a:gd name="connsiteY13" fmla="*/ 887635 h 1201864"/>
                <a:gd name="connsiteX14" fmla="*/ 388144 w 576929"/>
                <a:gd name="connsiteY14" fmla="*/ 1003364 h 1201864"/>
                <a:gd name="connsiteX15" fmla="*/ 486060 w 576929"/>
                <a:gd name="connsiteY15" fmla="*/ 1038035 h 1201864"/>
                <a:gd name="connsiteX16" fmla="*/ 576834 w 576929"/>
                <a:gd name="connsiteY16" fmla="*/ 1007745 h 1201864"/>
                <a:gd name="connsiteX17" fmla="*/ 576834 w 576929"/>
                <a:gd name="connsiteY17" fmla="*/ 1171575 h 1201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6929" h="1201864">
                  <a:moveTo>
                    <a:pt x="576834" y="1171575"/>
                  </a:moveTo>
                  <a:cubicBezTo>
                    <a:pt x="536448" y="1191768"/>
                    <a:pt x="483394" y="1201865"/>
                    <a:pt x="417481" y="1201865"/>
                  </a:cubicBezTo>
                  <a:cubicBezTo>
                    <a:pt x="240602" y="1201865"/>
                    <a:pt x="152209" y="1116997"/>
                    <a:pt x="152209" y="947261"/>
                  </a:cubicBezTo>
                  <a:lnTo>
                    <a:pt x="152209" y="431768"/>
                  </a:lnTo>
                  <a:lnTo>
                    <a:pt x="0" y="431768"/>
                  </a:lnTo>
                  <a:lnTo>
                    <a:pt x="0" y="269748"/>
                  </a:lnTo>
                  <a:lnTo>
                    <a:pt x="152209" y="269748"/>
                  </a:lnTo>
                  <a:lnTo>
                    <a:pt x="152209" y="58769"/>
                  </a:lnTo>
                  <a:lnTo>
                    <a:pt x="358807" y="0"/>
                  </a:lnTo>
                  <a:lnTo>
                    <a:pt x="358807" y="269748"/>
                  </a:lnTo>
                  <a:lnTo>
                    <a:pt x="576929" y="269748"/>
                  </a:lnTo>
                  <a:lnTo>
                    <a:pt x="576929" y="431768"/>
                  </a:lnTo>
                  <a:lnTo>
                    <a:pt x="358807" y="431768"/>
                  </a:lnTo>
                  <a:lnTo>
                    <a:pt x="358807" y="887635"/>
                  </a:lnTo>
                  <a:cubicBezTo>
                    <a:pt x="358807" y="941642"/>
                    <a:pt x="368618" y="980218"/>
                    <a:pt x="388144" y="1003364"/>
                  </a:cubicBezTo>
                  <a:cubicBezTo>
                    <a:pt x="407765" y="1026509"/>
                    <a:pt x="440341" y="1038035"/>
                    <a:pt x="486060" y="1038035"/>
                  </a:cubicBezTo>
                  <a:cubicBezTo>
                    <a:pt x="521112" y="1038035"/>
                    <a:pt x="551307" y="1027938"/>
                    <a:pt x="576834" y="1007745"/>
                  </a:cubicBezTo>
                  <a:lnTo>
                    <a:pt x="576834" y="1171575"/>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2" name="Freeform: Shape 31">
              <a:extLst>
                <a:ext uri="{FF2B5EF4-FFF2-40B4-BE49-F238E27FC236}">
                  <a16:creationId xmlns:a16="http://schemas.microsoft.com/office/drawing/2014/main" id="{89685AAF-E6CE-0A10-EBE5-9642E5DF5F7E}"/>
                </a:ext>
              </a:extLst>
            </p:cNvPr>
            <p:cNvSpPr/>
            <p:nvPr/>
          </p:nvSpPr>
          <p:spPr bwMode="white">
            <a:xfrm>
              <a:off x="747712" y="3824019"/>
              <a:ext cx="864584" cy="1276730"/>
            </a:xfrm>
            <a:custGeom>
              <a:avLst/>
              <a:gdLst>
                <a:gd name="connsiteX0" fmla="*/ 0 w 864584"/>
                <a:gd name="connsiteY0" fmla="*/ 1276636 h 1276730"/>
                <a:gd name="connsiteX1" fmla="*/ 0 w 864584"/>
                <a:gd name="connsiteY1" fmla="*/ 0 h 1276730"/>
                <a:gd name="connsiteX2" fmla="*/ 405098 w 864584"/>
                <a:gd name="connsiteY2" fmla="*/ 0 h 1276730"/>
                <a:gd name="connsiteX3" fmla="*/ 698468 w 864584"/>
                <a:gd name="connsiteY3" fmla="*/ 81058 h 1276730"/>
                <a:gd name="connsiteX4" fmla="*/ 806672 w 864584"/>
                <a:gd name="connsiteY4" fmla="*/ 292036 h 1276730"/>
                <a:gd name="connsiteX5" fmla="*/ 745236 w 864584"/>
                <a:gd name="connsiteY5" fmla="*/ 480822 h 1276730"/>
                <a:gd name="connsiteX6" fmla="*/ 575215 w 864584"/>
                <a:gd name="connsiteY6" fmla="*/ 594741 h 1276730"/>
                <a:gd name="connsiteX7" fmla="*/ 575215 w 864584"/>
                <a:gd name="connsiteY7" fmla="*/ 598265 h 1276730"/>
                <a:gd name="connsiteX8" fmla="*/ 785813 w 864584"/>
                <a:gd name="connsiteY8" fmla="*/ 695801 h 1276730"/>
                <a:gd name="connsiteX9" fmla="*/ 864584 w 864584"/>
                <a:gd name="connsiteY9" fmla="*/ 909923 h 1276730"/>
                <a:gd name="connsiteX10" fmla="*/ 735521 w 864584"/>
                <a:gd name="connsiteY10" fmla="*/ 1175194 h 1276730"/>
                <a:gd name="connsiteX11" fmla="*/ 409670 w 864584"/>
                <a:gd name="connsiteY11" fmla="*/ 1276731 h 1276730"/>
                <a:gd name="connsiteX12" fmla="*/ 0 w 864584"/>
                <a:gd name="connsiteY12" fmla="*/ 1276731 h 1276730"/>
                <a:gd name="connsiteX13" fmla="*/ 210979 w 864584"/>
                <a:gd name="connsiteY13" fmla="*/ 170021 h 1276730"/>
                <a:gd name="connsiteX14" fmla="*/ 210979 w 864584"/>
                <a:gd name="connsiteY14" fmla="*/ 533209 h 1276730"/>
                <a:gd name="connsiteX15" fmla="*/ 348044 w 864584"/>
                <a:gd name="connsiteY15" fmla="*/ 533209 h 1276730"/>
                <a:gd name="connsiteX16" fmla="*/ 521208 w 864584"/>
                <a:gd name="connsiteY16" fmla="*/ 481108 h 1276730"/>
                <a:gd name="connsiteX17" fmla="*/ 583978 w 864584"/>
                <a:gd name="connsiteY17" fmla="*/ 333756 h 1276730"/>
                <a:gd name="connsiteX18" fmla="*/ 364998 w 864584"/>
                <a:gd name="connsiteY18" fmla="*/ 169926 h 1276730"/>
                <a:gd name="connsiteX19" fmla="*/ 210979 w 864584"/>
                <a:gd name="connsiteY19" fmla="*/ 169926 h 1276730"/>
                <a:gd name="connsiteX20" fmla="*/ 210979 w 864584"/>
                <a:gd name="connsiteY20" fmla="*/ 703326 h 1276730"/>
                <a:gd name="connsiteX21" fmla="*/ 210979 w 864584"/>
                <a:gd name="connsiteY21" fmla="*/ 1107567 h 1276730"/>
                <a:gd name="connsiteX22" fmla="*/ 391668 w 864584"/>
                <a:gd name="connsiteY22" fmla="*/ 1107567 h 1276730"/>
                <a:gd name="connsiteX23" fmla="*/ 574643 w 864584"/>
                <a:gd name="connsiteY23" fmla="*/ 1052798 h 1276730"/>
                <a:gd name="connsiteX24" fmla="*/ 639223 w 864584"/>
                <a:gd name="connsiteY24" fmla="*/ 901922 h 1276730"/>
                <a:gd name="connsiteX25" fmla="*/ 364141 w 864584"/>
                <a:gd name="connsiteY25" fmla="*/ 703421 h 1276730"/>
                <a:gd name="connsiteX26" fmla="*/ 210979 w 864584"/>
                <a:gd name="connsiteY26" fmla="*/ 703421 h 127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64584" h="1276730">
                  <a:moveTo>
                    <a:pt x="0" y="1276636"/>
                  </a:moveTo>
                  <a:lnTo>
                    <a:pt x="0" y="0"/>
                  </a:lnTo>
                  <a:lnTo>
                    <a:pt x="405098" y="0"/>
                  </a:lnTo>
                  <a:cubicBezTo>
                    <a:pt x="528542" y="0"/>
                    <a:pt x="626364" y="27051"/>
                    <a:pt x="698468" y="81058"/>
                  </a:cubicBezTo>
                  <a:cubicBezTo>
                    <a:pt x="770573" y="135064"/>
                    <a:pt x="806672" y="205359"/>
                    <a:pt x="806672" y="292036"/>
                  </a:cubicBezTo>
                  <a:cubicBezTo>
                    <a:pt x="806672" y="364426"/>
                    <a:pt x="786194" y="427387"/>
                    <a:pt x="745236" y="480822"/>
                  </a:cubicBezTo>
                  <a:cubicBezTo>
                    <a:pt x="704279" y="534257"/>
                    <a:pt x="647605" y="572262"/>
                    <a:pt x="575215" y="594741"/>
                  </a:cubicBezTo>
                  <a:lnTo>
                    <a:pt x="575215" y="598265"/>
                  </a:lnTo>
                  <a:cubicBezTo>
                    <a:pt x="663035" y="608362"/>
                    <a:pt x="733235" y="640842"/>
                    <a:pt x="785813" y="695801"/>
                  </a:cubicBezTo>
                  <a:cubicBezTo>
                    <a:pt x="838295" y="750665"/>
                    <a:pt x="864584" y="822103"/>
                    <a:pt x="864584" y="909923"/>
                  </a:cubicBezTo>
                  <a:cubicBezTo>
                    <a:pt x="864584" y="1019175"/>
                    <a:pt x="821531" y="1107567"/>
                    <a:pt x="735521" y="1175194"/>
                  </a:cubicBezTo>
                  <a:cubicBezTo>
                    <a:pt x="649415" y="1242822"/>
                    <a:pt x="540830" y="1276731"/>
                    <a:pt x="409670" y="1276731"/>
                  </a:cubicBezTo>
                  <a:lnTo>
                    <a:pt x="0" y="1276731"/>
                  </a:lnTo>
                  <a:close/>
                  <a:moveTo>
                    <a:pt x="210979" y="170021"/>
                  </a:moveTo>
                  <a:lnTo>
                    <a:pt x="210979" y="533209"/>
                  </a:lnTo>
                  <a:lnTo>
                    <a:pt x="348044" y="533209"/>
                  </a:lnTo>
                  <a:cubicBezTo>
                    <a:pt x="421672" y="533209"/>
                    <a:pt x="479393" y="515874"/>
                    <a:pt x="521208" y="481108"/>
                  </a:cubicBezTo>
                  <a:cubicBezTo>
                    <a:pt x="563023" y="446342"/>
                    <a:pt x="583978" y="397288"/>
                    <a:pt x="583978" y="333756"/>
                  </a:cubicBezTo>
                  <a:cubicBezTo>
                    <a:pt x="583978" y="224600"/>
                    <a:pt x="511016" y="169926"/>
                    <a:pt x="364998" y="169926"/>
                  </a:cubicBezTo>
                  <a:lnTo>
                    <a:pt x="210979" y="169926"/>
                  </a:lnTo>
                  <a:close/>
                  <a:moveTo>
                    <a:pt x="210979" y="703326"/>
                  </a:moveTo>
                  <a:lnTo>
                    <a:pt x="210979" y="1107567"/>
                  </a:lnTo>
                  <a:lnTo>
                    <a:pt x="391668" y="1107567"/>
                  </a:lnTo>
                  <a:cubicBezTo>
                    <a:pt x="470630" y="1107567"/>
                    <a:pt x="531590" y="1089279"/>
                    <a:pt x="574643" y="1052798"/>
                  </a:cubicBezTo>
                  <a:cubicBezTo>
                    <a:pt x="617696" y="1016318"/>
                    <a:pt x="639223" y="966026"/>
                    <a:pt x="639223" y="901922"/>
                  </a:cubicBezTo>
                  <a:cubicBezTo>
                    <a:pt x="639223" y="769620"/>
                    <a:pt x="547497" y="703421"/>
                    <a:pt x="364141" y="703421"/>
                  </a:cubicBezTo>
                  <a:lnTo>
                    <a:pt x="210979" y="703421"/>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3" name="Freeform: Shape 32">
              <a:extLst>
                <a:ext uri="{FF2B5EF4-FFF2-40B4-BE49-F238E27FC236}">
                  <a16:creationId xmlns:a16="http://schemas.microsoft.com/office/drawing/2014/main" id="{6D47342F-6E33-C310-3B4A-6DB6948CD42C}"/>
                </a:ext>
              </a:extLst>
            </p:cNvPr>
            <p:cNvSpPr/>
            <p:nvPr/>
          </p:nvSpPr>
          <p:spPr bwMode="white">
            <a:xfrm>
              <a:off x="1753361" y="4189016"/>
              <a:ext cx="812863" cy="932973"/>
            </a:xfrm>
            <a:custGeom>
              <a:avLst/>
              <a:gdLst>
                <a:gd name="connsiteX0" fmla="*/ 812863 w 812863"/>
                <a:gd name="connsiteY0" fmla="*/ 911638 h 932973"/>
                <a:gd name="connsiteX1" fmla="*/ 606362 w 812863"/>
                <a:gd name="connsiteY1" fmla="*/ 911638 h 932973"/>
                <a:gd name="connsiteX2" fmla="*/ 606362 w 812863"/>
                <a:gd name="connsiteY2" fmla="*/ 767429 h 932973"/>
                <a:gd name="connsiteX3" fmla="*/ 602742 w 812863"/>
                <a:gd name="connsiteY3" fmla="*/ 767429 h 932973"/>
                <a:gd name="connsiteX4" fmla="*/ 323183 w 812863"/>
                <a:gd name="connsiteY4" fmla="*/ 932974 h 932973"/>
                <a:gd name="connsiteX5" fmla="*/ 0 w 812863"/>
                <a:gd name="connsiteY5" fmla="*/ 544830 h 932973"/>
                <a:gd name="connsiteX6" fmla="*/ 0 w 812863"/>
                <a:gd name="connsiteY6" fmla="*/ 0 h 932973"/>
                <a:gd name="connsiteX7" fmla="*/ 206502 w 812863"/>
                <a:gd name="connsiteY7" fmla="*/ 0 h 932973"/>
                <a:gd name="connsiteX8" fmla="*/ 206502 w 812863"/>
                <a:gd name="connsiteY8" fmla="*/ 523494 h 932973"/>
                <a:gd name="connsiteX9" fmla="*/ 396145 w 812863"/>
                <a:gd name="connsiteY9" fmla="*/ 769239 h 932973"/>
                <a:gd name="connsiteX10" fmla="*/ 547021 w 812863"/>
                <a:gd name="connsiteY10" fmla="*/ 701612 h 932973"/>
                <a:gd name="connsiteX11" fmla="*/ 606266 w 812863"/>
                <a:gd name="connsiteY11" fmla="*/ 524447 h 932973"/>
                <a:gd name="connsiteX12" fmla="*/ 606266 w 812863"/>
                <a:gd name="connsiteY12" fmla="*/ 95 h 932973"/>
                <a:gd name="connsiteX13" fmla="*/ 812768 w 812863"/>
                <a:gd name="connsiteY13" fmla="*/ 95 h 932973"/>
                <a:gd name="connsiteX14" fmla="*/ 812768 w 812863"/>
                <a:gd name="connsiteY14" fmla="*/ 911733 h 932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2863" h="932973">
                  <a:moveTo>
                    <a:pt x="812863" y="911638"/>
                  </a:moveTo>
                  <a:lnTo>
                    <a:pt x="606362" y="911638"/>
                  </a:lnTo>
                  <a:lnTo>
                    <a:pt x="606362" y="767429"/>
                  </a:lnTo>
                  <a:lnTo>
                    <a:pt x="602742" y="767429"/>
                  </a:lnTo>
                  <a:cubicBezTo>
                    <a:pt x="542830" y="877824"/>
                    <a:pt x="449580" y="932974"/>
                    <a:pt x="323183" y="932974"/>
                  </a:cubicBezTo>
                  <a:cubicBezTo>
                    <a:pt x="107728" y="932974"/>
                    <a:pt x="0" y="803624"/>
                    <a:pt x="0" y="544830"/>
                  </a:cubicBezTo>
                  <a:lnTo>
                    <a:pt x="0" y="0"/>
                  </a:lnTo>
                  <a:lnTo>
                    <a:pt x="206502" y="0"/>
                  </a:lnTo>
                  <a:lnTo>
                    <a:pt x="206502" y="523494"/>
                  </a:lnTo>
                  <a:cubicBezTo>
                    <a:pt x="206502" y="687324"/>
                    <a:pt x="269748" y="769239"/>
                    <a:pt x="396145" y="769239"/>
                  </a:cubicBezTo>
                  <a:cubicBezTo>
                    <a:pt x="457295" y="769239"/>
                    <a:pt x="507587" y="746665"/>
                    <a:pt x="547021" y="701612"/>
                  </a:cubicBezTo>
                  <a:cubicBezTo>
                    <a:pt x="586454" y="656558"/>
                    <a:pt x="606266" y="597408"/>
                    <a:pt x="606266" y="524447"/>
                  </a:cubicBezTo>
                  <a:lnTo>
                    <a:pt x="606266" y="95"/>
                  </a:lnTo>
                  <a:lnTo>
                    <a:pt x="812768" y="95"/>
                  </a:lnTo>
                  <a:lnTo>
                    <a:pt x="812768" y="911733"/>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4" name="Freeform: Shape 33">
              <a:extLst>
                <a:ext uri="{FF2B5EF4-FFF2-40B4-BE49-F238E27FC236}">
                  <a16:creationId xmlns:a16="http://schemas.microsoft.com/office/drawing/2014/main" id="{80420E76-AEB3-65EE-FDCE-6D201AB9FA24}"/>
                </a:ext>
              </a:extLst>
            </p:cNvPr>
            <p:cNvSpPr/>
            <p:nvPr/>
          </p:nvSpPr>
          <p:spPr bwMode="white">
            <a:xfrm>
              <a:off x="2761678" y="3762487"/>
              <a:ext cx="248412" cy="1338167"/>
            </a:xfrm>
            <a:custGeom>
              <a:avLst/>
              <a:gdLst>
                <a:gd name="connsiteX0" fmla="*/ 122872 w 248412"/>
                <a:gd name="connsiteY0" fmla="*/ 235077 h 1338167"/>
                <a:gd name="connsiteX1" fmla="*/ 36100 w 248412"/>
                <a:gd name="connsiteY1" fmla="*/ 202121 h 1338167"/>
                <a:gd name="connsiteX2" fmla="*/ 0 w 248412"/>
                <a:gd name="connsiteY2" fmla="*/ 118396 h 1338167"/>
                <a:gd name="connsiteX3" fmla="*/ 36100 w 248412"/>
                <a:gd name="connsiteY3" fmla="*/ 33814 h 1338167"/>
                <a:gd name="connsiteX4" fmla="*/ 122872 w 248412"/>
                <a:gd name="connsiteY4" fmla="*/ 0 h 1338167"/>
                <a:gd name="connsiteX5" fmla="*/ 211931 w 248412"/>
                <a:gd name="connsiteY5" fmla="*/ 33814 h 1338167"/>
                <a:gd name="connsiteX6" fmla="*/ 248412 w 248412"/>
                <a:gd name="connsiteY6" fmla="*/ 118396 h 1338167"/>
                <a:gd name="connsiteX7" fmla="*/ 211931 w 248412"/>
                <a:gd name="connsiteY7" fmla="*/ 200787 h 1338167"/>
                <a:gd name="connsiteX8" fmla="*/ 122872 w 248412"/>
                <a:gd name="connsiteY8" fmla="*/ 235077 h 1338167"/>
                <a:gd name="connsiteX9" fmla="*/ 225266 w 248412"/>
                <a:gd name="connsiteY9" fmla="*/ 1338167 h 1338167"/>
                <a:gd name="connsiteX10" fmla="*/ 18764 w 248412"/>
                <a:gd name="connsiteY10" fmla="*/ 1338167 h 1338167"/>
                <a:gd name="connsiteX11" fmla="*/ 18764 w 248412"/>
                <a:gd name="connsiteY11" fmla="*/ 426530 h 1338167"/>
                <a:gd name="connsiteX12" fmla="*/ 225266 w 248412"/>
                <a:gd name="connsiteY12" fmla="*/ 426530 h 1338167"/>
                <a:gd name="connsiteX13" fmla="*/ 225266 w 248412"/>
                <a:gd name="connsiteY13" fmla="*/ 1338167 h 13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8412" h="1338167">
                  <a:moveTo>
                    <a:pt x="122872" y="235077"/>
                  </a:moveTo>
                  <a:cubicBezTo>
                    <a:pt x="89059" y="235077"/>
                    <a:pt x="60103" y="224123"/>
                    <a:pt x="36100" y="202121"/>
                  </a:cubicBezTo>
                  <a:cubicBezTo>
                    <a:pt x="12097" y="180213"/>
                    <a:pt x="0" y="152305"/>
                    <a:pt x="0" y="118396"/>
                  </a:cubicBezTo>
                  <a:cubicBezTo>
                    <a:pt x="0" y="84487"/>
                    <a:pt x="12001" y="56388"/>
                    <a:pt x="36100" y="33814"/>
                  </a:cubicBezTo>
                  <a:cubicBezTo>
                    <a:pt x="60103" y="11240"/>
                    <a:pt x="89059" y="0"/>
                    <a:pt x="122872" y="0"/>
                  </a:cubicBezTo>
                  <a:cubicBezTo>
                    <a:pt x="156686" y="0"/>
                    <a:pt x="187547" y="11240"/>
                    <a:pt x="211931" y="33814"/>
                  </a:cubicBezTo>
                  <a:cubicBezTo>
                    <a:pt x="236220" y="56388"/>
                    <a:pt x="248412" y="84582"/>
                    <a:pt x="248412" y="118396"/>
                  </a:cubicBezTo>
                  <a:cubicBezTo>
                    <a:pt x="248412" y="150495"/>
                    <a:pt x="236220" y="177927"/>
                    <a:pt x="211931" y="200787"/>
                  </a:cubicBezTo>
                  <a:cubicBezTo>
                    <a:pt x="187547" y="223647"/>
                    <a:pt x="157925" y="235077"/>
                    <a:pt x="122872" y="235077"/>
                  </a:cubicBezTo>
                  <a:close/>
                  <a:moveTo>
                    <a:pt x="225266" y="1338167"/>
                  </a:moveTo>
                  <a:lnTo>
                    <a:pt x="18764" y="1338167"/>
                  </a:lnTo>
                  <a:lnTo>
                    <a:pt x="18764" y="426530"/>
                  </a:lnTo>
                  <a:lnTo>
                    <a:pt x="225266" y="426530"/>
                  </a:lnTo>
                  <a:lnTo>
                    <a:pt x="225266" y="1338167"/>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5" name="Freeform: Shape 34">
              <a:extLst>
                <a:ext uri="{FF2B5EF4-FFF2-40B4-BE49-F238E27FC236}">
                  <a16:creationId xmlns:a16="http://schemas.microsoft.com/office/drawing/2014/main" id="{9279EA27-BDCF-7F8B-7B2D-C206ABC3C20D}"/>
                </a:ext>
              </a:extLst>
            </p:cNvPr>
            <p:cNvSpPr/>
            <p:nvPr/>
          </p:nvSpPr>
          <p:spPr bwMode="white">
            <a:xfrm>
              <a:off x="3201923" y="3750962"/>
              <a:ext cx="207454" cy="1349692"/>
            </a:xfrm>
            <a:custGeom>
              <a:avLst/>
              <a:gdLst>
                <a:gd name="connsiteX0" fmla="*/ 207454 w 207454"/>
                <a:gd name="connsiteY0" fmla="*/ 1349692 h 1349692"/>
                <a:gd name="connsiteX1" fmla="*/ 0 w 207454"/>
                <a:gd name="connsiteY1" fmla="*/ 1349692 h 1349692"/>
                <a:gd name="connsiteX2" fmla="*/ 0 w 207454"/>
                <a:gd name="connsiteY2" fmla="*/ 0 h 1349692"/>
                <a:gd name="connsiteX3" fmla="*/ 207454 w 207454"/>
                <a:gd name="connsiteY3" fmla="*/ 0 h 1349692"/>
                <a:gd name="connsiteX4" fmla="*/ 207454 w 207454"/>
                <a:gd name="connsiteY4" fmla="*/ 1349692 h 134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454" h="1349692">
                  <a:moveTo>
                    <a:pt x="207454" y="1349692"/>
                  </a:moveTo>
                  <a:lnTo>
                    <a:pt x="0" y="1349692"/>
                  </a:lnTo>
                  <a:lnTo>
                    <a:pt x="0" y="0"/>
                  </a:lnTo>
                  <a:lnTo>
                    <a:pt x="207454" y="0"/>
                  </a:lnTo>
                  <a:lnTo>
                    <a:pt x="207454" y="1349692"/>
                  </a:ln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36" name="Freeform: Shape 35">
              <a:extLst>
                <a:ext uri="{FF2B5EF4-FFF2-40B4-BE49-F238E27FC236}">
                  <a16:creationId xmlns:a16="http://schemas.microsoft.com/office/drawing/2014/main" id="{02A0F44C-FB10-0AF7-02B0-8BFF25C72AF1}"/>
                </a:ext>
              </a:extLst>
            </p:cNvPr>
            <p:cNvSpPr/>
            <p:nvPr/>
          </p:nvSpPr>
          <p:spPr bwMode="white">
            <a:xfrm>
              <a:off x="3564826" y="3751152"/>
              <a:ext cx="887634" cy="1370933"/>
            </a:xfrm>
            <a:custGeom>
              <a:avLst/>
              <a:gdLst>
                <a:gd name="connsiteX0" fmla="*/ 887635 w 887634"/>
                <a:gd name="connsiteY0" fmla="*/ 1349502 h 1370933"/>
                <a:gd name="connsiteX1" fmla="*/ 681038 w 887634"/>
                <a:gd name="connsiteY1" fmla="*/ 1349502 h 1370933"/>
                <a:gd name="connsiteX2" fmla="*/ 681038 w 887634"/>
                <a:gd name="connsiteY2" fmla="*/ 1194626 h 1370933"/>
                <a:gd name="connsiteX3" fmla="*/ 677513 w 887634"/>
                <a:gd name="connsiteY3" fmla="*/ 1194626 h 1370933"/>
                <a:gd name="connsiteX4" fmla="*/ 370332 w 887634"/>
                <a:gd name="connsiteY4" fmla="*/ 1370933 h 1370933"/>
                <a:gd name="connsiteX5" fmla="*/ 101060 w 887634"/>
                <a:gd name="connsiteY5" fmla="*/ 1248537 h 1370933"/>
                <a:gd name="connsiteX6" fmla="*/ 0 w 887634"/>
                <a:gd name="connsiteY6" fmla="*/ 915162 h 1370933"/>
                <a:gd name="connsiteX7" fmla="*/ 111728 w 887634"/>
                <a:gd name="connsiteY7" fmla="*/ 552831 h 1370933"/>
                <a:gd name="connsiteX8" fmla="*/ 409575 w 887634"/>
                <a:gd name="connsiteY8" fmla="*/ 416624 h 1370933"/>
                <a:gd name="connsiteX9" fmla="*/ 677513 w 887634"/>
                <a:gd name="connsiteY9" fmla="*/ 564452 h 1370933"/>
                <a:gd name="connsiteX10" fmla="*/ 681038 w 887634"/>
                <a:gd name="connsiteY10" fmla="*/ 564452 h 1370933"/>
                <a:gd name="connsiteX11" fmla="*/ 681038 w 887634"/>
                <a:gd name="connsiteY11" fmla="*/ 0 h 1370933"/>
                <a:gd name="connsiteX12" fmla="*/ 887635 w 887634"/>
                <a:gd name="connsiteY12" fmla="*/ 0 h 1370933"/>
                <a:gd name="connsiteX13" fmla="*/ 887635 w 887634"/>
                <a:gd name="connsiteY13" fmla="*/ 1349693 h 1370933"/>
                <a:gd name="connsiteX14" fmla="*/ 683705 w 887634"/>
                <a:gd name="connsiteY14" fmla="*/ 932879 h 1370933"/>
                <a:gd name="connsiteX15" fmla="*/ 683705 w 887634"/>
                <a:gd name="connsiteY15" fmla="*/ 813530 h 1370933"/>
                <a:gd name="connsiteX16" fmla="*/ 620458 w 887634"/>
                <a:gd name="connsiteY16" fmla="*/ 648843 h 1370933"/>
                <a:gd name="connsiteX17" fmla="*/ 459296 w 887634"/>
                <a:gd name="connsiteY17" fmla="*/ 581216 h 1370933"/>
                <a:gd name="connsiteX18" fmla="*/ 277273 w 887634"/>
                <a:gd name="connsiteY18" fmla="*/ 667607 h 1370933"/>
                <a:gd name="connsiteX19" fmla="*/ 210979 w 887634"/>
                <a:gd name="connsiteY19" fmla="*/ 907066 h 1370933"/>
                <a:gd name="connsiteX20" fmla="*/ 274606 w 887634"/>
                <a:gd name="connsiteY20" fmla="*/ 1126522 h 1370933"/>
                <a:gd name="connsiteX21" fmla="*/ 445960 w 887634"/>
                <a:gd name="connsiteY21" fmla="*/ 1207103 h 1370933"/>
                <a:gd name="connsiteX22" fmla="*/ 617791 w 887634"/>
                <a:gd name="connsiteY22" fmla="*/ 1129189 h 1370933"/>
                <a:gd name="connsiteX23" fmla="*/ 683705 w 887634"/>
                <a:gd name="connsiteY23" fmla="*/ 932879 h 137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87634" h="1370933">
                  <a:moveTo>
                    <a:pt x="887635" y="1349502"/>
                  </a:moveTo>
                  <a:lnTo>
                    <a:pt x="681038" y="1349502"/>
                  </a:lnTo>
                  <a:lnTo>
                    <a:pt x="681038" y="1194626"/>
                  </a:lnTo>
                  <a:lnTo>
                    <a:pt x="677513" y="1194626"/>
                  </a:lnTo>
                  <a:cubicBezTo>
                    <a:pt x="611029" y="1312164"/>
                    <a:pt x="508635" y="1370933"/>
                    <a:pt x="370332" y="1370933"/>
                  </a:cubicBezTo>
                  <a:cubicBezTo>
                    <a:pt x="258127" y="1370933"/>
                    <a:pt x="168402" y="1330166"/>
                    <a:pt x="101060" y="1248537"/>
                  </a:cubicBezTo>
                  <a:cubicBezTo>
                    <a:pt x="33718" y="1166908"/>
                    <a:pt x="0" y="1055751"/>
                    <a:pt x="0" y="915162"/>
                  </a:cubicBezTo>
                  <a:cubicBezTo>
                    <a:pt x="0" y="764381"/>
                    <a:pt x="37243" y="643604"/>
                    <a:pt x="111728" y="552831"/>
                  </a:cubicBezTo>
                  <a:cubicBezTo>
                    <a:pt x="186214" y="462058"/>
                    <a:pt x="285464" y="416624"/>
                    <a:pt x="409575" y="416624"/>
                  </a:cubicBezTo>
                  <a:cubicBezTo>
                    <a:pt x="533686" y="416624"/>
                    <a:pt x="621792" y="465868"/>
                    <a:pt x="677513" y="564452"/>
                  </a:cubicBezTo>
                  <a:lnTo>
                    <a:pt x="681038" y="564452"/>
                  </a:lnTo>
                  <a:lnTo>
                    <a:pt x="681038" y="0"/>
                  </a:lnTo>
                  <a:lnTo>
                    <a:pt x="887635" y="0"/>
                  </a:lnTo>
                  <a:lnTo>
                    <a:pt x="887635" y="1349693"/>
                  </a:lnTo>
                  <a:close/>
                  <a:moveTo>
                    <a:pt x="683705" y="932879"/>
                  </a:moveTo>
                  <a:lnTo>
                    <a:pt x="683705" y="813530"/>
                  </a:lnTo>
                  <a:cubicBezTo>
                    <a:pt x="683705" y="748855"/>
                    <a:pt x="662654" y="693896"/>
                    <a:pt x="620458" y="648843"/>
                  </a:cubicBezTo>
                  <a:cubicBezTo>
                    <a:pt x="578358" y="603695"/>
                    <a:pt x="524637" y="581216"/>
                    <a:pt x="459296" y="581216"/>
                  </a:cubicBezTo>
                  <a:cubicBezTo>
                    <a:pt x="382143" y="581216"/>
                    <a:pt x="321469" y="609981"/>
                    <a:pt x="277273" y="667607"/>
                  </a:cubicBezTo>
                  <a:cubicBezTo>
                    <a:pt x="233077" y="725138"/>
                    <a:pt x="210979" y="805053"/>
                    <a:pt x="210979" y="907066"/>
                  </a:cubicBezTo>
                  <a:cubicBezTo>
                    <a:pt x="210979" y="999649"/>
                    <a:pt x="232220" y="1072801"/>
                    <a:pt x="274606" y="1126522"/>
                  </a:cubicBezTo>
                  <a:cubicBezTo>
                    <a:pt x="316992" y="1180243"/>
                    <a:pt x="374142" y="1207103"/>
                    <a:pt x="445960" y="1207103"/>
                  </a:cubicBezTo>
                  <a:cubicBezTo>
                    <a:pt x="517779" y="1207103"/>
                    <a:pt x="573881" y="1181100"/>
                    <a:pt x="617791" y="1129189"/>
                  </a:cubicBezTo>
                  <a:cubicBezTo>
                    <a:pt x="661702" y="1077278"/>
                    <a:pt x="683705" y="1011841"/>
                    <a:pt x="683705" y="932879"/>
                  </a:cubicBezTo>
                  <a:close/>
                </a:path>
              </a:pathLst>
            </a:custGeom>
            <a:grpFill/>
            <a:ln w="9525" cap="flat">
              <a:noFill/>
              <a:prstDash val="solid"/>
              <a:miter/>
            </a:ln>
          </p:spPr>
          <p:txBody>
            <a:bodyPr rtlCol="0" anchor="ctr"/>
            <a:lstStyle/>
            <a:p>
              <a:pPr marL="0" marR="0" lvl="0" indent="0" algn="l" defTabSz="914192"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Tree>
    <p:extLst>
      <p:ext uri="{BB962C8B-B14F-4D97-AF65-F5344CB8AC3E}">
        <p14:creationId xmlns:p14="http://schemas.microsoft.com/office/powerpoint/2010/main" val="374407673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B8EF10-4115-7EE6-1249-D6DC0A94D9B0}"/>
              </a:ext>
            </a:extLst>
          </p:cNvPr>
          <p:cNvPicPr>
            <a:picLocks noChangeAspect="1"/>
          </p:cNvPicPr>
          <p:nvPr userDrawn="1"/>
        </p:nvPicPr>
        <p:blipFill>
          <a:blip r:embed="rId2"/>
          <a:srcRect/>
          <a:stretch/>
        </p:blipFill>
        <p:spPr>
          <a:xfrm>
            <a:off x="1" y="1"/>
            <a:ext cx="12191998" cy="6857999"/>
          </a:xfrm>
          <a:prstGeom prst="rect">
            <a:avLst/>
          </a:prstGeom>
        </p:spPr>
      </p:pic>
      <p:sp>
        <p:nvSpPr>
          <p:cNvPr id="9" name="Title 1"/>
          <p:cNvSpPr>
            <a:spLocks noGrp="1"/>
          </p:cNvSpPr>
          <p:nvPr>
            <p:ph type="title" hasCustomPrompt="1"/>
          </p:nvPr>
        </p:nvSpPr>
        <p:spPr bwMode="white">
          <a:xfrm>
            <a:off x="584200" y="2918224"/>
            <a:ext cx="9144000" cy="615553"/>
          </a:xfrm>
          <a:noFill/>
        </p:spPr>
        <p:txBody>
          <a:bodyPr vert="horz" wrap="square" lIns="0" tIns="0" rIns="0" bIns="0" rtlCol="0" anchor="b" anchorCtr="0">
            <a:spAutoFit/>
          </a:bodyPr>
          <a:lstStyle>
            <a:lvl1pPr>
              <a:defRPr lang="en-US" sz="4000" dirty="0">
                <a:solidFill>
                  <a:srgbClr val="D4EC8E"/>
                </a:solidFill>
              </a:defRPr>
            </a:lvl1pPr>
          </a:lstStyle>
          <a:p>
            <a:pPr lvl="0"/>
            <a:r>
              <a:rPr lang="en-US"/>
              <a:t>Event name or presentation title </a:t>
            </a:r>
          </a:p>
        </p:txBody>
      </p:sp>
      <p:sp>
        <p:nvSpPr>
          <p:cNvPr id="5" name="Text Placeholder 4"/>
          <p:cNvSpPr>
            <a:spLocks noGrp="1"/>
          </p:cNvSpPr>
          <p:nvPr>
            <p:ph type="body" sz="quarter" idx="12" hasCustomPrompt="1"/>
          </p:nvPr>
        </p:nvSpPr>
        <p:spPr bwMode="white">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bwMode="white">
          <a:xfrm>
            <a:off x="584201" y="585789"/>
            <a:ext cx="1366245" cy="292608"/>
          </a:xfrm>
          <a:prstGeom prst="rect">
            <a:avLst/>
          </a:prstGeom>
        </p:spPr>
      </p:pic>
    </p:spTree>
    <p:extLst>
      <p:ext uri="{BB962C8B-B14F-4D97-AF65-F5344CB8AC3E}">
        <p14:creationId xmlns:p14="http://schemas.microsoft.com/office/powerpoint/2010/main" val="353429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67">
          <p15:clr>
            <a:srgbClr val="5ACBF0"/>
          </p15:clr>
        </p15:guide>
        <p15:guide id="4" orient="horz" pos="220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4"/>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1"/>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13201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72">
          <p15:clr>
            <a:srgbClr val="5ACBF0"/>
          </p15:clr>
        </p15:guide>
        <p15:guide id="2" orient="horz" pos="2546">
          <p15:clr>
            <a:srgbClr val="5ACBF0"/>
          </p15:clr>
        </p15:guide>
        <p15:guide id="3" pos="6255">
          <p15:clr>
            <a:srgbClr val="5ACBF0"/>
          </p15:clr>
        </p15:guide>
        <p15:guide id="4" orient="horz" pos="2203">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6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640854743"/>
      </p:ext>
    </p:extLst>
  </p:cSld>
  <p:clrMapOvr>
    <a:masterClrMapping/>
  </p:clrMapOvr>
  <p:transition>
    <p:fade/>
  </p:transition>
  <p:extLst>
    <p:ext uri="{DCECCB84-F9BA-43D5-87BE-67443E8EF086}">
      <p15:sldGuideLst xmlns:p15="http://schemas.microsoft.com/office/powerpoint/2012/main">
        <p15:guide id="2" orient="horz" pos="1297">
          <p15:clr>
            <a:srgbClr val="5ACBF0"/>
          </p15:clr>
        </p15:guide>
        <p15:guide id="3" orient="horz" pos="294">
          <p15:clr>
            <a:srgbClr val="5ACBF0"/>
          </p15:clr>
        </p15:guide>
        <p15:guide id="5" orient="horz" pos="922">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1018520" cy="1612768"/>
          </a:xfrm>
        </p:spPr>
        <p:txBody>
          <a:bodyPr wrap="square">
            <a:spAutoFit/>
          </a:bodyPr>
          <a:lstStyle>
            <a:lvl1pPr marL="0" indent="0">
              <a:buNone/>
              <a:defRPr/>
            </a:lvl1pPr>
            <a:lvl2pPr marL="228556" indent="0">
              <a:buNone/>
              <a:defRPr/>
            </a:lvl2pPr>
            <a:lvl3pPr marL="457112" indent="0">
              <a:buNone/>
              <a:defRPr/>
            </a:lvl3pPr>
            <a:lvl4pPr marL="685668" indent="0">
              <a:buNone/>
              <a:defRPr/>
            </a:lvl4pPr>
            <a:lvl5pPr marL="91422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6430004"/>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923">
          <p15:clr>
            <a:srgbClr val="5ACBF0"/>
          </p15:clr>
        </p15:guide>
        <p15:guide id="4" orient="horz" pos="129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435100"/>
            <a:ext cx="5211763"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1612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87038656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01">
          <p15:clr>
            <a:srgbClr val="5ACBF0"/>
          </p15:clr>
        </p15:guide>
        <p15:guide id="3" orient="horz" pos="922">
          <p15:clr>
            <a:srgbClr val="5ACBF0"/>
          </p15:clr>
        </p15:guide>
        <p15:guide id="4" pos="3733">
          <p15:clr>
            <a:srgbClr val="5ACBF0"/>
          </p15:clr>
        </p15:guide>
        <p15:guide id="5" pos="41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2" y="1435100"/>
            <a:ext cx="5212080" cy="1649682"/>
          </a:xfrm>
        </p:spPr>
        <p:txBody>
          <a:bodyPr wrap="square">
            <a:spAutoFit/>
          </a:bodyPr>
          <a:lstStyle>
            <a:lvl1pPr marL="0" indent="0">
              <a:spcBef>
                <a:spcPts val="1223"/>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39" indent="0">
              <a:buFont typeface="Wingdings" panose="05000000000000000000" pitchFamily="2" charset="2"/>
              <a:buNone/>
              <a:defRPr sz="2000" b="0"/>
            </a:lvl2pPr>
            <a:lvl3pPr marL="450764" indent="0">
              <a:buFont typeface="Wingdings" panose="05000000000000000000" pitchFamily="2" charset="2"/>
              <a:buNone/>
              <a:tabLst/>
              <a:defRPr sz="1600" b="0"/>
            </a:lvl3pPr>
            <a:lvl4pPr marL="652337" indent="0">
              <a:buFont typeface="Wingdings" panose="05000000000000000000" pitchFamily="2" charset="2"/>
              <a:buNone/>
              <a:defRPr sz="1400" b="0"/>
            </a:lvl4pPr>
            <a:lvl5pPr marL="853911"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798476"/>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297">
          <p15:clr>
            <a:srgbClr val="5ACBF0"/>
          </p15:clr>
        </p15:guide>
        <p15:guide id="3" orient="horz" pos="922">
          <p15:clr>
            <a:srgbClr val="5ACBF0"/>
          </p15:clr>
        </p15:guide>
        <p15:guide id="4" pos="3729">
          <p15:clr>
            <a:srgbClr val="5ACBF0"/>
          </p15:clr>
        </p15:guide>
        <p15:guide id="5" pos="41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66622" indent="-152371">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9"/>
            <a:ext cx="5219700" cy="1612749"/>
          </a:xfrm>
        </p:spPr>
        <p:txBody>
          <a:bodyPr>
            <a:spAutoFit/>
          </a:bodyPr>
          <a:lstStyle>
            <a:lvl1pPr marL="171417" indent="-171417">
              <a:defRPr lang="en-US" sz="2400" dirty="0"/>
            </a:lvl1pPr>
            <a:lvl2pPr marL="342834" indent="-171417">
              <a:defRPr lang="en-US" dirty="0"/>
            </a:lvl2pPr>
            <a:lvl3pPr marL="514252" indent="-171417">
              <a:defRPr lang="en-US" dirty="0"/>
            </a:lvl3pPr>
            <a:lvl4pPr marL="685668" indent="-136499">
              <a:defRPr lang="en-US" dirty="0"/>
            </a:lvl4pPr>
            <a:lvl5pPr marL="793598" indent="-12062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8325820"/>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4"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9"/>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2" y="2081213"/>
            <a:ext cx="5214937" cy="1551219"/>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181298799"/>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1337">
          <p15:clr>
            <a:srgbClr val="5ACBF0"/>
          </p15:clr>
        </p15:guide>
        <p15:guide id="4" pos="3729">
          <p15:clr>
            <a:srgbClr val="5ACBF0"/>
          </p15:clr>
        </p15:guide>
        <p15:guide id="5" pos="4105">
          <p15:clr>
            <a:srgbClr val="5ACBF0"/>
          </p15:clr>
        </p15:guide>
        <p15:guide id="7" orient="horz" pos="923">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6"/>
            <a:ext cx="3264408" cy="1760482"/>
          </a:xfrm>
        </p:spPr>
        <p:txBody>
          <a:bodyPr wrap="square">
            <a:spAutoFit/>
          </a:bodyPr>
          <a:lstStyle>
            <a:lvl1pPr marL="176180" indent="-176180">
              <a:defRPr lang="en-US" sz="2000" dirty="0"/>
            </a:lvl1pPr>
            <a:lvl2pPr marL="322201" indent="-150784">
              <a:defRPr lang="en-US" sz="1800" dirty="0"/>
            </a:lvl2pPr>
            <a:lvl3pPr marL="466636" indent="-138086">
              <a:defRPr lang="en-US" dirty="0"/>
            </a:lvl3pPr>
            <a:lvl4pPr marL="595199" indent="-128563">
              <a:defRPr lang="en-US" dirty="0"/>
            </a:lvl4pPr>
            <a:lvl5pPr marL="731698" indent="-12221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6"/>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6"/>
            <a:ext cx="3264408" cy="1760482"/>
          </a:xfrm>
        </p:spPr>
        <p:txBody>
          <a:bodyPr wrap="square">
            <a:spAutoFit/>
          </a:bodyPr>
          <a:lstStyle>
            <a:lvl1pPr marL="176180" indent="-176180">
              <a:defRPr lang="en-US" sz="2000" dirty="0"/>
            </a:lvl1pPr>
            <a:lvl2pPr marL="398386" indent="-169830">
              <a:defRPr lang="en-US" sz="1800" dirty="0"/>
            </a:lvl2pPr>
            <a:lvl3pPr marL="555518" indent="-157133">
              <a:defRPr lang="en-US" dirty="0"/>
            </a:lvl3pPr>
            <a:lvl4pPr marL="685668" indent="-136499">
              <a:defRPr lang="en-US" dirty="0"/>
            </a:lvl4pPr>
            <a:lvl5pPr marL="799946" indent="-111103">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0438298"/>
      </p:ext>
    </p:extLst>
  </p:cSld>
  <p:clrMapOvr>
    <a:masterClrMapping/>
  </p:clrMapOvr>
  <p:transition>
    <p:fade/>
  </p:transition>
  <p:extLst>
    <p:ext uri="{DCECCB84-F9BA-43D5-87BE-67443E8EF086}">
      <p15:sldGuideLst xmlns:p15="http://schemas.microsoft.com/office/powerpoint/2012/main">
        <p15:guide id="3" orient="horz" pos="1536">
          <p15:clr>
            <a:srgbClr val="5ACBF0"/>
          </p15:clr>
        </p15:guide>
        <p15:guide id="4" orient="horz" pos="924">
          <p15:clr>
            <a:srgbClr val="5ACBF0"/>
          </p15:clr>
        </p15:guide>
        <p15:guide id="5" orient="horz" pos="294">
          <p15:clr>
            <a:srgbClr val="5ACBF0"/>
          </p15:clr>
        </p15:guide>
        <p15:guide id="6" pos="2479">
          <p15:clr>
            <a:srgbClr val="5ACBF0"/>
          </p15:clr>
        </p15:guide>
        <p15:guide id="7" pos="2867">
          <p15:clr>
            <a:srgbClr val="5ACBF0"/>
          </p15:clr>
        </p15:guide>
        <p15:guide id="8" pos="4969">
          <p15:clr>
            <a:srgbClr val="5ACBF0"/>
          </p15:clr>
        </p15:guide>
        <p15:guide id="9" pos="535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6"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9" y="1438276"/>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9" y="2283116"/>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6"/>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4" y="2276475"/>
            <a:ext cx="2532063" cy="1698927"/>
          </a:xfrm>
        </p:spPr>
        <p:txBody>
          <a:bodyPr wrap="square">
            <a:spAutoFit/>
          </a:bodyPr>
          <a:lstStyle>
            <a:lvl1pPr marL="141261" indent="-141261">
              <a:defRPr lang="en-US" sz="1800" dirty="0"/>
            </a:lvl1pPr>
            <a:lvl2pPr marL="285695" indent="-125389">
              <a:defRPr lang="en-US" sz="1600" dirty="0"/>
            </a:lvl2pPr>
            <a:lvl3pPr marL="438066" indent="-133325">
              <a:defRPr lang="en-US" dirty="0"/>
            </a:lvl3pPr>
            <a:lvl4pPr marL="566629" indent="-114278">
              <a:defRPr lang="en-US" dirty="0"/>
            </a:lvl4pPr>
            <a:lvl5pPr marL="685668" indent="-109517">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9476952"/>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1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6"/>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6"/>
            <a:ext cx="1965960" cy="1452705"/>
          </a:xfrm>
        </p:spPr>
        <p:txBody>
          <a:bodyPr wrap="square">
            <a:spAutoFit/>
          </a:bodyPr>
          <a:lstStyle>
            <a:lvl1pPr marL="141261" indent="-141261">
              <a:defRPr lang="en-US" sz="1500" dirty="0"/>
            </a:lvl1pPr>
            <a:lvl2pPr marL="285695" indent="-125389">
              <a:defRPr lang="en-US" sz="1400" dirty="0"/>
            </a:lvl2pPr>
            <a:lvl3pPr marL="438066" indent="-133325">
              <a:defRPr lang="en-US" sz="1400" dirty="0"/>
            </a:lvl3pPr>
            <a:lvl4pPr marL="566629" indent="-114278">
              <a:defRPr lang="en-US" sz="1200" dirty="0"/>
            </a:lvl4pPr>
            <a:lvl5pPr marL="685668" indent="-109517">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7007316"/>
      </p:ext>
    </p:extLst>
  </p:cSld>
  <p:clrMapOvr>
    <a:masterClrMapping/>
  </p:clrMapOvr>
  <p:transition>
    <p:fade/>
  </p:transition>
  <p:extLst>
    <p:ext uri="{DCECCB84-F9BA-43D5-87BE-67443E8EF086}">
      <p15:sldGuideLst xmlns:p15="http://schemas.microsoft.com/office/powerpoint/2012/main">
        <p15:guide id="4" orient="horz" pos="924">
          <p15:clr>
            <a:srgbClr val="5ACBF0"/>
          </p15:clr>
        </p15:guide>
        <p15:guide id="5" orient="horz" pos="294">
          <p15:clr>
            <a:srgbClr val="5ACBF0"/>
          </p15:clr>
        </p15:guide>
        <p15:guide id="6" pos="1642">
          <p15:clr>
            <a:srgbClr val="5ACBF0"/>
          </p15:clr>
        </p15:guide>
        <p15:guide id="7" pos="1831">
          <p15:clr>
            <a:srgbClr val="5ACBF0"/>
          </p15:clr>
        </p15:guide>
        <p15:guide id="8" pos="3096">
          <p15:clr>
            <a:srgbClr val="5ACBF0"/>
          </p15:clr>
        </p15:guide>
        <p15:guide id="9" pos="3286">
          <p15:clr>
            <a:srgbClr val="5ACBF0"/>
          </p15:clr>
        </p15:guide>
        <p15:guide id="10" pos="4550">
          <p15:clr>
            <a:srgbClr val="5ACBF0"/>
          </p15:clr>
        </p15:guide>
        <p15:guide id="11" pos="6008">
          <p15:clr>
            <a:srgbClr val="5ACBF0"/>
          </p15:clr>
        </p15:guide>
        <p15:guide id="12" orient="horz" pos="1465">
          <p15:clr>
            <a:srgbClr val="5ACBF0"/>
          </p15:clr>
        </p15:guide>
        <p15:guide id="13" pos="4739">
          <p15:clr>
            <a:srgbClr val="5ACBF0"/>
          </p15:clr>
        </p15:guide>
        <p15:guide id="14" pos="6194">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4724574"/>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893858166"/>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30" orient="horz" pos="294">
          <p15:clr>
            <a:srgbClr val="5ACBF0"/>
          </p15:clr>
        </p15:guide>
        <p15:guide id="32" orient="horz" pos="2203">
          <p15:clr>
            <a:srgbClr val="5ACBF0"/>
          </p15:clr>
        </p15:guide>
        <p15:guide id="33" pos="3036">
          <p15:clr>
            <a:srgbClr val="5ACBF0"/>
          </p15:clr>
        </p15:guide>
        <p15:guide id="34" pos="340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153525655"/>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19">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guide id="31" pos="3917">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079"/>
            <a:ext cx="4158362" cy="1108121"/>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38610"/>
          </a:xfrm>
        </p:spPr>
        <p:txBody>
          <a:bodyPr/>
          <a:lstStyle>
            <a:lvl1pPr marL="0" indent="0">
              <a:buNone/>
              <a:defRPr sz="2200">
                <a:latin typeface="+mn-lt"/>
              </a:defRPr>
            </a:lvl1pPr>
            <a:lvl2pPr marL="228556" indent="0">
              <a:buNone/>
              <a:defRPr/>
            </a:lvl2pPr>
            <a:lvl3pPr marL="457112" indent="0">
              <a:buNone/>
              <a:defRPr/>
            </a:lvl3pPr>
            <a:lvl4pPr marL="661861" indent="0">
              <a:buNone/>
              <a:defRPr/>
            </a:lvl4pPr>
            <a:lvl5pPr marL="855499"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04454800"/>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7" orient="horz" pos="2007">
          <p15:clr>
            <a:srgbClr val="5ACBF0"/>
          </p15:clr>
        </p15:guide>
        <p15:guide id="8" orient="horz" pos="2270">
          <p15:clr>
            <a:srgbClr val="5ACBF0"/>
          </p15:clr>
        </p15:guide>
        <p15:guide id="10" pos="3804">
          <p15:clr>
            <a:srgbClr val="C35EA4"/>
          </p15:clr>
        </p15:guide>
        <p15:guide id="11" pos="3053">
          <p15:clr>
            <a:srgbClr val="5ACBF0"/>
          </p15:clr>
        </p15:guide>
        <p15:guide id="12" pos="3614">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353"/>
            <a:ext cx="4159950" cy="1108121"/>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960220825"/>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5" orient="horz" pos="2203">
          <p15:clr>
            <a:srgbClr val="5ACBF0"/>
          </p15:clr>
        </p15:guide>
        <p15:guide id="6" pos="3051">
          <p15:clr>
            <a:srgbClr val="5ACBF0"/>
          </p15:clr>
        </p15:guide>
        <p15:guide id="7" pos="3803">
          <p15:clr>
            <a:srgbClr val="C35EA4"/>
          </p15:clr>
        </p15:guide>
        <p15:guide id="8" pos="3615">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4" y="2979739"/>
            <a:ext cx="4163125" cy="861803"/>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1"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872327984"/>
      </p:ext>
    </p:extLst>
  </p:cSld>
  <p:clrMapOvr>
    <a:masterClrMapping/>
  </p:clrMapOvr>
  <p:transition>
    <p:fade/>
  </p:transition>
  <p:extLst>
    <p:ext uri="{DCECCB84-F9BA-43D5-87BE-67443E8EF086}">
      <p15:sldGuideLst xmlns:p15="http://schemas.microsoft.com/office/powerpoint/2012/main">
        <p15:guide id="2" pos="3427">
          <p15:clr>
            <a:srgbClr val="5ACBF0"/>
          </p15:clr>
        </p15:guide>
        <p15:guide id="3" orient="horz" pos="1914">
          <p15:clr>
            <a:srgbClr val="5ACBF0"/>
          </p15:clr>
        </p15:guide>
        <p15:guide id="4" pos="3806">
          <p15:clr>
            <a:srgbClr val="C35EA4"/>
          </p15:clr>
        </p15:guide>
        <p15:guide id="5" pos="3053">
          <p15:clr>
            <a:srgbClr val="5ACBF0"/>
          </p15:clr>
        </p15:guide>
        <p15:guide id="6" pos="3618">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454209651"/>
      </p:ext>
    </p:extLst>
  </p:cSld>
  <p:clrMapOvr>
    <a:masterClrMapping/>
  </p:clrMapOvr>
  <p:transition>
    <p:fade/>
  </p:transition>
  <p:extLst>
    <p:ext uri="{DCECCB84-F9BA-43D5-87BE-67443E8EF086}">
      <p15:sldGuideLst xmlns:p15="http://schemas.microsoft.com/office/powerpoint/2012/main">
        <p15:guide id="1" orient="horz" pos="235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2"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924034979"/>
      </p:ext>
    </p:extLst>
  </p:cSld>
  <p:clrMapOvr>
    <a:masterClrMapping/>
  </p:clrMapOvr>
  <p:transition>
    <p:fade/>
  </p:transition>
  <p:extLst>
    <p:ext uri="{DCECCB84-F9BA-43D5-87BE-67443E8EF086}">
      <p15:sldGuideLst xmlns:p15="http://schemas.microsoft.com/office/powerpoint/2012/main">
        <p15:guide id="7" pos="3648">
          <p15:clr>
            <a:srgbClr val="5ACBF0"/>
          </p15:clr>
        </p15:guide>
        <p15:guide id="8" orient="horz" pos="2203">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753100261"/>
      </p:ext>
    </p:extLst>
  </p:cSld>
  <p:clrMapOvr>
    <a:masterClrMapping/>
  </p:clrMapOvr>
  <p:transition>
    <p:fade/>
  </p:transition>
  <p:extLst>
    <p:ext uri="{DCECCB84-F9BA-43D5-87BE-67443E8EF086}">
      <p15:sldGuideLst xmlns:p15="http://schemas.microsoft.com/office/powerpoint/2012/main">
        <p15:guide id="7" pos="4187">
          <p15:clr>
            <a:srgbClr val="5ACBF0"/>
          </p15:clr>
        </p15:guide>
        <p15:guide id="8" orient="horz" pos="220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436097"/>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1"/>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187845414"/>
      </p:ext>
    </p:extLst>
  </p:cSld>
  <p:clrMapOvr>
    <a:masterClrMapping/>
  </p:clrMapOvr>
  <p:transition>
    <p:fade/>
  </p:transition>
  <p:extLst>
    <p:ext uri="{DCECCB84-F9BA-43D5-87BE-67443E8EF086}">
      <p15:sldGuideLst xmlns:p15="http://schemas.microsoft.com/office/powerpoint/2012/main">
        <p15:guide id="5" orient="horz" pos="2937">
          <p15:clr>
            <a:srgbClr val="5ACBF0"/>
          </p15:clr>
        </p15:guide>
        <p15:guide id="6" orient="horz" pos="3672">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56"/>
            <a:ext cx="11018520" cy="554061"/>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222885777"/>
      </p:ext>
    </p:extLst>
  </p:cSld>
  <p:clrMapOvr>
    <a:masterClrMapping/>
  </p:clrMapOvr>
  <p:transition>
    <p:fade/>
  </p:transition>
  <p:extLst>
    <p:ext uri="{DCECCB84-F9BA-43D5-87BE-67443E8EF086}">
      <p15:sldGuideLst xmlns:p15="http://schemas.microsoft.com/office/powerpoint/2012/main">
        <p15:guide id="5" orient="horz" pos="1469">
          <p15:clr>
            <a:srgbClr val="5ACBF0"/>
          </p15:clr>
        </p15:guide>
        <p15:guide id="6" orient="horz" pos="73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56" lvl="0" indent="-228556"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51722416"/>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3824">
          <p15:clr>
            <a:srgbClr val="5ACBF0"/>
          </p15:clr>
        </p15:guide>
        <p15:guide id="7" pos="4010">
          <p15:clr>
            <a:srgbClr val="5ACBF0"/>
          </p15:clr>
        </p15:guide>
        <p15:guide id="8" orient="horz" pos="3533">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4"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1"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89600"/>
            <a:ext cx="3475037" cy="276999"/>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96673771"/>
      </p:ext>
    </p:extLst>
  </p:cSld>
  <p:clrMapOvr>
    <a:masterClrMapping/>
  </p:clrMapOvr>
  <p:transition>
    <p:fade/>
  </p:transition>
  <p:extLst>
    <p:ext uri="{DCECCB84-F9BA-43D5-87BE-67443E8EF086}">
      <p15:sldGuideLst xmlns:p15="http://schemas.microsoft.com/office/powerpoint/2012/main">
        <p15:guide id="3" orient="horz" pos="3655">
          <p15:clr>
            <a:srgbClr val="5ACBF0"/>
          </p15:clr>
        </p15:guide>
        <p15:guide id="4" orient="horz" pos="1301">
          <p15:clr>
            <a:srgbClr val="5ACBF0"/>
          </p15:clr>
        </p15:guide>
        <p15:guide id="5" orient="horz" pos="294">
          <p15:clr>
            <a:srgbClr val="5ACBF0"/>
          </p15:clr>
        </p15:guide>
        <p15:guide id="6" pos="2608">
          <p15:clr>
            <a:srgbClr val="5ACBF0"/>
          </p15:clr>
        </p15:guide>
        <p15:guide id="7" pos="2799">
          <p15:clr>
            <a:srgbClr val="5ACBF0"/>
          </p15:clr>
        </p15:guide>
        <p15:guide id="8" pos="5035">
          <p15:clr>
            <a:srgbClr val="5ACBF0"/>
          </p15:clr>
        </p15:guide>
        <p15:guide id="9" pos="5226">
          <p15:clr>
            <a:srgbClr val="5ACBF0"/>
          </p15:clr>
        </p15:guide>
        <p15:guide id="10" orient="horz" pos="353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4061"/>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1"/>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1"/>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1"/>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7"/>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1"/>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710521163"/>
      </p:ext>
    </p:extLst>
  </p:cSld>
  <p:clrMapOvr>
    <a:masterClrMapping/>
  </p:clrMapOvr>
  <p:transition>
    <p:fade/>
  </p:transition>
  <p:extLst>
    <p:ext uri="{DCECCB84-F9BA-43D5-87BE-67443E8EF086}">
      <p15:sldGuideLst xmlns:p15="http://schemas.microsoft.com/office/powerpoint/2012/main">
        <p15:guide id="3" orient="horz" pos="3053">
          <p15:clr>
            <a:srgbClr val="5ACBF0"/>
          </p15:clr>
        </p15:guide>
        <p15:guide id="4" orient="horz" pos="1301">
          <p15:clr>
            <a:srgbClr val="5ACBF0"/>
          </p15:clr>
        </p15:guide>
        <p15:guide id="5" orient="horz" pos="294">
          <p15:clr>
            <a:srgbClr val="5ACBF0"/>
          </p15:clr>
        </p15:guide>
        <p15:guide id="6" pos="2002">
          <p15:clr>
            <a:srgbClr val="5ACBF0"/>
          </p15:clr>
        </p15:guide>
        <p15:guide id="7" pos="2193">
          <p15:clr>
            <a:srgbClr val="5ACBF0"/>
          </p15:clr>
        </p15:guide>
        <p15:guide id="8" pos="3821">
          <p15:clr>
            <a:srgbClr val="5ACBF0"/>
          </p15:clr>
        </p15:guide>
        <p15:guide id="9" pos="4013">
          <p15:clr>
            <a:srgbClr val="5ACBF0"/>
          </p15:clr>
        </p15:guide>
        <p15:guide id="10" pos="5641">
          <p15:clr>
            <a:srgbClr val="5ACBF0"/>
          </p15:clr>
        </p15:guide>
        <p15:guide id="11" pos="5831">
          <p15:clr>
            <a:srgbClr val="5ACBF0"/>
          </p15:clr>
        </p15:guide>
        <p15:guide id="12" orient="horz" pos="2927">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1"/>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9"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6820020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4" orient="horz" pos="3273">
          <p15:clr>
            <a:srgbClr val="5ACBF0"/>
          </p15:clr>
        </p15:guide>
        <p15:guide id="5" pos="3903">
          <p15:clr>
            <a:srgbClr val="5ACBF0"/>
          </p15:clr>
        </p15:guide>
        <p15:guide id="6" pos="3936">
          <p15:clr>
            <a:srgbClr val="5ACBF0"/>
          </p15:clr>
        </p15:guide>
        <p15:guide id="11" pos="1948">
          <p15:clr>
            <a:srgbClr val="5ACBF0"/>
          </p15:clr>
        </p15:guide>
        <p15:guide id="12" pos="5886">
          <p15:clr>
            <a:srgbClr val="5ACBF0"/>
          </p15:clr>
        </p15:guide>
        <p15:guide id="13" orient="horz" pos="3427">
          <p15:clr>
            <a:srgbClr val="5ACBF0"/>
          </p15:clr>
        </p15:guide>
        <p15:guide id="14" orient="horz">
          <p15:clr>
            <a:srgbClr val="5ACBF0"/>
          </p15:clr>
        </p15:guide>
        <p15:guide id="15" pos="3520">
          <p15:clr>
            <a:srgbClr val="5ACBF0"/>
          </p15:clr>
        </p15:guide>
        <p15:guide id="16" pos="431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1"/>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09822520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2585">
          <p15:clr>
            <a:srgbClr val="5ACBF0"/>
          </p15:clr>
        </p15:guide>
        <p15:guide id="6" pos="2625">
          <p15:clr>
            <a:srgbClr val="5ACBF0"/>
          </p15:clr>
        </p15:guide>
        <p15:guide id="8" pos="5211">
          <p15:clr>
            <a:srgbClr val="5ACBF0"/>
          </p15:clr>
        </p15:guide>
        <p15:guide id="9" pos="5248">
          <p15:clr>
            <a:srgbClr val="5ACBF0"/>
          </p15:clr>
        </p15:guide>
        <p15:guide id="11" pos="1291">
          <p15:clr>
            <a:srgbClr val="5ACBF0"/>
          </p15:clr>
        </p15:guide>
        <p15:guide id="12" pos="3917">
          <p15:clr>
            <a:srgbClr val="5ACBF0"/>
          </p15:clr>
        </p15:guide>
        <p15:guide id="13" pos="6543">
          <p15:clr>
            <a:srgbClr val="5ACBF0"/>
          </p15:clr>
        </p15:guide>
        <p15:guide id="14" orient="horz" pos="1095">
          <p15:clr>
            <a:srgbClr val="5ACBF0"/>
          </p15:clr>
        </p15:guide>
        <p15:guide id="15" pos="2211">
          <p15:clr>
            <a:srgbClr val="5ACBF0"/>
          </p15:clr>
        </p15:guide>
        <p15:guide id="16" pos="3003">
          <p15:clr>
            <a:srgbClr val="5ACBF0"/>
          </p15:clr>
        </p15:guide>
        <p15:guide id="17" pos="4833">
          <p15:clr>
            <a:srgbClr val="5ACBF0"/>
          </p15:clr>
        </p15:guide>
        <p15:guide id="18" pos="562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7" y="4800601"/>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1"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3"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7"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7037435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5" pos="1928">
          <p15:clr>
            <a:srgbClr val="5ACBF0"/>
          </p15:clr>
        </p15:guide>
        <p15:guide id="6" pos="1969">
          <p15:clr>
            <a:srgbClr val="5ACBF0"/>
          </p15:clr>
        </p15:guide>
        <p15:guide id="7" pos="5864">
          <p15:clr>
            <a:srgbClr val="5ACBF0"/>
          </p15:clr>
        </p15:guide>
        <p15:guide id="8" pos="3897">
          <p15:clr>
            <a:srgbClr val="5ACBF0"/>
          </p15:clr>
        </p15:guide>
        <p15:guide id="9" pos="3937">
          <p15:clr>
            <a:srgbClr val="5ACBF0"/>
          </p15:clr>
        </p15:guide>
        <p15:guide id="10" pos="5905">
          <p15:clr>
            <a:srgbClr val="5ACBF0"/>
          </p15:clr>
        </p15:guide>
        <p15:guide id="11" pos="963">
          <p15:clr>
            <a:srgbClr val="5ACBF0"/>
          </p15:clr>
        </p15:guide>
        <p15:guide id="12" pos="2934">
          <p15:clr>
            <a:srgbClr val="5ACBF0"/>
          </p15:clr>
        </p15:guide>
        <p15:guide id="13" pos="4903">
          <p15:clr>
            <a:srgbClr val="5ACBF0"/>
          </p15:clr>
        </p15:guide>
        <p15:guide id="14" pos="6871">
          <p15:clr>
            <a:srgbClr val="5ACBF0"/>
          </p15:clr>
        </p15:guide>
        <p15:guide id="15" orient="horz">
          <p15:clr>
            <a:srgbClr val="5ACBF0"/>
          </p15:clr>
        </p15:guide>
        <p15:guide id="16" pos="1555">
          <p15:clr>
            <a:srgbClr val="5ACBF0"/>
          </p15:clr>
        </p15:guide>
        <p15:guide id="17" pos="2344">
          <p15:clr>
            <a:srgbClr val="5ACBF0"/>
          </p15:clr>
        </p15:guide>
        <p15:guide id="18" pos="3519">
          <p15:clr>
            <a:srgbClr val="5ACBF0"/>
          </p15:clr>
        </p15:guide>
        <p15:guide id="19" pos="4315">
          <p15:clr>
            <a:srgbClr val="5ACBF0"/>
          </p15:clr>
        </p15:guide>
        <p15:guide id="20" pos="5488">
          <p15:clr>
            <a:srgbClr val="5ACBF0"/>
          </p15:clr>
        </p15:guide>
        <p15:guide id="21" pos="6279">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42"/>
            <a:ext cx="11018520" cy="554061"/>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1"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5" y="4799409"/>
            <a:ext cx="1801368"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55830820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1469">
          <p15:clr>
            <a:srgbClr val="5ACBF0"/>
          </p15:clr>
        </p15:guide>
        <p15:guide id="3" orient="horz" pos="2937">
          <p15:clr>
            <a:srgbClr val="5ACBF0"/>
          </p15:clr>
        </p15:guide>
        <p15:guide id="4" orient="horz" pos="3084">
          <p15:clr>
            <a:srgbClr val="5ACBF0"/>
          </p15:clr>
        </p15:guide>
        <p15:guide id="8" pos="4724">
          <p15:clr>
            <a:srgbClr val="5ACBF0"/>
          </p15:clr>
        </p15:guide>
        <p15:guide id="9" pos="4685">
          <p15:clr>
            <a:srgbClr val="5ACBF0"/>
          </p15:clr>
        </p15:guide>
        <p15:guide id="10" pos="6257">
          <p15:clr>
            <a:srgbClr val="5ACBF0"/>
          </p15:clr>
        </p15:guide>
        <p15:guide id="11" pos="1350">
          <p15:clr>
            <a:srgbClr val="5ACBF0"/>
          </p15:clr>
        </p15:guide>
        <p15:guide id="12" pos="2922">
          <p15:clr>
            <a:srgbClr val="5ACBF0"/>
          </p15:clr>
        </p15:guide>
        <p15:guide id="13" pos="4912">
          <p15:clr>
            <a:srgbClr val="5ACBF0"/>
          </p15:clr>
        </p15:guide>
        <p15:guide id="14" pos="6489">
          <p15:clr>
            <a:srgbClr val="5ACBF0"/>
          </p15:clr>
        </p15:guide>
        <p15:guide id="15" orient="horz">
          <p15:clr>
            <a:srgbClr val="5ACBF0"/>
          </p15:clr>
        </p15:guide>
        <p15:guide id="16" pos="1762">
          <p15:clr>
            <a:srgbClr val="5ACBF0"/>
          </p15:clr>
        </p15:guide>
        <p15:guide id="17" pos="2340">
          <p15:clr>
            <a:srgbClr val="5ACBF0"/>
          </p15:clr>
        </p15:guide>
        <p15:guide id="18" pos="3339">
          <p15:clr>
            <a:srgbClr val="5ACBF0"/>
          </p15:clr>
        </p15:guide>
        <p15:guide id="19" pos="4499">
          <p15:clr>
            <a:srgbClr val="5ACBF0"/>
          </p15:clr>
        </p15:guide>
        <p15:guide id="21" pos="6303">
          <p15:clr>
            <a:srgbClr val="5ACBF0"/>
          </p15:clr>
        </p15:guide>
        <p15:guide id="22" pos="1531">
          <p15:clr>
            <a:srgbClr val="5ACBF0"/>
          </p15:clr>
        </p15:guide>
        <p15:guide id="23" pos="1574">
          <p15:clr>
            <a:srgbClr val="5ACBF0"/>
          </p15:clr>
        </p15:guide>
        <p15:guide id="24" pos="3110">
          <p15:clr>
            <a:srgbClr val="5ACBF0"/>
          </p15:clr>
        </p15:guide>
        <p15:guide id="25" pos="3150">
          <p15:clr>
            <a:srgbClr val="5ACBF0"/>
          </p15:clr>
        </p15:guide>
        <p15:guide id="26" pos="6073">
          <p15:clr>
            <a:srgbClr val="5ACBF0"/>
          </p15:clr>
        </p15:guide>
        <p15:guide id="27" pos="3917">
          <p15:clr>
            <a:srgbClr val="5ACBF0"/>
          </p15:clr>
        </p15:guide>
        <p15:guide id="28" pos="5494">
          <p15:clr>
            <a:srgbClr val="5ACBF0"/>
          </p15:clr>
        </p15:guide>
        <p15:guide id="29" pos="768">
          <p15:clr>
            <a:srgbClr val="5ACBF0"/>
          </p15:clr>
        </p15:guide>
        <p15:guide id="30" pos="706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9716"/>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4"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4"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1336441429"/>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3917">
          <p15:clr>
            <a:srgbClr val="5ACBF0"/>
          </p15:clr>
        </p15:guide>
        <p15:guide id="4" pos="1309">
          <p15:clr>
            <a:srgbClr val="5ACBF0"/>
          </p15:clr>
        </p15:guide>
        <p15:guide id="5" pos="5780">
          <p15:clr>
            <a:srgbClr val="5ACBF0"/>
          </p15:clr>
        </p15:guide>
        <p15:guide id="6" pos="2796">
          <p15:clr>
            <a:srgbClr val="5ACBF0"/>
          </p15:clr>
        </p15:guide>
        <p15:guide id="7" pos="2052">
          <p15:clr>
            <a:srgbClr val="5ACBF0"/>
          </p15:clr>
        </p15:guide>
        <p15:guide id="8" pos="3171">
          <p15:clr>
            <a:srgbClr val="5ACBF0"/>
          </p15:clr>
        </p15:guide>
        <p15:guide id="9" pos="4662">
          <p15:clr>
            <a:srgbClr val="5ACBF0"/>
          </p15:clr>
        </p15:guide>
        <p15:guide id="11" pos="6525">
          <p15:clr>
            <a:srgbClr val="5ACBF0"/>
          </p15:clr>
        </p15:guide>
        <p15:guide id="12" orient="horz" pos="1469">
          <p15:clr>
            <a:srgbClr val="5ACBF0"/>
          </p15:clr>
        </p15:guide>
        <p15:guide id="13" pos="5037">
          <p15:clr>
            <a:srgbClr val="5ACBF0"/>
          </p15:clr>
        </p15:guide>
        <p15:guide id="14" orient="horz" pos="2952">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1"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1"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840276947"/>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3084">
          <p15:clr>
            <a:srgbClr val="5ACBF0"/>
          </p15:clr>
        </p15:guide>
        <p15:guide id="3" pos="4106">
          <p15:clr>
            <a:srgbClr val="5ACBF0"/>
          </p15:clr>
        </p15:guide>
        <p15:guide id="5" pos="5971">
          <p15:clr>
            <a:srgbClr val="5ACBF0"/>
          </p15:clr>
        </p15:guide>
        <p15:guide id="7" pos="3727">
          <p15:clr>
            <a:srgbClr val="5ACBF0"/>
          </p15:clr>
        </p15:guide>
        <p15:guide id="8" pos="2239">
          <p15:clr>
            <a:srgbClr val="5ACBF0"/>
          </p15:clr>
        </p15:guide>
        <p15:guide id="10" pos="2985">
          <p15:clr>
            <a:srgbClr val="5ACBF0"/>
          </p15:clr>
        </p15:guide>
        <p15:guide id="11" pos="4851">
          <p15:clr>
            <a:srgbClr val="5ACBF0"/>
          </p15:clr>
        </p15:guide>
        <p15:guide id="12" pos="6713">
          <p15:clr>
            <a:srgbClr val="5ACBF0"/>
          </p15:clr>
        </p15:guide>
        <p15:guide id="13" pos="1119">
          <p15:clr>
            <a:srgbClr val="5ACBF0"/>
          </p15:clr>
        </p15:guide>
        <p15:guide id="14" orient="horz" pos="1469">
          <p15:clr>
            <a:srgbClr val="5ACBF0"/>
          </p15:clr>
        </p15:guide>
        <p15:guide id="15" pos="1863">
          <p15:clr>
            <a:srgbClr val="5ACBF0"/>
          </p15:clr>
        </p15:guide>
        <p15:guide id="18" pos="5593">
          <p15:clr>
            <a:srgbClr val="5ACBF0"/>
          </p15:clr>
        </p15:guide>
        <p15:guide id="19" orient="horz" pos="295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863760"/>
            <a:ext cx="11018520" cy="554061"/>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print">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3199039960"/>
      </p:ext>
    </p:extLst>
  </p:cSld>
  <p:clrMapOvr>
    <a:masterClrMapping/>
  </p:clrMapOvr>
  <p:transition>
    <p:fade/>
  </p:transition>
  <p:extLst>
    <p:ext uri="{DCECCB84-F9BA-43D5-87BE-67443E8EF086}">
      <p15:sldGuideLst xmlns:p15="http://schemas.microsoft.com/office/powerpoint/2012/main">
        <p15:guide id="1" orient="horz" pos="734">
          <p15:clr>
            <a:srgbClr val="5ACBF0"/>
          </p15:clr>
        </p15:guide>
        <p15:guide id="2" orient="horz" pos="2717">
          <p15:clr>
            <a:srgbClr val="5ACBF0"/>
          </p15:clr>
        </p15:guide>
        <p15:guide id="3" pos="6341">
          <p15:clr>
            <a:srgbClr val="5ACBF0"/>
          </p15:clr>
        </p15:guide>
        <p15:guide id="5" pos="5967">
          <p15:clr>
            <a:srgbClr val="5ACBF0"/>
          </p15:clr>
        </p15:guide>
        <p15:guide id="7" pos="4480">
          <p15:clr>
            <a:srgbClr val="5ACBF0"/>
          </p15:clr>
        </p15:guide>
        <p15:guide id="8" pos="3358">
          <p15:clr>
            <a:srgbClr val="5ACBF0"/>
          </p15:clr>
        </p15:guide>
        <p15:guide id="10" pos="2985">
          <p15:clr>
            <a:srgbClr val="5ACBF0"/>
          </p15:clr>
        </p15:guide>
        <p15:guide id="11" pos="4849">
          <p15:clr>
            <a:srgbClr val="5ACBF0"/>
          </p15:clr>
        </p15:guide>
        <p15:guide id="13" pos="1493">
          <p15:clr>
            <a:srgbClr val="5ACBF0"/>
          </p15:clr>
        </p15:guide>
        <p15:guide id="14" orient="horz" pos="1469">
          <p15:clr>
            <a:srgbClr val="5ACBF0"/>
          </p15:clr>
        </p15:guide>
        <p15:guide id="15" pos="1867">
          <p15:clr>
            <a:srgbClr val="5ACBF0"/>
          </p15:clr>
        </p15:guide>
        <p15:guide id="16" orient="horz" pos="2583">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7" y="2309813"/>
            <a:ext cx="3182027" cy="554061"/>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3"/>
            <a:ext cx="7253288" cy="430901"/>
          </a:xfrm>
        </p:spPr>
        <p:txBody>
          <a:bodyPr anchor="t"/>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4"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3374886"/>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1297">
          <p15:clr>
            <a:srgbClr val="5ACBF0"/>
          </p15:clr>
        </p15:guide>
        <p15:guide id="30" pos="2424">
          <p15:clr>
            <a:srgbClr val="5ACBF0"/>
          </p15:clr>
        </p15:guide>
        <p15:guide id="32" orient="horz" pos="148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4" y="3150383"/>
            <a:ext cx="3182027" cy="554061"/>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3"/>
            <a:ext cx="6667500" cy="430901"/>
          </a:xfrm>
        </p:spPr>
        <p:txBody>
          <a:bodyPr anchor="ctr"/>
          <a:lstStyle>
            <a:lvl1pPr marL="231730" indent="-231730">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marL="0" marR="0" lvl="0" indent="0" algn="l" defTabSz="914192"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A3A3A3"/>
                </a:solidFill>
                <a:effectLst/>
                <a:uLnTx/>
                <a:uFillTx/>
                <a:latin typeface="Segoe UI"/>
                <a:ea typeface="+mn-ea"/>
                <a:cs typeface="+mn-cs"/>
              </a:rPr>
              <a:t>ELT layout</a:t>
            </a:r>
          </a:p>
        </p:txBody>
      </p:sp>
    </p:spTree>
    <p:extLst>
      <p:ext uri="{BB962C8B-B14F-4D97-AF65-F5344CB8AC3E}">
        <p14:creationId xmlns:p14="http://schemas.microsoft.com/office/powerpoint/2010/main" val="2309270593"/>
      </p:ext>
    </p:extLst>
  </p:cSld>
  <p:clrMapOvr>
    <a:masterClrMapping/>
  </p:clrMapOvr>
  <p:transition>
    <p:fade/>
  </p:transition>
  <p:extLst>
    <p:ext uri="{DCECCB84-F9BA-43D5-87BE-67443E8EF086}">
      <p15:sldGuideLst xmlns:p15="http://schemas.microsoft.com/office/powerpoint/2012/main">
        <p15:guide id="13" pos="2799">
          <p15:clr>
            <a:srgbClr val="5ACBF0"/>
          </p15:clr>
        </p15:guide>
        <p15:guide id="29" orient="horz" pos="2203">
          <p15:clr>
            <a:srgbClr val="5ACBF0"/>
          </p15:clr>
        </p15:guide>
        <p15:guide id="30" pos="2424">
          <p15:clr>
            <a:srgbClr val="5ACBF0"/>
          </p15:clr>
        </p15:guide>
        <p15:guide id="31" pos="3175">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86" indent="0">
              <a:buNone/>
              <a:tabLst>
                <a:tab pos="344422" algn="l"/>
              </a:tabLst>
              <a:defRPr sz="2400">
                <a:solidFill>
                  <a:schemeClr val="tx1"/>
                </a:solidFill>
                <a:latin typeface="Consolas" panose="020B0609020204030204" pitchFamily="49" charset="0"/>
                <a:cs typeface="Consolas" panose="020B0609020204030204" pitchFamily="49" charset="0"/>
              </a:defRPr>
            </a:lvl2pPr>
            <a:lvl3pPr marL="584495" indent="0">
              <a:buNone/>
              <a:tabLst>
                <a:tab pos="569803" algn="l"/>
              </a:tabLst>
              <a:defRPr sz="2400">
                <a:solidFill>
                  <a:schemeClr val="tx1"/>
                </a:solidFill>
                <a:latin typeface="Consolas" panose="020B0609020204030204" pitchFamily="49" charset="0"/>
                <a:cs typeface="Consolas" panose="020B0609020204030204" pitchFamily="49" charset="0"/>
              </a:defRPr>
            </a:lvl3pPr>
            <a:lvl4pPr marL="814407" indent="0">
              <a:buNone/>
              <a:tabLst>
                <a:tab pos="799946" algn="l"/>
              </a:tabLst>
              <a:defRPr sz="2400">
                <a:solidFill>
                  <a:schemeClr val="tx1"/>
                </a:solidFill>
                <a:latin typeface="Consolas" panose="020B0609020204030204" pitchFamily="49" charset="0"/>
                <a:cs typeface="Consolas" panose="020B0609020204030204" pitchFamily="49" charset="0"/>
              </a:defRPr>
            </a:lvl4pPr>
            <a:lvl5pPr marL="1050795" indent="0">
              <a:buNone/>
              <a:tabLst>
                <a:tab pos="1028502"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58572894"/>
      </p:ext>
    </p:extLst>
  </p:cSld>
  <p:clrMapOvr>
    <a:masterClrMapping/>
  </p:clrMapOvr>
  <p:transition>
    <p:fade/>
  </p:transition>
  <p:extLst>
    <p:ext uri="{DCECCB84-F9BA-43D5-87BE-67443E8EF086}">
      <p15:sldGuideLst xmlns:p15="http://schemas.microsoft.com/office/powerpoint/2012/main">
        <p15:guide id="1" orient="horz" pos="1348">
          <p15:clr>
            <a:srgbClr val="5ACBF0"/>
          </p15:clr>
        </p15:guide>
        <p15:guide id="2" orient="horz" pos="923">
          <p15:clr>
            <a:srgbClr val="5ACBF0"/>
          </p15:clr>
        </p15:guide>
        <p15:guide id="3" orient="horz" pos="294">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59048702"/>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1811">
          <p15:clr>
            <a:srgbClr val="5ACBF0"/>
          </p15:clr>
        </p15:guide>
        <p15:guide id="5" orient="horz" pos="2241">
          <p15:clr>
            <a:srgbClr val="5ACBF0"/>
          </p15:clr>
        </p15:guide>
        <p15:guide id="6" orient="horz" pos="7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487" indent="0">
              <a:buNone/>
              <a:defRPr sz="240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4077589493"/>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4" orient="horz" pos="2714">
          <p15:clr>
            <a:srgbClr val="5ACBF0"/>
          </p15:clr>
        </p15:guide>
        <p15:guide id="5" orient="horz" pos="3210">
          <p15:clr>
            <a:srgbClr val="5ACBF0"/>
          </p15:clr>
        </p15:guide>
        <p15:guide id="6" orient="horz" pos="427">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4"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6"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230963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54">
          <p15:clr>
            <a:srgbClr val="5ACBF0"/>
          </p15:clr>
        </p15:guide>
        <p15:guide id="4" orient="horz" pos="860">
          <p15:clr>
            <a:srgbClr val="5ACBF0"/>
          </p15:clr>
        </p15:guide>
        <p15:guide id="7" pos="3349">
          <p15:clr>
            <a:srgbClr val="5ACBF0"/>
          </p15:clr>
        </p15:guide>
        <p15:guide id="8" pos="3727">
          <p15:clr>
            <a:srgbClr val="5ACBF0"/>
          </p15:clr>
        </p15:guide>
        <p15:guide id="9" pos="2974">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50"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1"/>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200"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382"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320"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163"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481"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6976" indent="0">
              <a:buNone/>
              <a:defRPr/>
            </a:lvl3pPr>
            <a:lvl4pPr marL="685462" indent="0">
              <a:buNone/>
              <a:defRPr/>
            </a:lvl4pPr>
            <a:lvl5pPr marL="913950" indent="0">
              <a:buNone/>
              <a:defRPr/>
            </a:lvl5pPr>
          </a:lstStyle>
          <a:p>
            <a:pPr lvl="0"/>
            <a:r>
              <a:rPr lang="en-US"/>
              <a:t>Click to edit text</a:t>
            </a:r>
          </a:p>
        </p:txBody>
      </p:sp>
    </p:spTree>
    <p:extLst>
      <p:ext uri="{BB962C8B-B14F-4D97-AF65-F5344CB8AC3E}">
        <p14:creationId xmlns:p14="http://schemas.microsoft.com/office/powerpoint/2010/main" val="1075320561"/>
      </p:ext>
    </p:extLst>
  </p:cSld>
  <p:clrMapOvr>
    <a:masterClrMapping/>
  </p:clrMapOvr>
  <p:transition>
    <p:fade/>
  </p:transition>
  <p:extLst>
    <p:ext uri="{DCECCB84-F9BA-43D5-87BE-67443E8EF086}">
      <p15:sldGuideLst xmlns:p15="http://schemas.microsoft.com/office/powerpoint/2012/main">
        <p15:guide id="1" orient="horz" pos="294">
          <p15:clr>
            <a:srgbClr val="5ACBF0"/>
          </p15:clr>
        </p15:guide>
        <p15:guide id="2" orient="horz" pos="445">
          <p15:clr>
            <a:srgbClr val="5ACBF0"/>
          </p15:clr>
        </p15:guide>
        <p15:guide id="4" orient="horz" pos="856">
          <p15:clr>
            <a:srgbClr val="5ACBF0"/>
          </p15:clr>
        </p15:guide>
        <p15:guide id="6" pos="4490">
          <p15:clr>
            <a:srgbClr val="5ACBF0"/>
          </p15:clr>
        </p15:guide>
        <p15:guide id="7" pos="4115">
          <p15:clr>
            <a:srgbClr val="5ACBF0"/>
          </p15:clr>
        </p15:guide>
        <p15:guide id="8" pos="486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2A446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F64A13-1480-A771-C5E0-989748C7DB46}"/>
              </a:ext>
            </a:extLst>
          </p:cNvPr>
          <p:cNvPicPr>
            <a:picLocks noChangeAspect="1"/>
          </p:cNvPicPr>
          <p:nvPr userDrawn="1"/>
        </p:nvPicPr>
        <p:blipFill>
          <a:blip r:embed="rId2"/>
          <a:srcRect/>
          <a:stretch/>
        </p:blipFill>
        <p:spPr>
          <a:xfrm>
            <a:off x="8449366" y="688"/>
            <a:ext cx="3742634" cy="6856622"/>
          </a:xfrm>
          <a:prstGeom prst="rect">
            <a:avLst/>
          </a:prstGeom>
        </p:spPr>
      </p:pic>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007641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4"/>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20"/>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21589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guide id="4" orient="horz" pos="2555">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2A446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0D0199-9B4A-EF92-5063-6750098BCE42}"/>
              </a:ext>
            </a:extLst>
          </p:cNvPr>
          <p:cNvPicPr>
            <a:picLocks noChangeAspect="1"/>
          </p:cNvPicPr>
          <p:nvPr userDrawn="1"/>
        </p:nvPicPr>
        <p:blipFill>
          <a:blip r:embed="rId2"/>
          <a:srcRect/>
          <a:stretch/>
        </p:blipFill>
        <p:spPr>
          <a:xfrm>
            <a:off x="9700718" y="0"/>
            <a:ext cx="2490825" cy="6858000"/>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176059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0">
          <p15:clr>
            <a:srgbClr val="5ACBF0"/>
          </p15:clr>
        </p15:guide>
        <p15:guide id="3" orient="horz" pos="1949">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563"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170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03">
          <p15:clr>
            <a:srgbClr val="FBAE40"/>
          </p15:clr>
        </p15:guide>
        <p15:guide id="2" pos="6258">
          <p15:clr>
            <a:srgbClr val="5ACBF0"/>
          </p15:clr>
        </p15:guide>
        <p15:guide id="3" orient="horz" pos="194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44750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24">
          <p15:clr>
            <a:srgbClr val="A4A3A4"/>
          </p15:clr>
        </p15:guide>
        <p15:guide id="15" pos="3415">
          <p15:clr>
            <a:srgbClr val="A4A3A4"/>
          </p15:clr>
        </p15:guide>
        <p15:guide id="16" pos="3829">
          <p15:clr>
            <a:srgbClr val="A4A3A4"/>
          </p15:clr>
        </p15:guide>
        <p15:guide id="17" pos="4010">
          <p15:clr>
            <a:srgbClr val="A4A3A4"/>
          </p15:clr>
        </p15:guide>
        <p15:guide id="18" pos="4429">
          <p15:clr>
            <a:srgbClr val="A4A3A4"/>
          </p15:clr>
        </p15:guide>
        <p15:guide id="19" pos="4622">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63455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marL="0" marR="0" lvl="0" indent="0" algn="l" defTabSz="932111"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Segoe UI"/>
                <a:ea typeface="+mn-ea"/>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9979467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2" y="6269039"/>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29977502"/>
      </p:ext>
    </p:extLst>
  </p:cSld>
  <p:clrMapOvr>
    <a:masterClrMapping/>
  </p:clrMapOvr>
  <p:transition>
    <p:fade/>
  </p:transition>
  <p:extLst>
    <p:ext uri="{DCECCB84-F9BA-43D5-87BE-67443E8EF086}">
      <p15:sldGuideLst xmlns:p15="http://schemas.microsoft.com/office/powerpoint/2012/main">
        <p15:guide id="1" orient="horz" pos="922">
          <p15:clr>
            <a:srgbClr val="5ACBF0"/>
          </p15:clr>
        </p15:guide>
        <p15:guide id="2" orient="horz" pos="29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38650-56F0-68CB-C138-894DCB476C27}"/>
              </a:ext>
            </a:extLst>
          </p:cNvPr>
          <p:cNvSpPr>
            <a:spLocks noGrp="1"/>
          </p:cNvSpPr>
          <p:nvPr>
            <p:ph type="ctrTitle"/>
          </p:nvPr>
        </p:nvSpPr>
        <p:spPr>
          <a:xfrm>
            <a:off x="1524000" y="1663388"/>
            <a:ext cx="9144000" cy="1846575"/>
          </a:xfrm>
        </p:spPr>
        <p:txBody>
          <a:bodyPr anchor="b"/>
          <a:lstStyle>
            <a:lvl1pPr algn="ctr">
              <a:defRPr sz="5998"/>
            </a:lvl1pPr>
          </a:lstStyle>
          <a:p>
            <a:r>
              <a:rPr lang="en-US"/>
              <a:t>Click to edit Master title style</a:t>
            </a:r>
          </a:p>
        </p:txBody>
      </p:sp>
      <p:sp>
        <p:nvSpPr>
          <p:cNvPr id="3" name="Subtitle 2">
            <a:extLst>
              <a:ext uri="{FF2B5EF4-FFF2-40B4-BE49-F238E27FC236}">
                <a16:creationId xmlns:a16="http://schemas.microsoft.com/office/drawing/2014/main" id="{23FE6D98-AAF1-F1DD-E090-879E19AD9C00}"/>
              </a:ext>
            </a:extLst>
          </p:cNvPr>
          <p:cNvSpPr>
            <a:spLocks noGrp="1"/>
          </p:cNvSpPr>
          <p:nvPr>
            <p:ph type="subTitle" idx="1"/>
          </p:nvPr>
        </p:nvSpPr>
        <p:spPr>
          <a:xfrm>
            <a:off x="1524000" y="3602038"/>
            <a:ext cx="9144000" cy="369353"/>
          </a:xfrm>
        </p:spPr>
        <p:txBody>
          <a:bodyPr/>
          <a:lstStyle>
            <a:lvl1pPr marL="0" indent="0" algn="ctr">
              <a:buNone/>
              <a:defRPr sz="2400"/>
            </a:lvl1pPr>
            <a:lvl2pPr marL="457112" indent="0" algn="ctr">
              <a:buNone/>
              <a:defRPr sz="2000"/>
            </a:lvl2pPr>
            <a:lvl3pPr marL="914225" indent="0" algn="ctr">
              <a:buNone/>
              <a:defRPr sz="1800"/>
            </a:lvl3pPr>
            <a:lvl4pPr marL="1371337" indent="0" algn="ctr">
              <a:buNone/>
              <a:defRPr sz="1600"/>
            </a:lvl4pPr>
            <a:lvl5pPr marL="1828449" indent="0" algn="ctr">
              <a:buNone/>
              <a:defRPr sz="1600"/>
            </a:lvl5pPr>
            <a:lvl6pPr marL="2285561" indent="0" algn="ctr">
              <a:buNone/>
              <a:defRPr sz="1600"/>
            </a:lvl6pPr>
            <a:lvl7pPr marL="2742674" indent="0" algn="ctr">
              <a:buNone/>
              <a:defRPr sz="1600"/>
            </a:lvl7pPr>
            <a:lvl8pPr marL="3199785" indent="0" algn="ctr">
              <a:buNone/>
              <a:defRPr sz="1600"/>
            </a:lvl8pPr>
            <a:lvl9pPr marL="3656897"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31BB77-9610-29D8-A007-222F812725BE}"/>
              </a:ext>
            </a:extLst>
          </p:cNvPr>
          <p:cNvSpPr>
            <a:spLocks noGrp="1"/>
          </p:cNvSpPr>
          <p:nvPr>
            <p:ph type="dt" sz="half" idx="10"/>
          </p:nvPr>
        </p:nvSpPr>
        <p:spPr/>
        <p:txBody>
          <a:bodyPr/>
          <a:lstStyle/>
          <a:p>
            <a:fld id="{DB8F75B8-0206-4047-A67E-213EEEB5FDEC}" type="datetimeFigureOut">
              <a:rPr lang="en-US" smtClean="0"/>
              <a:t>7/29/2026</a:t>
            </a:fld>
            <a:endParaRPr lang="en-US"/>
          </a:p>
        </p:txBody>
      </p:sp>
      <p:sp>
        <p:nvSpPr>
          <p:cNvPr id="5" name="Footer Placeholder 4">
            <a:extLst>
              <a:ext uri="{FF2B5EF4-FFF2-40B4-BE49-F238E27FC236}">
                <a16:creationId xmlns:a16="http://schemas.microsoft.com/office/drawing/2014/main" id="{A7E5F1FF-FBD1-DFE9-0D16-EF671E8F6B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037BAD-D5BB-6DA2-7F22-89917C98CEF5}"/>
              </a:ext>
            </a:extLst>
          </p:cNvPr>
          <p:cNvSpPr>
            <a:spLocks noGrp="1"/>
          </p:cNvSpPr>
          <p:nvPr>
            <p:ph type="sldNum" sz="quarter" idx="12"/>
          </p:nvPr>
        </p:nvSpPr>
        <p:spPr/>
        <p:txBody>
          <a:bodyPr/>
          <a:lstStyle/>
          <a:p>
            <a:fld id="{0A44C6BE-DF8D-4FD8-8300-CB623C48072B}" type="slidenum">
              <a:rPr lang="en-US" smtClean="0"/>
              <a:t>‹#›</a:t>
            </a:fld>
            <a:endParaRPr lang="en-US"/>
          </a:p>
        </p:txBody>
      </p:sp>
    </p:spTree>
    <p:extLst>
      <p:ext uri="{BB962C8B-B14F-4D97-AF65-F5344CB8AC3E}">
        <p14:creationId xmlns:p14="http://schemas.microsoft.com/office/powerpoint/2010/main" val="28527665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1_TITLE &amp; SU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0E10-653B-9779-E6E5-2A3B1D86498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735692"/>
      </p:ext>
    </p:extLst>
  </p:cSld>
  <p:clrMapOvr>
    <a:masterClrMapping/>
  </p:clrMapOvr>
  <p:transition>
    <p:fade/>
  </p:transition>
  <p:extLst>
    <p:ext uri="{DCECCB84-F9BA-43D5-87BE-67443E8EF086}">
      <p15:sldGuideLst xmlns:p15="http://schemas.microsoft.com/office/powerpoint/2012/main">
        <p15:guide id="6" pos="795">
          <p15:clr>
            <a:srgbClr val="A4A3A4"/>
          </p15:clr>
        </p15:guide>
        <p15:guide id="7" pos="981">
          <p15:clr>
            <a:srgbClr val="A4A3A4"/>
          </p15:clr>
        </p15:guide>
        <p15:guide id="8" pos="1401">
          <p15:clr>
            <a:srgbClr val="A4A3A4"/>
          </p15:clr>
        </p15:guide>
        <p15:guide id="9" pos="1587">
          <p15:clr>
            <a:srgbClr val="A4A3A4"/>
          </p15:clr>
        </p15:guide>
        <p15:guide id="10" pos="2006">
          <p15:clr>
            <a:srgbClr val="A4A3A4"/>
          </p15:clr>
        </p15:guide>
        <p15:guide id="11" pos="2193">
          <p15:clr>
            <a:srgbClr val="A4A3A4"/>
          </p15:clr>
        </p15:guide>
        <p15:guide id="12" pos="2612">
          <p15:clr>
            <a:srgbClr val="A4A3A4"/>
          </p15:clr>
        </p15:guide>
        <p15:guide id="13" pos="2799">
          <p15:clr>
            <a:srgbClr val="A4A3A4"/>
          </p15:clr>
        </p15:guide>
        <p15:guide id="14" pos="3218">
          <p15:clr>
            <a:srgbClr val="A4A3A4"/>
          </p15:clr>
        </p15:guide>
        <p15:guide id="15" pos="3405">
          <p15:clr>
            <a:srgbClr val="A4A3A4"/>
          </p15:clr>
        </p15:guide>
        <p15:guide id="16" pos="3824">
          <p15:clr>
            <a:srgbClr val="A4A3A4"/>
          </p15:clr>
        </p15:guide>
        <p15:guide id="17" pos="4011">
          <p15:clr>
            <a:srgbClr val="A4A3A4"/>
          </p15:clr>
        </p15:guide>
        <p15:guide id="18" pos="4430">
          <p15:clr>
            <a:srgbClr val="A4A3A4"/>
          </p15:clr>
        </p15:guide>
        <p15:guide id="19" pos="4617">
          <p15:clr>
            <a:srgbClr val="A4A3A4"/>
          </p15:clr>
        </p15:guide>
        <p15:guide id="20" pos="5036">
          <p15:clr>
            <a:srgbClr val="A4A3A4"/>
          </p15:clr>
        </p15:guide>
        <p15:guide id="21" pos="5223">
          <p15:clr>
            <a:srgbClr val="A4A3A4"/>
          </p15:clr>
        </p15:guide>
        <p15:guide id="22" pos="5640">
          <p15:clr>
            <a:srgbClr val="A4A3A4"/>
          </p15:clr>
        </p15:guide>
        <p15:guide id="23" pos="5829">
          <p15:clr>
            <a:srgbClr val="A4A3A4"/>
          </p15:clr>
        </p15:guide>
        <p15:guide id="24" pos="6246">
          <p15:clr>
            <a:srgbClr val="A4A3A4"/>
          </p15:clr>
        </p15:guide>
        <p15:guide id="25" pos="6434">
          <p15:clr>
            <a:srgbClr val="A4A3A4"/>
          </p15:clr>
        </p15:guide>
        <p15:guide id="26" pos="6852">
          <p15:clr>
            <a:srgbClr val="A4A3A4"/>
          </p15:clr>
        </p15:guide>
        <p15:guide id="27" pos="7038">
          <p15:clr>
            <a:srgbClr val="A4A3A4"/>
          </p15:clr>
        </p15:guide>
        <p15:guide id="28" orient="horz" pos="923">
          <p15:clr>
            <a:srgbClr val="5ACBF0"/>
          </p15:clr>
        </p15:guide>
        <p15:guide id="29" orient="horz" pos="1296">
          <p15:clr>
            <a:srgbClr val="5ACBF0"/>
          </p15:clr>
        </p15:guide>
        <p15:guide id="30" orient="horz" pos="29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7732444"/>
      </p:ext>
    </p:extLst>
  </p:cSld>
  <p:clrMapOvr>
    <a:masterClrMapping/>
  </p:clrMapOvr>
  <p:transition>
    <p:fade/>
  </p:transition>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419C22-2186-58CF-1BD6-99E6A4069F25}"/>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B330B063-4076-B5F7-BFA5-01F80057E54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07A1FD2-D432-43C1-5279-8FFC4E318801}"/>
              </a:ext>
            </a:extLst>
          </p:cNvPr>
          <p:cNvSpPr>
            <a:spLocks noGrp="1"/>
          </p:cNvSpPr>
          <p:nvPr>
            <p:ph type="dt" sz="half" idx="10"/>
          </p:nvPr>
        </p:nvSpPr>
        <p:spPr/>
        <p:txBody>
          <a:bodyPr/>
          <a:lstStyle/>
          <a:p>
            <a:fld id="{7324F48B-FBF1-4E86-8169-CD1A281BDDCA}" type="datetimeFigureOut">
              <a:rPr lang="en-US" smtClean="0"/>
              <a:t>7/29/2026</a:t>
            </a:fld>
            <a:endParaRPr lang="en-US"/>
          </a:p>
        </p:txBody>
      </p:sp>
      <p:sp>
        <p:nvSpPr>
          <p:cNvPr id="5" name="Espace réservé du pied de page 4">
            <a:extLst>
              <a:ext uri="{FF2B5EF4-FFF2-40B4-BE49-F238E27FC236}">
                <a16:creationId xmlns:a16="http://schemas.microsoft.com/office/drawing/2014/main" id="{C4ACC870-7647-6073-7C82-CB2C23ECB918}"/>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512B79C0-4120-F172-8C44-1BF81BF0EC51}"/>
              </a:ext>
            </a:extLst>
          </p:cNvPr>
          <p:cNvSpPr>
            <a:spLocks noGrp="1"/>
          </p:cNvSpPr>
          <p:nvPr>
            <p:ph type="sldNum" sz="quarter" idx="12"/>
          </p:nvPr>
        </p:nvSpPr>
        <p:spPr/>
        <p:txBody>
          <a:bodyPr/>
          <a:lstStyle/>
          <a:p>
            <a:fld id="{FDADC613-D854-49BE-9542-FE5CE52DE1CD}" type="slidenum">
              <a:rPr lang="en-US" smtClean="0"/>
              <a:t>‹#›</a:t>
            </a:fld>
            <a:endParaRPr lang="en-US"/>
          </a:p>
        </p:txBody>
      </p:sp>
    </p:spTree>
    <p:extLst>
      <p:ext uri="{BB962C8B-B14F-4D97-AF65-F5344CB8AC3E}">
        <p14:creationId xmlns:p14="http://schemas.microsoft.com/office/powerpoint/2010/main" val="23682837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5671-2BAB-496E-A124-8C3A9EB204E2}"/>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11C884DE-0FC3-4FDC-9039-A81BDEAC5A03}"/>
              </a:ext>
            </a:extLst>
          </p:cNvPr>
          <p:cNvSpPr>
            <a:spLocks noGrp="1"/>
          </p:cNvSpPr>
          <p:nvPr>
            <p:ph sz="quarter" idx="10"/>
          </p:nvPr>
        </p:nvSpPr>
        <p:spPr>
          <a:xfrm>
            <a:off x="426424" y="1674525"/>
            <a:ext cx="1828800" cy="914400"/>
          </a:xfrm>
        </p:spPr>
        <p:txBody>
          <a:bodyPr/>
          <a:lstStyle/>
          <a:p>
            <a:pPr lvl="0"/>
            <a:endParaRPr lang="en-US"/>
          </a:p>
        </p:txBody>
      </p:sp>
      <p:sp>
        <p:nvSpPr>
          <p:cNvPr id="6" name="Content Placeholder 5">
            <a:extLst>
              <a:ext uri="{FF2B5EF4-FFF2-40B4-BE49-F238E27FC236}">
                <a16:creationId xmlns:a16="http://schemas.microsoft.com/office/drawing/2014/main" id="{72416673-8A15-4CB5-A7BF-12114C3588E8}"/>
              </a:ext>
            </a:extLst>
          </p:cNvPr>
          <p:cNvSpPr>
            <a:spLocks noGrp="1"/>
          </p:cNvSpPr>
          <p:nvPr>
            <p:ph sz="quarter" idx="11"/>
          </p:nvPr>
        </p:nvSpPr>
        <p:spPr>
          <a:xfrm>
            <a:off x="426424" y="3354676"/>
            <a:ext cx="1828800" cy="914400"/>
          </a:xfrm>
        </p:spPr>
        <p:txBody>
          <a:bodyPr/>
          <a:lstStyle/>
          <a:p>
            <a:pPr lvl="0"/>
            <a:endParaRPr lang="en-US"/>
          </a:p>
        </p:txBody>
      </p:sp>
    </p:spTree>
    <p:extLst>
      <p:ext uri="{BB962C8B-B14F-4D97-AF65-F5344CB8AC3E}">
        <p14:creationId xmlns:p14="http://schemas.microsoft.com/office/powerpoint/2010/main" val="2264784783"/>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50875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9322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71581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89819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005119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71189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622202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67700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542526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39911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019233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0189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9018760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40840768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6047253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453161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4771312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8436900"/>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293932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6081165"/>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8630626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2530956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503982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105307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276472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4588543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983904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74404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72361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756312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6557865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0897442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81792573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550489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230112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9853384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13863939"/>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198158003"/>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46895509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1918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7612264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4858825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328546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2535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8074567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2667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8509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7639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55102494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154619374"/>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33032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4710850"/>
      </p:ext>
    </p:extLst>
  </p:cSld>
  <p:clrMapOvr>
    <a:masterClrMapping/>
  </p:clrMapOvr>
  <p:transition>
    <p:fade/>
  </p:transition>
  <p:extLst>
    <p:ext uri="{DCECCB84-F9BA-43D5-87BE-67443E8EF086}">
      <p15:sldGuideLst xmlns:p15="http://schemas.microsoft.com/office/powerpoint/2012/main"/>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3" name="Picture 2" descr="Woman with Surface Studio">
            <a:extLst>
              <a:ext uri="{FF2B5EF4-FFF2-40B4-BE49-F238E27FC236}">
                <a16:creationId xmlns:a16="http://schemas.microsoft.com/office/drawing/2014/main" id="{DF420509-B374-8484-B263-30454C986927}"/>
              </a:ext>
            </a:extLst>
          </p:cNvPr>
          <p:cNvPicPr>
            <a:picLocks/>
          </p:cNvPicPr>
          <p:nvPr/>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162746022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302431"/>
            <a:ext cx="4167887" cy="1231106"/>
          </a:xfrm>
        </p:spPr>
        <p:txBody>
          <a:bodyPr anchor="b" anchorCtr="0">
            <a:spAutoFit/>
          </a:bodyPr>
          <a:lstStyle>
            <a:lvl1pPr>
              <a:defRPr sz="40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MS logo white - EMF" descr="Microsoft logo white text version">
            <a:extLst>
              <a:ext uri="{FF2B5EF4-FFF2-40B4-BE49-F238E27FC236}">
                <a16:creationId xmlns:a16="http://schemas.microsoft.com/office/drawing/2014/main" id="{55A1818D-42EB-ADC6-A242-215C6D8E818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4" name="Picture 3" descr="Woman with Surface Studio">
            <a:extLst>
              <a:ext uri="{FF2B5EF4-FFF2-40B4-BE49-F238E27FC236}">
                <a16:creationId xmlns:a16="http://schemas.microsoft.com/office/drawing/2014/main" id="{B9701B2D-C12B-60D0-C725-C8614FF199C7}"/>
              </a:ext>
            </a:extLst>
          </p:cNvPr>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Tree>
    <p:extLst>
      <p:ext uri="{BB962C8B-B14F-4D97-AF65-F5344CB8AC3E}">
        <p14:creationId xmlns:p14="http://schemas.microsoft.com/office/powerpoint/2010/main" val="349086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1" descr="Blurred colorful background event walk-in slide.">
            <a:extLst>
              <a:ext uri="{FF2B5EF4-FFF2-40B4-BE49-F238E27FC236}">
                <a16:creationId xmlns:a16="http://schemas.microsoft.com/office/drawing/2014/main" id="{4399D1A5-C9CE-ABF9-9162-DCBA64CF751B}"/>
              </a:ext>
            </a:extLst>
          </p:cNvPr>
          <p:cNvPicPr>
            <a:picLocks/>
          </p:cNvPicPr>
          <p:nvPr userDrawn="1"/>
        </p:nvPicPr>
        <p:blipFill rotWithShape="1">
          <a:blip r:embed="rId2" cstate="screen">
            <a:alphaModFix amt="85000"/>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a:ext>
            </a:extLst>
          </a:blip>
          <a:srcRect l="12026" t="3222" r="15224" b="5597"/>
          <a:stretch/>
        </p:blipFill>
        <p:spPr bwMode="ltGray">
          <a:xfrm rot="16200000" flipH="1">
            <a:off x="2668524" y="-2665476"/>
            <a:ext cx="6858000" cy="12188952"/>
          </a:xfrm>
          <a:prstGeom prst="rect">
            <a:avLst/>
          </a:prstGeom>
        </p:spPr>
      </p:pic>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049656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70830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977685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304567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458340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07272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403423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807CBEB8-AFEF-362F-CB36-DC00FA4C6C8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006714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0605272"/>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408485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565413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63164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1333112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994507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138161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769154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571921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569448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569324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08002042"/>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715034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13496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1922887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639114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9943408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1198277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019294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8115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606511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9147218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5290030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133425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4344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4823951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93565125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696216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140968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62660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459669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1619626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46221"/>
          </a:xfrm>
          <a:noFill/>
        </p:spPr>
        <p:txBody>
          <a:bodyPr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0147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74092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021418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8114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8722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851101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Black Notes slide Layout">
    <p:bg bwMode="black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410229739"/>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1843E-F072-07B5-2820-764A604D58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CBDD8B-59C1-385B-6064-194C6EC09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6FFD2F-7054-28D1-2468-148A60E19580}"/>
              </a:ext>
            </a:extLst>
          </p:cNvPr>
          <p:cNvSpPr>
            <a:spLocks noGrp="1"/>
          </p:cNvSpPr>
          <p:nvPr>
            <p:ph type="dt" sz="half" idx="10"/>
          </p:nvPr>
        </p:nvSpPr>
        <p:spPr/>
        <p:txBody>
          <a:bodyPr/>
          <a:lstStyle/>
          <a:p>
            <a:fld id="{B9DB3BA8-24F1-4573-A945-62E1F2791B35}" type="datetimeFigureOut">
              <a:rPr lang="en-US" smtClean="0"/>
              <a:t>7/29/2026</a:t>
            </a:fld>
            <a:endParaRPr lang="en-US"/>
          </a:p>
        </p:txBody>
      </p:sp>
      <p:sp>
        <p:nvSpPr>
          <p:cNvPr id="5" name="Footer Placeholder 4">
            <a:extLst>
              <a:ext uri="{FF2B5EF4-FFF2-40B4-BE49-F238E27FC236}">
                <a16:creationId xmlns:a16="http://schemas.microsoft.com/office/drawing/2014/main" id="{8D77832B-7B3D-CDDE-5669-6886951A1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6D420-453B-80DF-E3EC-7FDA1920FE04}"/>
              </a:ext>
            </a:extLst>
          </p:cNvPr>
          <p:cNvSpPr>
            <a:spLocks noGrp="1"/>
          </p:cNvSpPr>
          <p:nvPr>
            <p:ph type="sldNum" sz="quarter" idx="12"/>
          </p:nvPr>
        </p:nvSpPr>
        <p:spPr/>
        <p:txBody>
          <a:bodyPr/>
          <a:lstStyle/>
          <a:p>
            <a:fld id="{F1C452FB-75D9-4069-AE97-89D0F5A2BF21}" type="slidenum">
              <a:rPr lang="en-US" smtClean="0"/>
              <a:t>‹#›</a:t>
            </a:fld>
            <a:endParaRPr lang="en-US"/>
          </a:p>
        </p:txBody>
      </p:sp>
    </p:spTree>
    <p:extLst>
      <p:ext uri="{BB962C8B-B14F-4D97-AF65-F5344CB8AC3E}">
        <p14:creationId xmlns:p14="http://schemas.microsoft.com/office/powerpoint/2010/main" val="60356785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a:alphaModFix amt="50000"/>
            <a:extLst>
              <a:ext uri="{28A0092B-C50C-407E-A947-70E740481C1C}">
                <a14:useLocalDpi xmlns:a14="http://schemas.microsoft.com/office/drawing/2010/main" val="0"/>
              </a:ext>
            </a:extLst>
          </a:blip>
          <a:srcRect l="21524" t="21453" r="44602" b="-2007"/>
          <a:stretch/>
        </p:blipFill>
        <p:spPr>
          <a:xfrm>
            <a:off x="7472516" y="0"/>
            <a:ext cx="4719484" cy="6312924"/>
          </a:xfrm>
          <a:prstGeom prst="rect">
            <a:avLst/>
          </a:prstGeom>
        </p:spPr>
      </p:pic>
    </p:spTree>
    <p:extLst>
      <p:ext uri="{BB962C8B-B14F-4D97-AF65-F5344CB8AC3E}">
        <p14:creationId xmlns:p14="http://schemas.microsoft.com/office/powerpoint/2010/main" val="980160802"/>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045B-5C47-5015-23F5-82A914FB0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D9DFD-AB71-02CE-2247-852E09FCA6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DBDC81-1D32-6196-2624-686B1C30B145}"/>
              </a:ext>
            </a:extLst>
          </p:cNvPr>
          <p:cNvSpPr>
            <a:spLocks noGrp="1"/>
          </p:cNvSpPr>
          <p:nvPr>
            <p:ph type="dt" sz="half" idx="10"/>
          </p:nvPr>
        </p:nvSpPr>
        <p:spPr/>
        <p:txBody>
          <a:bodyPr/>
          <a:lstStyle/>
          <a:p>
            <a:fld id="{5BEADD88-0D0F-4F10-9DC3-BF41F95EB71E}" type="datetimeFigureOut">
              <a:rPr lang="en-US" smtClean="0"/>
              <a:t>7/29/2026</a:t>
            </a:fld>
            <a:endParaRPr lang="en-US"/>
          </a:p>
        </p:txBody>
      </p:sp>
      <p:sp>
        <p:nvSpPr>
          <p:cNvPr id="5" name="Footer Placeholder 4">
            <a:extLst>
              <a:ext uri="{FF2B5EF4-FFF2-40B4-BE49-F238E27FC236}">
                <a16:creationId xmlns:a16="http://schemas.microsoft.com/office/drawing/2014/main" id="{2BBCCDB5-2571-83C7-73B7-B7EB95CDDE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1B5FC9-EA90-8DF1-E7A2-C31EC76F6D6D}"/>
              </a:ext>
            </a:extLst>
          </p:cNvPr>
          <p:cNvSpPr>
            <a:spLocks noGrp="1"/>
          </p:cNvSpPr>
          <p:nvPr>
            <p:ph type="sldNum" sz="quarter" idx="12"/>
          </p:nvPr>
        </p:nvSpPr>
        <p:spPr/>
        <p:txBody>
          <a:bodyPr/>
          <a:lstStyle/>
          <a:p>
            <a:fld id="{C78A22AE-83EE-4CD8-AF19-36CD5CA4BA5A}" type="slidenum">
              <a:rPr lang="en-US" smtClean="0"/>
              <a:t>‹#›</a:t>
            </a:fld>
            <a:endParaRPr lang="en-US"/>
          </a:p>
        </p:txBody>
      </p:sp>
    </p:spTree>
    <p:extLst>
      <p:ext uri="{BB962C8B-B14F-4D97-AF65-F5344CB8AC3E}">
        <p14:creationId xmlns:p14="http://schemas.microsoft.com/office/powerpoint/2010/main" val="48759081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2680007"/>
            <a:ext cx="7739253" cy="1309712"/>
          </a:xfrm>
          <a:prstGeom prst="rect">
            <a:avLst/>
          </a:prstGeom>
        </p:spPr>
        <p:txBody>
          <a:bodyPr anchor="t">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Event name or presentation title</a:t>
            </a:r>
          </a:p>
        </p:txBody>
      </p:sp>
      <p:sp>
        <p:nvSpPr>
          <p:cNvPr id="9" name="Text Placeholder 2">
            <a:extLst>
              <a:ext uri="{FF2B5EF4-FFF2-40B4-BE49-F238E27FC236}">
                <a16:creationId xmlns:a16="http://schemas.microsoft.com/office/drawing/2014/main" id="{66824F50-404D-BEE1-C249-4FB71A5241E0}"/>
              </a:ext>
            </a:extLst>
          </p:cNvPr>
          <p:cNvSpPr>
            <a:spLocks noGrp="1"/>
          </p:cNvSpPr>
          <p:nvPr>
            <p:ph type="body" sz="quarter" idx="11" hasCustomPrompt="1"/>
          </p:nvPr>
        </p:nvSpPr>
        <p:spPr>
          <a:xfrm>
            <a:off x="563498" y="4271337"/>
            <a:ext cx="7739253" cy="369332"/>
          </a:xfrm>
          <a:prstGeom prst="rect">
            <a:avLst/>
          </a:prstGeom>
        </p:spPr>
        <p:txBody>
          <a:bodyPr/>
          <a:lstStyle>
            <a:lvl1pPr marL="0" indent="0">
              <a:buNone/>
              <a:defRPr sz="2400" b="0" i="0">
                <a:solidFill>
                  <a:schemeClr val="bg1"/>
                </a:solidFill>
                <a:latin typeface="Segoe UI Variable Display Semibold"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r>
              <a:rPr lang="en-IN" sz="2400"/>
              <a:t>Subtitle of event / presentation</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3" name="Text Placeholder 9">
            <a:extLst>
              <a:ext uri="{FF2B5EF4-FFF2-40B4-BE49-F238E27FC236}">
                <a16:creationId xmlns:a16="http://schemas.microsoft.com/office/drawing/2014/main" id="{7D7A5C5E-F631-E2DF-E961-39F687B675DC}"/>
              </a:ext>
            </a:extLst>
          </p:cNvPr>
          <p:cNvSpPr>
            <a:spLocks noGrp="1"/>
          </p:cNvSpPr>
          <p:nvPr>
            <p:ph type="body" sz="quarter" idx="13" hasCustomPrompt="1"/>
          </p:nvPr>
        </p:nvSpPr>
        <p:spPr>
          <a:xfrm>
            <a:off x="563499" y="2360316"/>
            <a:ext cx="3648075" cy="276999"/>
          </a:xfrm>
          <a:prstGeom prst="rect">
            <a:avLst/>
          </a:prstGeom>
        </p:spPr>
        <p:txBody>
          <a:bodyPr/>
          <a:lstStyle>
            <a:lvl1pPr marL="0" indent="0">
              <a:buNone/>
              <a:defRPr sz="1800" b="0" i="0">
                <a:solidFill>
                  <a:schemeClr val="bg1"/>
                </a:solidFill>
                <a:latin typeface="Segoe UI Variable Display Semilight" pitchFamily="2" charset="0"/>
              </a:defRPr>
            </a:lvl1pPr>
          </a:lstStyle>
          <a:p>
            <a:pPr lvl="0"/>
            <a:r>
              <a:rPr lang="en-US"/>
              <a:t>MCAPS Academy presents</a:t>
            </a:r>
          </a:p>
        </p:txBody>
      </p:sp>
      <p:pic>
        <p:nvPicPr>
          <p:cNvPr id="4" name="Picture 3" descr="A close-up of a logo&#10;&#10;Description automatically generated">
            <a:extLst>
              <a:ext uri="{FF2B5EF4-FFF2-40B4-BE49-F238E27FC236}">
                <a16:creationId xmlns:a16="http://schemas.microsoft.com/office/drawing/2014/main" id="{C6B72760-8909-ADE8-75F9-A7156317C038}"/>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
        <p:nvSpPr>
          <p:cNvPr id="5" name="Picture Placeholder 3">
            <a:extLst>
              <a:ext uri="{FF2B5EF4-FFF2-40B4-BE49-F238E27FC236}">
                <a16:creationId xmlns:a16="http://schemas.microsoft.com/office/drawing/2014/main" id="{39F60B9A-998A-8DA9-1E8E-9C4CA428C343}"/>
              </a:ext>
            </a:extLst>
          </p:cNvPr>
          <p:cNvSpPr>
            <a:spLocks noGrp="1"/>
          </p:cNvSpPr>
          <p:nvPr>
            <p:ph type="pic" sz="quarter" idx="18" hasCustomPrompt="1"/>
          </p:nvPr>
        </p:nvSpPr>
        <p:spPr>
          <a:xfrm>
            <a:off x="10992304" y="5627513"/>
            <a:ext cx="957837" cy="915694"/>
          </a:xfrm>
          <a:prstGeom prst="rect">
            <a:avLst/>
          </a:prstGeom>
          <a:solidFill>
            <a:srgbClr val="FEF000"/>
          </a:solidFill>
        </p:spPr>
        <p:txBody>
          <a:bodyPr/>
          <a:lstStyle>
            <a:lvl1pPr marL="0" indent="0" algn="ctr">
              <a:lnSpc>
                <a:spcPct val="150000"/>
              </a:lnSpc>
              <a:buNone/>
              <a:defRPr sz="1000" b="1" i="0">
                <a:latin typeface="Segoe UI Variable Display" pitchFamily="2" charset="0"/>
                <a:cs typeface="Segoe UI" panose="020B0502040204020203" pitchFamily="34" charset="0"/>
              </a:defRPr>
            </a:lvl1pPr>
          </a:lstStyle>
          <a:p>
            <a:r>
              <a:rPr lang="en-US"/>
              <a:t>Place QR Here</a:t>
            </a:r>
          </a:p>
        </p:txBody>
      </p:sp>
    </p:spTree>
    <p:extLst>
      <p:ext uri="{BB962C8B-B14F-4D97-AF65-F5344CB8AC3E}">
        <p14:creationId xmlns:p14="http://schemas.microsoft.com/office/powerpoint/2010/main" val="1807680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1_Cover_Image_NoBreak">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90FAEF-3F91-45BA-96BC-458498D05C8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4B7477E4-1BAE-989A-3DFE-11BFBC7622AE}"/>
              </a:ext>
            </a:extLst>
          </p:cNvPr>
          <p:cNvSpPr>
            <a:spLocks noGrp="1"/>
          </p:cNvSpPr>
          <p:nvPr>
            <p:ph type="body" sz="quarter" idx="10" hasCustomPrompt="1"/>
          </p:nvPr>
        </p:nvSpPr>
        <p:spPr>
          <a:xfrm>
            <a:off x="563499" y="1617371"/>
            <a:ext cx="6960423" cy="2099571"/>
          </a:xfrm>
          <a:prstGeom prst="rect">
            <a:avLst/>
          </a:prstGeom>
        </p:spPr>
        <p:txBody>
          <a:bodyPr anchor="t">
            <a:noAutofit/>
          </a:bodyPr>
          <a:lstStyle>
            <a:lvl1pPr marL="0" indent="0">
              <a:buNone/>
              <a:defRPr sz="44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solidFill>
                  <a:schemeClr val="bg1"/>
                </a:solidFill>
                <a:latin typeface="Segoe UI Variable Display" pitchFamily="2" charset="0"/>
              </a:rPr>
              <a:t>Event name or presentation title</a:t>
            </a:r>
          </a:p>
        </p:txBody>
      </p:sp>
      <p:sp>
        <p:nvSpPr>
          <p:cNvPr id="14" name="Footer Placeholder 1">
            <a:extLst>
              <a:ext uri="{FF2B5EF4-FFF2-40B4-BE49-F238E27FC236}">
                <a16:creationId xmlns:a16="http://schemas.microsoft.com/office/drawing/2014/main" id="{6FC1B95A-02F5-B25E-708C-15CDD0752201}"/>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C00C22E-652B-E2BD-C88C-53CC6D8F4E15}"/>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bg1"/>
                </a:solidFill>
                <a:latin typeface="Segoe UI Variable Display" pitchFamily="2" charset="0"/>
              </a:defRPr>
            </a:lvl1pPr>
          </a:lstStyle>
          <a:p>
            <a:pPr lvl="0"/>
            <a:r>
              <a:rPr lang="en-US"/>
              <a:t>Title / Position</a:t>
            </a:r>
          </a:p>
        </p:txBody>
      </p:sp>
      <p:sp>
        <p:nvSpPr>
          <p:cNvPr id="13" name="Text Placeholder 12">
            <a:extLst>
              <a:ext uri="{FF2B5EF4-FFF2-40B4-BE49-F238E27FC236}">
                <a16:creationId xmlns:a16="http://schemas.microsoft.com/office/drawing/2014/main" id="{368F868D-5515-3E9C-B5F0-7D1E3E3A0E2C}"/>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bg1"/>
                </a:solidFill>
                <a:latin typeface="Segoe UI Variable Display" pitchFamily="2" charset="0"/>
              </a:defRPr>
            </a:lvl1pPr>
          </a:lstStyle>
          <a:p>
            <a:pPr lvl="0"/>
            <a:r>
              <a:rPr lang="en-US"/>
              <a:t>Speaker name or subtitle</a:t>
            </a:r>
          </a:p>
        </p:txBody>
      </p:sp>
      <p:sp>
        <p:nvSpPr>
          <p:cNvPr id="15" name="Text Placeholder 6">
            <a:extLst>
              <a:ext uri="{FF2B5EF4-FFF2-40B4-BE49-F238E27FC236}">
                <a16:creationId xmlns:a16="http://schemas.microsoft.com/office/drawing/2014/main" id="{B3697337-AD4B-DDCC-BFF1-DAA75B122352}"/>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bg1"/>
                </a:solidFill>
                <a:latin typeface="Segoe UI Variable Display Semilight" pitchFamily="2" charset="0"/>
              </a:defRPr>
            </a:lvl1pPr>
          </a:lstStyle>
          <a:p>
            <a:pPr lvl="0"/>
            <a:r>
              <a:rPr lang="en-US"/>
              <a:t>Department of title / position held</a:t>
            </a:r>
          </a:p>
        </p:txBody>
      </p:sp>
      <p:sp>
        <p:nvSpPr>
          <p:cNvPr id="19" name="Picture Placeholder 3">
            <a:extLst>
              <a:ext uri="{FF2B5EF4-FFF2-40B4-BE49-F238E27FC236}">
                <a16:creationId xmlns:a16="http://schemas.microsoft.com/office/drawing/2014/main" id="{BE90EEB3-71A2-E843-89CF-31EEBACDCFFA}"/>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pic>
        <p:nvPicPr>
          <p:cNvPr id="21" name="Picture 20" descr="A close-up of a logo&#10;&#10;Description automatically generated">
            <a:extLst>
              <a:ext uri="{FF2B5EF4-FFF2-40B4-BE49-F238E27FC236}">
                <a16:creationId xmlns:a16="http://schemas.microsoft.com/office/drawing/2014/main" id="{FF3B0A85-6622-BAD5-5427-47A8208A91BF}"/>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563498" y="457270"/>
            <a:ext cx="2411350" cy="478112"/>
          </a:xfrm>
          <a:prstGeom prst="rect">
            <a:avLst/>
          </a:prstGeom>
        </p:spPr>
      </p:pic>
    </p:spTree>
    <p:extLst>
      <p:ext uri="{BB962C8B-B14F-4D97-AF65-F5344CB8AC3E}">
        <p14:creationId xmlns:p14="http://schemas.microsoft.com/office/powerpoint/2010/main" val="9552874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over_White_NoBreak">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700B5632-2B0C-A1F8-ED94-4866A84C2D42}"/>
              </a:ext>
            </a:extLst>
          </p:cNvPr>
          <p:cNvSpPr>
            <a:spLocks noGrp="1"/>
          </p:cNvSpPr>
          <p:nvPr>
            <p:ph type="body" sz="quarter" idx="11" hasCustomPrompt="1"/>
          </p:nvPr>
        </p:nvSpPr>
        <p:spPr>
          <a:xfrm>
            <a:off x="563499" y="1617371"/>
            <a:ext cx="6960423" cy="2099571"/>
          </a:xfrm>
          <a:prstGeom prst="rect">
            <a:avLst/>
          </a:prstGeom>
        </p:spPr>
        <p:txBody>
          <a:bodyPr anchor="t">
            <a:noAutofit/>
          </a:bodyPr>
          <a:lstStyle>
            <a:lvl1pPr marL="0" indent="0">
              <a:buNone/>
              <a:defRPr sz="44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400" b="1" i="0">
                <a:latin typeface="Segoe UI Variable Display" pitchFamily="2" charset="0"/>
              </a:rPr>
              <a:t>Event name or presentation title</a:t>
            </a:r>
          </a:p>
        </p:txBody>
      </p:sp>
      <p:sp>
        <p:nvSpPr>
          <p:cNvPr id="6" name="Footer Placeholder 1">
            <a:extLst>
              <a:ext uri="{FF2B5EF4-FFF2-40B4-BE49-F238E27FC236}">
                <a16:creationId xmlns:a16="http://schemas.microsoft.com/office/drawing/2014/main" id="{2D3AB81A-4A9C-FBD2-03F5-F1938C9B740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8513E8BE-8DE9-9229-73DD-809787A0D7F1}"/>
              </a:ext>
            </a:extLst>
          </p:cNvPr>
          <p:cNvSpPr>
            <a:spLocks noGrp="1"/>
          </p:cNvSpPr>
          <p:nvPr>
            <p:ph type="body" sz="quarter" idx="15" hasCustomPrompt="1"/>
          </p:nvPr>
        </p:nvSpPr>
        <p:spPr>
          <a:xfrm>
            <a:off x="563499" y="4963630"/>
            <a:ext cx="6960422" cy="276999"/>
          </a:xfrm>
          <a:prstGeom prst="rect">
            <a:avLst/>
          </a:prstGeom>
        </p:spPr>
        <p:txBody>
          <a:bodyPr/>
          <a:lstStyle>
            <a:lvl1pPr marL="0" indent="0">
              <a:buNone/>
              <a:defRPr sz="1800" b="1" i="0">
                <a:solidFill>
                  <a:schemeClr val="tx1"/>
                </a:solidFill>
                <a:latin typeface="Segoe UI Variable Display" pitchFamily="2" charset="0"/>
              </a:defRPr>
            </a:lvl1pPr>
          </a:lstStyle>
          <a:p>
            <a:pPr lvl="0"/>
            <a:r>
              <a:rPr lang="en-US"/>
              <a:t>Title / Position</a:t>
            </a:r>
          </a:p>
        </p:txBody>
      </p:sp>
      <p:sp>
        <p:nvSpPr>
          <p:cNvPr id="8" name="Text Placeholder 12">
            <a:extLst>
              <a:ext uri="{FF2B5EF4-FFF2-40B4-BE49-F238E27FC236}">
                <a16:creationId xmlns:a16="http://schemas.microsoft.com/office/drawing/2014/main" id="{0FB58745-D320-F4A0-710E-B8B7902AFEB0}"/>
              </a:ext>
            </a:extLst>
          </p:cNvPr>
          <p:cNvSpPr>
            <a:spLocks noGrp="1"/>
          </p:cNvSpPr>
          <p:nvPr>
            <p:ph type="body" sz="quarter" idx="16" hasCustomPrompt="1"/>
          </p:nvPr>
        </p:nvSpPr>
        <p:spPr>
          <a:xfrm>
            <a:off x="563499" y="4383339"/>
            <a:ext cx="6960422" cy="492443"/>
          </a:xfrm>
          <a:prstGeom prst="rect">
            <a:avLst/>
          </a:prstGeom>
        </p:spPr>
        <p:txBody>
          <a:bodyPr/>
          <a:lstStyle>
            <a:lvl1pPr marL="0" indent="0">
              <a:buNone/>
              <a:defRPr sz="3200" b="1" i="0">
                <a:solidFill>
                  <a:schemeClr val="tx1"/>
                </a:solidFill>
                <a:latin typeface="Segoe UI Variable Display" pitchFamily="2" charset="0"/>
              </a:defRPr>
            </a:lvl1pPr>
          </a:lstStyle>
          <a:p>
            <a:pPr lvl="0"/>
            <a:r>
              <a:rPr lang="en-US"/>
              <a:t>Speaker name or subtitle</a:t>
            </a:r>
          </a:p>
        </p:txBody>
      </p:sp>
      <p:sp>
        <p:nvSpPr>
          <p:cNvPr id="10" name="Text Placeholder 6">
            <a:extLst>
              <a:ext uri="{FF2B5EF4-FFF2-40B4-BE49-F238E27FC236}">
                <a16:creationId xmlns:a16="http://schemas.microsoft.com/office/drawing/2014/main" id="{A814835C-F55A-B721-47F4-598A0B62E391}"/>
              </a:ext>
            </a:extLst>
          </p:cNvPr>
          <p:cNvSpPr>
            <a:spLocks noGrp="1"/>
          </p:cNvSpPr>
          <p:nvPr>
            <p:ph type="body" sz="quarter" idx="17" hasCustomPrompt="1"/>
          </p:nvPr>
        </p:nvSpPr>
        <p:spPr>
          <a:xfrm>
            <a:off x="563499" y="5272809"/>
            <a:ext cx="6960422" cy="230832"/>
          </a:xfrm>
          <a:prstGeom prst="rect">
            <a:avLst/>
          </a:prstGeom>
        </p:spPr>
        <p:txBody>
          <a:bodyPr/>
          <a:lstStyle>
            <a:lvl1pPr marL="0" indent="0">
              <a:buNone/>
              <a:defRPr sz="1500" b="0" i="0">
                <a:solidFill>
                  <a:schemeClr val="tx1"/>
                </a:solidFill>
                <a:latin typeface="Segoe UI Variable Display Semilight" pitchFamily="2" charset="0"/>
              </a:defRPr>
            </a:lvl1pPr>
          </a:lstStyle>
          <a:p>
            <a:pPr lvl="0"/>
            <a:r>
              <a:rPr lang="en-US"/>
              <a:t>Department of title / position held</a:t>
            </a:r>
          </a:p>
        </p:txBody>
      </p:sp>
      <p:pic>
        <p:nvPicPr>
          <p:cNvPr id="14" name="Picture 13">
            <a:extLst>
              <a:ext uri="{FF2B5EF4-FFF2-40B4-BE49-F238E27FC236}">
                <a16:creationId xmlns:a16="http://schemas.microsoft.com/office/drawing/2014/main" id="{036CE8F6-2AEA-578C-4687-FD074E748F5D}"/>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563499" y="457270"/>
            <a:ext cx="2411347" cy="478112"/>
          </a:xfrm>
          <a:prstGeom prst="rect">
            <a:avLst/>
          </a:prstGeom>
        </p:spPr>
      </p:pic>
      <p:sp>
        <p:nvSpPr>
          <p:cNvPr id="3" name="Picture Placeholder 3">
            <a:extLst>
              <a:ext uri="{FF2B5EF4-FFF2-40B4-BE49-F238E27FC236}">
                <a16:creationId xmlns:a16="http://schemas.microsoft.com/office/drawing/2014/main" id="{B4EB1B6F-D09C-6E4E-EDA3-521195C8107E}"/>
              </a:ext>
            </a:extLst>
          </p:cNvPr>
          <p:cNvSpPr>
            <a:spLocks noGrp="1"/>
          </p:cNvSpPr>
          <p:nvPr>
            <p:ph type="pic" sz="quarter" idx="18" hasCustomPrompt="1"/>
          </p:nvPr>
        </p:nvSpPr>
        <p:spPr>
          <a:xfrm>
            <a:off x="8867553" y="3560164"/>
            <a:ext cx="2477387" cy="2480872"/>
          </a:xfrm>
          <a:prstGeom prst="ellipse">
            <a:avLst/>
          </a:prstGeom>
          <a:solidFill>
            <a:srgbClr val="FEF000"/>
          </a:solidFill>
        </p:spPr>
        <p:txBody>
          <a:bodyPr/>
          <a:lstStyle>
            <a:lvl1pPr marL="0" indent="0" algn="ctr">
              <a:lnSpc>
                <a:spcPct val="150000"/>
              </a:lnSpc>
              <a:buNone/>
              <a:defRPr sz="1400"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42816569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5969326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Section_Divider_Gradient_Light">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092EB425-F759-0B2D-7845-B13BEEDDDF81}"/>
              </a:ext>
            </a:extLst>
          </p:cNvPr>
          <p:cNvSpPr>
            <a:spLocks noGrp="1"/>
          </p:cNvSpPr>
          <p:nvPr>
            <p:ph type="ftr" sz="quarter" idx="13"/>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A6B44958-A4BF-2419-7324-6654AAFC0200}"/>
              </a:ext>
            </a:extLst>
          </p:cNvPr>
          <p:cNvSpPr>
            <a:spLocks noGrp="1"/>
          </p:cNvSpPr>
          <p:nvPr>
            <p:ph type="body" sz="quarter" idx="11" hasCustomPrompt="1"/>
          </p:nvPr>
        </p:nvSpPr>
        <p:spPr>
          <a:xfrm>
            <a:off x="584201" y="3646980"/>
            <a:ext cx="10480421" cy="1477328"/>
          </a:xfrm>
          <a:prstGeom prst="rect">
            <a:avLst/>
          </a:prstGeom>
          <a:noFill/>
        </p:spPr>
        <p:txBody>
          <a:bodyPr anchor="b">
            <a:noAutofit/>
          </a:bodyPr>
          <a:lstStyle>
            <a:lvl1pPr marL="0" indent="0">
              <a:buNone/>
              <a:defRPr sz="4800" b="1" i="0">
                <a:solidFill>
                  <a:srgbClr val="131313"/>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Section Divider title</a:t>
            </a:r>
          </a:p>
        </p:txBody>
      </p:sp>
      <p:sp>
        <p:nvSpPr>
          <p:cNvPr id="2" name="Text Placeholder 4">
            <a:extLst>
              <a:ext uri="{FF2B5EF4-FFF2-40B4-BE49-F238E27FC236}">
                <a16:creationId xmlns:a16="http://schemas.microsoft.com/office/drawing/2014/main" id="{5C2D7F27-723C-3745-C8D1-5A9440BCEED7}"/>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tx1"/>
                </a:solidFill>
                <a:latin typeface="Segoe UI Variable Display" pitchFamily="2" charset="0"/>
              </a:defRPr>
            </a:lvl1pPr>
          </a:lstStyle>
          <a:p>
            <a:pPr lvl="0"/>
            <a:r>
              <a:rPr lang="en-US"/>
              <a:t>Subtitle</a:t>
            </a:r>
          </a:p>
        </p:txBody>
      </p:sp>
    </p:spTree>
    <p:extLst>
      <p:ext uri="{BB962C8B-B14F-4D97-AF65-F5344CB8AC3E}">
        <p14:creationId xmlns:p14="http://schemas.microsoft.com/office/powerpoint/2010/main" val="36888807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Blank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D90F2B-C625-D74D-0F83-8C5092EAA7D6}"/>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2">
            <a:extLst>
              <a:ext uri="{FF2B5EF4-FFF2-40B4-BE49-F238E27FC236}">
                <a16:creationId xmlns:a16="http://schemas.microsoft.com/office/drawing/2014/main" id="{3888857E-1B2B-32A5-FE56-3867EB1638A3}"/>
              </a:ext>
            </a:extLst>
          </p:cNvPr>
          <p:cNvSpPr>
            <a:spLocks noGrp="1"/>
          </p:cNvSpPr>
          <p:nvPr>
            <p:ph type="body" sz="quarter" idx="11" hasCustomPrompt="1"/>
          </p:nvPr>
        </p:nvSpPr>
        <p:spPr>
          <a:xfrm>
            <a:off x="584201" y="5369099"/>
            <a:ext cx="11128187" cy="763655"/>
          </a:xfrm>
          <a:prstGeom prst="rect">
            <a:avLst/>
          </a:prstGeom>
        </p:spPr>
        <p:txBody>
          <a:bodyPr anchor="b">
            <a:noAutofit/>
          </a:bodyPr>
          <a:lstStyle>
            <a:lvl1pPr marL="0" indent="0">
              <a:buNone/>
              <a:defRPr sz="48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Click to edit title</a:t>
            </a:r>
          </a:p>
        </p:txBody>
      </p:sp>
      <p:sp>
        <p:nvSpPr>
          <p:cNvPr id="7" name="Footer Placeholder 1">
            <a:extLst>
              <a:ext uri="{FF2B5EF4-FFF2-40B4-BE49-F238E27FC236}">
                <a16:creationId xmlns:a16="http://schemas.microsoft.com/office/drawing/2014/main" id="{7A38BE22-6AA2-521B-285D-5426E1F4F4A9}"/>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099519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578226A4-A1AE-3745-A3A3-2A26E8C9834A}"/>
              </a:ext>
            </a:extLst>
          </p:cNvPr>
          <p:cNvSpPr>
            <a:spLocks noGrp="1"/>
          </p:cNvSpPr>
          <p:nvPr>
            <p:ph type="body" sz="quarter" idx="12" hasCustomPrompt="1"/>
          </p:nvPr>
        </p:nvSpPr>
        <p:spPr>
          <a:xfrm>
            <a:off x="584201" y="5369099"/>
            <a:ext cx="11128187" cy="763655"/>
          </a:xfrm>
          <a:prstGeom prst="rect">
            <a:avLst/>
          </a:prstGeom>
        </p:spPr>
        <p:txBody>
          <a:bodyPr anchor="b">
            <a:noAutofit/>
          </a:bodyPr>
          <a:lstStyle>
            <a:lvl1pPr marL="0" indent="0">
              <a:buNone/>
              <a:defRPr sz="48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latin typeface="Segoe UI Variable Display" pitchFamily="2" charset="0"/>
              </a:rPr>
              <a:t>Click to edit title</a:t>
            </a:r>
          </a:p>
        </p:txBody>
      </p:sp>
      <p:sp>
        <p:nvSpPr>
          <p:cNvPr id="6" name="Footer Placeholder 1">
            <a:extLst>
              <a:ext uri="{FF2B5EF4-FFF2-40B4-BE49-F238E27FC236}">
                <a16:creationId xmlns:a16="http://schemas.microsoft.com/office/drawing/2014/main" id="{51F3B1FA-F5A4-87CA-1BFC-2EDE23CFBBD1}"/>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7330306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Quote_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E4E6899-69D9-8DF8-3562-A9BD34681588}"/>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2" name="TextBox 1">
            <a:extLst>
              <a:ext uri="{FF2B5EF4-FFF2-40B4-BE49-F238E27FC236}">
                <a16:creationId xmlns:a16="http://schemas.microsoft.com/office/drawing/2014/main" id="{C0C1198E-A442-CDDE-C721-94C16341032F}"/>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
        <p:nvSpPr>
          <p:cNvPr id="3" name="Text Placeholder 2">
            <a:extLst>
              <a:ext uri="{FF2B5EF4-FFF2-40B4-BE49-F238E27FC236}">
                <a16:creationId xmlns:a16="http://schemas.microsoft.com/office/drawing/2014/main" id="{75A4BAFA-7127-6C18-1004-7E76BB691DF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bg1"/>
                </a:solidFill>
                <a:latin typeface="Segoe UI Variable Display" pitchFamily="2" charset="0"/>
              </a:rPr>
              <a:t>Add quote text here</a:t>
            </a:r>
          </a:p>
        </p:txBody>
      </p:sp>
      <p:sp>
        <p:nvSpPr>
          <p:cNvPr id="5" name="Text Placeholder 3">
            <a:extLst>
              <a:ext uri="{FF2B5EF4-FFF2-40B4-BE49-F238E27FC236}">
                <a16:creationId xmlns:a16="http://schemas.microsoft.com/office/drawing/2014/main" id="{DC94C2EC-511A-A0CE-A973-77E67A941389}"/>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bg1"/>
                </a:solidFill>
                <a:latin typeface="Segoe UI Semibold" panose="020B0702040204020203" pitchFamily="34" charset="0"/>
                <a:cs typeface="Segoe UI Semibold" panose="020B0702040204020203" pitchFamily="34" charset="0"/>
              </a:defRPr>
            </a:lvl1pPr>
          </a:lstStyle>
          <a:p>
            <a:pPr algn="l"/>
            <a:r>
              <a:rPr lang="en-US" sz="1600" b="1" i="0">
                <a:solidFill>
                  <a:schemeClr val="bg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EB529936-4718-5813-E590-8D95CF84E2AE}"/>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bg1"/>
                </a:solidFill>
                <a:latin typeface="+mn-lt"/>
                <a:cs typeface="Segoe UI Semilight" panose="020B0402040204020203" pitchFamily="34" charset="0"/>
              </a:defRPr>
            </a:lvl1pPr>
          </a:lstStyle>
          <a:p>
            <a:pPr algn="l"/>
            <a:r>
              <a:rPr lang="en-US" sz="1200" b="0" i="0">
                <a:solidFill>
                  <a:schemeClr val="bg1"/>
                </a:solidFill>
                <a:latin typeface="Segoe UI Variable Small Semilight" pitchFamily="2" charset="0"/>
              </a:rPr>
              <a:t>Tertiary Information Goes Here</a:t>
            </a:r>
          </a:p>
        </p:txBody>
      </p:sp>
      <p:sp>
        <p:nvSpPr>
          <p:cNvPr id="6" name="Footer Placeholder 1">
            <a:extLst>
              <a:ext uri="{FF2B5EF4-FFF2-40B4-BE49-F238E27FC236}">
                <a16:creationId xmlns:a16="http://schemas.microsoft.com/office/drawing/2014/main" id="{47DEEA79-BC89-68A6-0D17-69C3C2D1B84C}"/>
              </a:ext>
            </a:extLst>
          </p:cNvPr>
          <p:cNvSpPr>
            <a:spLocks noGrp="1"/>
          </p:cNvSpPr>
          <p:nvPr>
            <p:ph type="ftr" sz="quarter" idx="16"/>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492723837"/>
      </p:ext>
    </p:extLst>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Quote_White">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EDDFDE15-7818-1751-D702-DB58A162D3BE}"/>
              </a:ext>
            </a:extLst>
          </p:cNvPr>
          <p:cNvSpPr>
            <a:spLocks noGrp="1"/>
          </p:cNvSpPr>
          <p:nvPr>
            <p:ph type="sldNum" sz="quarter" idx="15"/>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2" name="Footer Placeholder 1">
            <a:extLst>
              <a:ext uri="{FF2B5EF4-FFF2-40B4-BE49-F238E27FC236}">
                <a16:creationId xmlns:a16="http://schemas.microsoft.com/office/drawing/2014/main" id="{EC56F4E8-F6DB-0F4D-EFF1-56B18856A03A}"/>
              </a:ext>
            </a:extLst>
          </p:cNvPr>
          <p:cNvSpPr>
            <a:spLocks noGrp="1"/>
          </p:cNvSpPr>
          <p:nvPr>
            <p:ph type="ftr" sz="quarter" idx="16"/>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2">
            <a:extLst>
              <a:ext uri="{FF2B5EF4-FFF2-40B4-BE49-F238E27FC236}">
                <a16:creationId xmlns:a16="http://schemas.microsoft.com/office/drawing/2014/main" id="{088DC2D7-12FF-E0B6-E67D-F57C23A75DA4}"/>
              </a:ext>
            </a:extLst>
          </p:cNvPr>
          <p:cNvSpPr>
            <a:spLocks noGrp="1"/>
          </p:cNvSpPr>
          <p:nvPr>
            <p:ph type="body" sz="quarter" idx="11" hasCustomPrompt="1"/>
          </p:nvPr>
        </p:nvSpPr>
        <p:spPr>
          <a:xfrm>
            <a:off x="1119949" y="3012689"/>
            <a:ext cx="9952101" cy="2092881"/>
          </a:xfrm>
          <a:prstGeom prst="rect">
            <a:avLst/>
          </a:prstGeom>
        </p:spPr>
        <p:txBody>
          <a:bodyPr/>
          <a:lstStyle>
            <a:lvl1pPr marL="0" indent="0">
              <a:buNone/>
              <a:defRPr sz="40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 Add quote text here</a:t>
            </a:r>
          </a:p>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4000" b="1" i="0">
                <a:solidFill>
                  <a:schemeClr val="tx1"/>
                </a:solidFill>
                <a:latin typeface="Segoe UI Variable Display" pitchFamily="2" charset="0"/>
              </a:rPr>
              <a:t>Add quote text here</a:t>
            </a:r>
          </a:p>
        </p:txBody>
      </p:sp>
      <p:sp>
        <p:nvSpPr>
          <p:cNvPr id="10" name="Text Placeholder 3">
            <a:extLst>
              <a:ext uri="{FF2B5EF4-FFF2-40B4-BE49-F238E27FC236}">
                <a16:creationId xmlns:a16="http://schemas.microsoft.com/office/drawing/2014/main" id="{9353D2C3-E997-95E8-9BE9-061C8A8BBCCF}"/>
              </a:ext>
            </a:extLst>
          </p:cNvPr>
          <p:cNvSpPr>
            <a:spLocks noGrp="1"/>
          </p:cNvSpPr>
          <p:nvPr>
            <p:ph type="body" sz="quarter" idx="12" hasCustomPrompt="1"/>
          </p:nvPr>
        </p:nvSpPr>
        <p:spPr>
          <a:xfrm>
            <a:off x="1119188" y="5292185"/>
            <a:ext cx="9953625" cy="246221"/>
          </a:xfrm>
          <a:prstGeom prst="rect">
            <a:avLst/>
          </a:prstGeom>
        </p:spPr>
        <p:txBody>
          <a:bodyPr/>
          <a:lstStyle>
            <a:lvl1pPr marL="0" indent="0">
              <a:buNone/>
              <a:defRPr sz="1600" b="1" i="0">
                <a:solidFill>
                  <a:schemeClr val="tx1"/>
                </a:solidFill>
                <a:latin typeface="Segoe UI Semibold" panose="020B0702040204020203" pitchFamily="34" charset="0"/>
                <a:cs typeface="Segoe UI Semibold" panose="020B0702040204020203" pitchFamily="34" charset="0"/>
              </a:defRPr>
            </a:lvl1p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b="1" i="0">
                <a:solidFill>
                  <a:schemeClr val="tx1"/>
                </a:solidFill>
                <a:latin typeface="Segoe UI Variable Small Semibold" pitchFamily="2" charset="0"/>
              </a:rPr>
              <a:t>Person’s Name – Title - Source</a:t>
            </a:r>
          </a:p>
        </p:txBody>
      </p:sp>
      <p:sp>
        <p:nvSpPr>
          <p:cNvPr id="12" name="Text Placeholder 9">
            <a:extLst>
              <a:ext uri="{FF2B5EF4-FFF2-40B4-BE49-F238E27FC236}">
                <a16:creationId xmlns:a16="http://schemas.microsoft.com/office/drawing/2014/main" id="{B01E6E8A-DC83-B933-928D-1D697891386F}"/>
              </a:ext>
            </a:extLst>
          </p:cNvPr>
          <p:cNvSpPr>
            <a:spLocks noGrp="1"/>
          </p:cNvSpPr>
          <p:nvPr>
            <p:ph type="body" sz="quarter" idx="13" hasCustomPrompt="1"/>
          </p:nvPr>
        </p:nvSpPr>
        <p:spPr>
          <a:xfrm>
            <a:off x="1119188" y="5589841"/>
            <a:ext cx="9953625" cy="184666"/>
          </a:xfrm>
          <a:prstGeom prst="rect">
            <a:avLst/>
          </a:prstGeom>
        </p:spPr>
        <p:txBody>
          <a:bodyPr/>
          <a:lstStyle>
            <a:lvl1pPr marL="0" indent="0">
              <a:buNone/>
              <a:defRPr sz="1200" b="0" i="0">
                <a:solidFill>
                  <a:schemeClr val="tx1"/>
                </a:solidFill>
                <a:latin typeface="+mn-lt"/>
                <a:cs typeface="Segoe UI Semilight" panose="020B0402040204020203" pitchFamily="34" charset="0"/>
              </a:defRPr>
            </a:lvl1pPr>
          </a:lstStyle>
          <a:p>
            <a:pPr algn="l"/>
            <a:r>
              <a:rPr lang="en-US" sz="1200" b="0" i="0">
                <a:solidFill>
                  <a:schemeClr val="tx1"/>
                </a:solidFill>
                <a:latin typeface="Segoe UI Variable Small Semilight" pitchFamily="2" charset="0"/>
              </a:rPr>
              <a:t>Tertiary Information Goes Here</a:t>
            </a:r>
          </a:p>
        </p:txBody>
      </p:sp>
      <p:sp>
        <p:nvSpPr>
          <p:cNvPr id="15" name="TextBox 14">
            <a:extLst>
              <a:ext uri="{FF2B5EF4-FFF2-40B4-BE49-F238E27FC236}">
                <a16:creationId xmlns:a16="http://schemas.microsoft.com/office/drawing/2014/main" id="{A173C091-9656-B3EF-C62B-AA0D97173ED4}"/>
              </a:ext>
            </a:extLst>
          </p:cNvPr>
          <p:cNvSpPr txBox="1"/>
          <p:nvPr userDrawn="1"/>
        </p:nvSpPr>
        <p:spPr>
          <a:xfrm>
            <a:off x="721361" y="2014739"/>
            <a:ext cx="3210560" cy="2385268"/>
          </a:xfrm>
          <a:prstGeom prst="rect">
            <a:avLst/>
          </a:prstGeom>
          <a:noFill/>
        </p:spPr>
        <p:txBody>
          <a:bodyPr wrap="square" lIns="0" tIns="0" rIns="0" bIns="0" rtlCol="0">
            <a:spAutoFit/>
          </a:bodyPr>
          <a:lstStyle/>
          <a:p>
            <a:pPr algn="l"/>
            <a:r>
              <a:rPr lang="en-US" sz="15500" b="1" i="0">
                <a:solidFill>
                  <a:schemeClr val="accent3">
                    <a:lumMod val="40000"/>
                    <a:lumOff val="60000"/>
                  </a:schemeClr>
                </a:solidFill>
                <a:latin typeface="Segoe UI Variable Display" pitchFamily="2" charset="0"/>
                <a:cs typeface="Segoe UI Black" panose="020B0502040204020203" pitchFamily="34" charset="0"/>
              </a:rPr>
              <a:t>“</a:t>
            </a:r>
          </a:p>
        </p:txBody>
      </p:sp>
    </p:spTree>
    <p:extLst>
      <p:ext uri="{BB962C8B-B14F-4D97-AF65-F5344CB8AC3E}">
        <p14:creationId xmlns:p14="http://schemas.microsoft.com/office/powerpoint/2010/main" val="1683767486"/>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Section_Half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7E515-D420-0274-4191-E5F7CB926E7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9" name="Text Placeholder 2">
            <a:extLst>
              <a:ext uri="{FF2B5EF4-FFF2-40B4-BE49-F238E27FC236}">
                <a16:creationId xmlns:a16="http://schemas.microsoft.com/office/drawing/2014/main" id="{78210DB2-5758-3D51-0A08-A1174E40B4A2}"/>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5" name="Text Placeholder 4">
            <a:extLst>
              <a:ext uri="{FF2B5EF4-FFF2-40B4-BE49-F238E27FC236}">
                <a16:creationId xmlns:a16="http://schemas.microsoft.com/office/drawing/2014/main" id="{B0A8C59B-6B0C-9492-954B-8FEF45936480}"/>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0" name="Text Placeholder 4">
            <a:extLst>
              <a:ext uri="{FF2B5EF4-FFF2-40B4-BE49-F238E27FC236}">
                <a16:creationId xmlns:a16="http://schemas.microsoft.com/office/drawing/2014/main" id="{6D1AED05-C869-9AEA-DD95-5526A869D852}"/>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4" name="Text Placeholder 4">
            <a:extLst>
              <a:ext uri="{FF2B5EF4-FFF2-40B4-BE49-F238E27FC236}">
                <a16:creationId xmlns:a16="http://schemas.microsoft.com/office/drawing/2014/main" id="{1C30D727-631C-4F3D-1DA5-8A5CC8A5F1D4}"/>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 name="Slide Number Placeholder 2">
            <a:extLst>
              <a:ext uri="{FF2B5EF4-FFF2-40B4-BE49-F238E27FC236}">
                <a16:creationId xmlns:a16="http://schemas.microsoft.com/office/drawing/2014/main" id="{C77E599C-CC5B-4B98-F426-05A786AB061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3C8A360D-EDB2-5F75-F845-AD7395FB3ABA}"/>
              </a:ext>
            </a:extLst>
          </p:cNvPr>
          <p:cNvSpPr>
            <a:spLocks noGrp="1"/>
          </p:cNvSpPr>
          <p:nvPr>
            <p:ph type="ftr" sz="quarter" idx="2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24" name="Text Placeholder 4">
            <a:extLst>
              <a:ext uri="{FF2B5EF4-FFF2-40B4-BE49-F238E27FC236}">
                <a16:creationId xmlns:a16="http://schemas.microsoft.com/office/drawing/2014/main" id="{C1DD1155-DE80-DB16-5D58-FE37ACECE0BF}"/>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5" name="Text Placeholder 4">
            <a:extLst>
              <a:ext uri="{FF2B5EF4-FFF2-40B4-BE49-F238E27FC236}">
                <a16:creationId xmlns:a16="http://schemas.microsoft.com/office/drawing/2014/main" id="{9C97BEAF-CFE3-69EC-C552-3BBA9BBD38B8}"/>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6" name="Text Placeholder 4">
            <a:extLst>
              <a:ext uri="{FF2B5EF4-FFF2-40B4-BE49-F238E27FC236}">
                <a16:creationId xmlns:a16="http://schemas.microsoft.com/office/drawing/2014/main" id="{18D62252-6EF9-E882-0254-8366C7F92169}"/>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30" name="Text Placeholder 4">
            <a:extLst>
              <a:ext uri="{FF2B5EF4-FFF2-40B4-BE49-F238E27FC236}">
                <a16:creationId xmlns:a16="http://schemas.microsoft.com/office/drawing/2014/main" id="{7266C87E-16AC-E864-E6E5-63501E7FC73B}"/>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31" name="Text Placeholder 4">
            <a:extLst>
              <a:ext uri="{FF2B5EF4-FFF2-40B4-BE49-F238E27FC236}">
                <a16:creationId xmlns:a16="http://schemas.microsoft.com/office/drawing/2014/main" id="{6A206C02-56C5-016F-9670-736B6724DAA8}"/>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32" name="Text Placeholder 4">
            <a:extLst>
              <a:ext uri="{FF2B5EF4-FFF2-40B4-BE49-F238E27FC236}">
                <a16:creationId xmlns:a16="http://schemas.microsoft.com/office/drawing/2014/main" id="{AF78F7F5-AF1C-9AC8-5D66-0359EE0A348F}"/>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6274696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Section_Half_Whit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1DC71E-905C-13BA-8BEE-155F4B01A2C6}"/>
              </a:ext>
            </a:extLst>
          </p:cNvPr>
          <p:cNvSpPr>
            <a:spLocks noGrp="1"/>
          </p:cNvSpPr>
          <p:nvPr>
            <p:ph type="sldNum" sz="quarter" idx="2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cxnSp>
        <p:nvCxnSpPr>
          <p:cNvPr id="21" name="Straight Connector 20">
            <a:extLst>
              <a:ext uri="{FF2B5EF4-FFF2-40B4-BE49-F238E27FC236}">
                <a16:creationId xmlns:a16="http://schemas.microsoft.com/office/drawing/2014/main" id="{E2AF11C5-E7BE-76FB-76BD-F5BCFAD8287B}"/>
              </a:ext>
            </a:extLst>
          </p:cNvPr>
          <p:cNvCxnSpPr>
            <a:cxnSpLocks/>
          </p:cNvCxnSpPr>
          <p:nvPr userDrawn="1"/>
        </p:nvCxnSpPr>
        <p:spPr>
          <a:xfrm>
            <a:off x="6096000" y="577850"/>
            <a:ext cx="0" cy="570230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0EC1AEB3-203A-A99D-2704-85C106947BB6}"/>
              </a:ext>
            </a:extLst>
          </p:cNvPr>
          <p:cNvSpPr>
            <a:spLocks noGrp="1"/>
          </p:cNvSpPr>
          <p:nvPr>
            <p:ph type="ftr" sz="quarter" idx="2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Text Placeholder 2">
            <a:extLst>
              <a:ext uri="{FF2B5EF4-FFF2-40B4-BE49-F238E27FC236}">
                <a16:creationId xmlns:a16="http://schemas.microsoft.com/office/drawing/2014/main" id="{10392172-D37E-90E7-AF16-D1A154B132F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7" name="Text Placeholder 2">
            <a:extLst>
              <a:ext uri="{FF2B5EF4-FFF2-40B4-BE49-F238E27FC236}">
                <a16:creationId xmlns:a16="http://schemas.microsoft.com/office/drawing/2014/main" id="{BE39FFB6-BBAD-A579-98B0-E8612D7CA703}"/>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
        <p:nvSpPr>
          <p:cNvPr id="11" name="Text Placeholder 4">
            <a:extLst>
              <a:ext uri="{FF2B5EF4-FFF2-40B4-BE49-F238E27FC236}">
                <a16:creationId xmlns:a16="http://schemas.microsoft.com/office/drawing/2014/main" id="{F017FD68-E283-E80A-842F-F53C3870EDB3}"/>
              </a:ext>
            </a:extLst>
          </p:cNvPr>
          <p:cNvSpPr>
            <a:spLocks noGrp="1"/>
          </p:cNvSpPr>
          <p:nvPr>
            <p:ph type="body" sz="quarter" idx="13" hasCustomPrompt="1"/>
          </p:nvPr>
        </p:nvSpPr>
        <p:spPr>
          <a:xfrm>
            <a:off x="6892671" y="990243"/>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12" name="Text Placeholder 4">
            <a:extLst>
              <a:ext uri="{FF2B5EF4-FFF2-40B4-BE49-F238E27FC236}">
                <a16:creationId xmlns:a16="http://schemas.microsoft.com/office/drawing/2014/main" id="{62D32000-2037-C308-B8C7-C6A4A0088AAF}"/>
              </a:ext>
            </a:extLst>
          </p:cNvPr>
          <p:cNvSpPr>
            <a:spLocks noGrp="1"/>
          </p:cNvSpPr>
          <p:nvPr>
            <p:ph type="body" sz="quarter" idx="14" hasCustomPrompt="1"/>
          </p:nvPr>
        </p:nvSpPr>
        <p:spPr>
          <a:xfrm>
            <a:off x="6892671" y="1320304"/>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13" name="Text Placeholder 4">
            <a:extLst>
              <a:ext uri="{FF2B5EF4-FFF2-40B4-BE49-F238E27FC236}">
                <a16:creationId xmlns:a16="http://schemas.microsoft.com/office/drawing/2014/main" id="{AE5DCA4E-18BD-A9A7-5BAE-0A5F63DC7C48}"/>
              </a:ext>
            </a:extLst>
          </p:cNvPr>
          <p:cNvSpPr>
            <a:spLocks noGrp="1"/>
          </p:cNvSpPr>
          <p:nvPr>
            <p:ph type="body" sz="quarter" idx="16" hasCustomPrompt="1"/>
          </p:nvPr>
        </p:nvSpPr>
        <p:spPr>
          <a:xfrm>
            <a:off x="6892671" y="1599663"/>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2" name="Text Placeholder 4">
            <a:extLst>
              <a:ext uri="{FF2B5EF4-FFF2-40B4-BE49-F238E27FC236}">
                <a16:creationId xmlns:a16="http://schemas.microsoft.com/office/drawing/2014/main" id="{8E8A3BE2-6125-36DB-1B15-B0443B967286}"/>
              </a:ext>
            </a:extLst>
          </p:cNvPr>
          <p:cNvSpPr>
            <a:spLocks noGrp="1"/>
          </p:cNvSpPr>
          <p:nvPr>
            <p:ph type="body" sz="quarter" idx="26" hasCustomPrompt="1"/>
          </p:nvPr>
        </p:nvSpPr>
        <p:spPr>
          <a:xfrm>
            <a:off x="6923151" y="287300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3" name="Text Placeholder 4">
            <a:extLst>
              <a:ext uri="{FF2B5EF4-FFF2-40B4-BE49-F238E27FC236}">
                <a16:creationId xmlns:a16="http://schemas.microsoft.com/office/drawing/2014/main" id="{880067E5-5A4B-B5F3-65C6-4E06F390ACC5}"/>
              </a:ext>
            </a:extLst>
          </p:cNvPr>
          <p:cNvSpPr>
            <a:spLocks noGrp="1"/>
          </p:cNvSpPr>
          <p:nvPr>
            <p:ph type="body" sz="quarter" idx="27" hasCustomPrompt="1"/>
          </p:nvPr>
        </p:nvSpPr>
        <p:spPr>
          <a:xfrm>
            <a:off x="6923151" y="320306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4" name="Text Placeholder 4">
            <a:extLst>
              <a:ext uri="{FF2B5EF4-FFF2-40B4-BE49-F238E27FC236}">
                <a16:creationId xmlns:a16="http://schemas.microsoft.com/office/drawing/2014/main" id="{74FF8FA0-FAD5-6833-412C-3CDF819AEC4E}"/>
              </a:ext>
            </a:extLst>
          </p:cNvPr>
          <p:cNvSpPr>
            <a:spLocks noGrp="1"/>
          </p:cNvSpPr>
          <p:nvPr>
            <p:ph type="body" sz="quarter" idx="28" hasCustomPrompt="1"/>
          </p:nvPr>
        </p:nvSpPr>
        <p:spPr>
          <a:xfrm>
            <a:off x="6923151" y="348242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
        <p:nvSpPr>
          <p:cNvPr id="25" name="Text Placeholder 4">
            <a:extLst>
              <a:ext uri="{FF2B5EF4-FFF2-40B4-BE49-F238E27FC236}">
                <a16:creationId xmlns:a16="http://schemas.microsoft.com/office/drawing/2014/main" id="{E851353C-80BC-58DC-665E-00F7967460A0}"/>
              </a:ext>
            </a:extLst>
          </p:cNvPr>
          <p:cNvSpPr>
            <a:spLocks noGrp="1"/>
          </p:cNvSpPr>
          <p:nvPr>
            <p:ph type="body" sz="quarter" idx="29" hasCustomPrompt="1"/>
          </p:nvPr>
        </p:nvSpPr>
        <p:spPr>
          <a:xfrm>
            <a:off x="6923151" y="4762761"/>
            <a:ext cx="4705350" cy="307777"/>
          </a:xfrm>
          <a:prstGeom prst="rect">
            <a:avLst/>
          </a:prstGeom>
        </p:spPr>
        <p:txBody>
          <a:bodyPr/>
          <a:lstStyle>
            <a:lvl1pPr marL="0" indent="0">
              <a:buNone/>
              <a:defRPr sz="2000" b="1" i="0">
                <a:solidFill>
                  <a:schemeClr val="tx1"/>
                </a:solidFill>
                <a:latin typeface="Segoe UI Variable Display" pitchFamily="2"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pitchFamily="2" charset="0"/>
              </a:rPr>
              <a:t>Click to edit text</a:t>
            </a:r>
          </a:p>
        </p:txBody>
      </p:sp>
      <p:sp>
        <p:nvSpPr>
          <p:cNvPr id="26" name="Text Placeholder 4">
            <a:extLst>
              <a:ext uri="{FF2B5EF4-FFF2-40B4-BE49-F238E27FC236}">
                <a16:creationId xmlns:a16="http://schemas.microsoft.com/office/drawing/2014/main" id="{5696F8D1-4A47-1BE9-F0D2-6EC8145AC4E1}"/>
              </a:ext>
            </a:extLst>
          </p:cNvPr>
          <p:cNvSpPr>
            <a:spLocks noGrp="1"/>
          </p:cNvSpPr>
          <p:nvPr>
            <p:ph type="body" sz="quarter" idx="30" hasCustomPrompt="1"/>
          </p:nvPr>
        </p:nvSpPr>
        <p:spPr>
          <a:xfrm>
            <a:off x="6923151" y="5092822"/>
            <a:ext cx="4705350" cy="246221"/>
          </a:xfrm>
          <a:prstGeom prst="rect">
            <a:avLst/>
          </a:prstGeom>
        </p:spPr>
        <p:txBody>
          <a:bodyPr/>
          <a:lstStyle>
            <a:lvl1pPr marL="0" indent="0">
              <a:buNone/>
              <a:defRPr sz="1600" b="0" i="0">
                <a:solidFill>
                  <a:schemeClr val="tx1"/>
                </a:solidFill>
                <a:latin typeface="Segoe UI Variable Display" pitchFamily="2"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600" b="1" i="0">
                <a:latin typeface="Segoe UI Variable Display Semibold" pitchFamily="2" charset="0"/>
              </a:rPr>
              <a:t>Click to edit text</a:t>
            </a:r>
          </a:p>
        </p:txBody>
      </p:sp>
      <p:sp>
        <p:nvSpPr>
          <p:cNvPr id="27" name="Text Placeholder 4">
            <a:extLst>
              <a:ext uri="{FF2B5EF4-FFF2-40B4-BE49-F238E27FC236}">
                <a16:creationId xmlns:a16="http://schemas.microsoft.com/office/drawing/2014/main" id="{7324173E-AA9C-8BF3-2437-1771DBD138D3}"/>
              </a:ext>
            </a:extLst>
          </p:cNvPr>
          <p:cNvSpPr>
            <a:spLocks noGrp="1"/>
          </p:cNvSpPr>
          <p:nvPr>
            <p:ph type="body" sz="quarter" idx="31" hasCustomPrompt="1"/>
          </p:nvPr>
        </p:nvSpPr>
        <p:spPr>
          <a:xfrm>
            <a:off x="6923151" y="5372181"/>
            <a:ext cx="4705350" cy="184666"/>
          </a:xfrm>
          <a:prstGeom prst="rect">
            <a:avLst/>
          </a:prstGeom>
        </p:spPr>
        <p:txBody>
          <a:bodyPr/>
          <a:lstStyle>
            <a:lvl1pPr marL="0" indent="0">
              <a:buNone/>
              <a:defRPr sz="12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200" b="0" i="0">
                <a:latin typeface="Segoe UI Variable Text Semilight" pitchFamily="2" charset="0"/>
              </a:rPr>
              <a:t>Click to edit text</a:t>
            </a:r>
          </a:p>
        </p:txBody>
      </p:sp>
    </p:spTree>
    <p:extLst>
      <p:ext uri="{BB962C8B-B14F-4D97-AF65-F5344CB8AC3E}">
        <p14:creationId xmlns:p14="http://schemas.microsoft.com/office/powerpoint/2010/main" val="7902446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ull_Bleed_Image">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3AEDEC4F-FC56-B05A-52AD-159156BC0DC8}"/>
              </a:ext>
            </a:extLst>
          </p:cNvPr>
          <p:cNvSpPr>
            <a:spLocks noGrp="1"/>
          </p:cNvSpPr>
          <p:nvPr>
            <p:ph type="pic" sz="quarter" idx="10" hasCustomPrompt="1"/>
          </p:nvPr>
        </p:nvSpPr>
        <p:spPr>
          <a:xfrm>
            <a:off x="0" y="0"/>
            <a:ext cx="12192000"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4413251"/>
            <a:ext cx="4994021" cy="1631950"/>
          </a:xfrm>
          <a:prstGeom prst="rect">
            <a:avLst/>
          </a:prstGeom>
        </p:spPr>
        <p:txBody>
          <a:bodyPr anchor="b">
            <a:noAutofit/>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text</a:t>
            </a:r>
          </a:p>
        </p:txBody>
      </p:sp>
      <p:sp>
        <p:nvSpPr>
          <p:cNvPr id="3" name="Footer Placeholder 1">
            <a:extLst>
              <a:ext uri="{FF2B5EF4-FFF2-40B4-BE49-F238E27FC236}">
                <a16:creationId xmlns:a16="http://schemas.microsoft.com/office/drawing/2014/main" id="{EAC0C3FF-ADA5-FFDB-57E4-002AFDA187C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214642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_Bleed_Top_Image">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F5D3AEB4-C898-EBBD-E472-C4A8EAF8E92E}"/>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6" name="Picture 5">
            <a:extLst>
              <a:ext uri="{FF2B5EF4-FFF2-40B4-BE49-F238E27FC236}">
                <a16:creationId xmlns:a16="http://schemas.microsoft.com/office/drawing/2014/main" id="{942F0238-66BE-083C-C773-629AD18C76E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A4118093-7D3C-9764-D242-3FF6E0731EF9}"/>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19564349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Full_Bleed_Top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8F8BBAC-8DA3-09F6-A450-B668FFC46A4F}"/>
              </a:ext>
            </a:extLst>
          </p:cNvPr>
          <p:cNvSpPr>
            <a:spLocks noGrp="1"/>
          </p:cNvSpPr>
          <p:nvPr>
            <p:ph type="pic" sz="quarter" idx="10" hasCustomPrompt="1"/>
          </p:nvPr>
        </p:nvSpPr>
        <p:spPr>
          <a:xfrm>
            <a:off x="0" y="969206"/>
            <a:ext cx="12192000" cy="5888794"/>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2">
            <a:extLst>
              <a:ext uri="{FF2B5EF4-FFF2-40B4-BE49-F238E27FC236}">
                <a16:creationId xmlns:a16="http://schemas.microsoft.com/office/drawing/2014/main" id="{C57B295A-33AB-0FBB-B09A-55A027E0B411}"/>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3" name="Footer Placeholder 1">
            <a:extLst>
              <a:ext uri="{FF2B5EF4-FFF2-40B4-BE49-F238E27FC236}">
                <a16:creationId xmlns:a16="http://schemas.microsoft.com/office/drawing/2014/main" id="{595F97B7-EA88-4DD0-A6FD-34D74E9D3FE4}"/>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Tree>
    <p:extLst>
      <p:ext uri="{BB962C8B-B14F-4D97-AF65-F5344CB8AC3E}">
        <p14:creationId xmlns:p14="http://schemas.microsoft.com/office/powerpoint/2010/main" val="20578784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ull_Bleed_Bottom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C2A66E-C3D9-FE0F-7C48-C1F7BB13BEE4}"/>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194297"/>
            <a:ext cx="12192000" cy="1663703"/>
          </a:xfrm>
          <a:custGeom>
            <a:avLst/>
            <a:gdLst>
              <a:gd name="connsiteX0" fmla="*/ 0 w 12192000"/>
              <a:gd name="connsiteY0" fmla="*/ 0 h 1663703"/>
              <a:gd name="connsiteX1" fmla="*/ 12192000 w 12192000"/>
              <a:gd name="connsiteY1" fmla="*/ 0 h 1663703"/>
              <a:gd name="connsiteX2" fmla="*/ 12192000 w 12192000"/>
              <a:gd name="connsiteY2" fmla="*/ 1663703 h 1663703"/>
              <a:gd name="connsiteX3" fmla="*/ 0 w 12192000"/>
              <a:gd name="connsiteY3" fmla="*/ 1663703 h 1663703"/>
            </a:gdLst>
            <a:ahLst/>
            <a:cxnLst>
              <a:cxn ang="0">
                <a:pos x="connsiteX0" y="connsiteY0"/>
              </a:cxn>
              <a:cxn ang="0">
                <a:pos x="connsiteX1" y="connsiteY1"/>
              </a:cxn>
              <a:cxn ang="0">
                <a:pos x="connsiteX2" y="connsiteY2"/>
              </a:cxn>
              <a:cxn ang="0">
                <a:pos x="connsiteX3" y="connsiteY3"/>
              </a:cxn>
            </a:cxnLst>
            <a:rect l="l" t="t" r="r" b="b"/>
            <a:pathLst>
              <a:path w="12192000" h="1663703">
                <a:moveTo>
                  <a:pt x="0" y="0"/>
                </a:moveTo>
                <a:lnTo>
                  <a:pt x="12192000" y="0"/>
                </a:lnTo>
                <a:lnTo>
                  <a:pt x="12192000" y="1663703"/>
                </a:lnTo>
                <a:lnTo>
                  <a:pt x="0" y="1663703"/>
                </a:lnTo>
                <a:close/>
              </a:path>
            </a:pathLst>
          </a:cu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bg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F527D418-DEB4-E6BE-632F-E81F936C2219}"/>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AC6B327B-BAC8-C162-6486-423D58BD11B9}"/>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14093728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Full_Bleed_Bottom_White">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63499" y="5412143"/>
            <a:ext cx="11045889" cy="847368"/>
          </a:xfrm>
          <a:prstGeom prst="rect">
            <a:avLst/>
          </a:prstGeom>
        </p:spPr>
        <p:txBody>
          <a:bodyPr anchor="ctr">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4C3C472A-9880-67E2-C6C7-3134163D5A3B}"/>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4" name="Picture Placeholder 3">
            <a:extLst>
              <a:ext uri="{FF2B5EF4-FFF2-40B4-BE49-F238E27FC236}">
                <a16:creationId xmlns:a16="http://schemas.microsoft.com/office/drawing/2014/main" id="{859D7922-CA29-DA79-7E84-A874DC6BAF9A}"/>
              </a:ext>
            </a:extLst>
          </p:cNvPr>
          <p:cNvSpPr>
            <a:spLocks noGrp="1"/>
          </p:cNvSpPr>
          <p:nvPr>
            <p:ph type="pic" sz="quarter" idx="10" hasCustomPrompt="1"/>
          </p:nvPr>
        </p:nvSpPr>
        <p:spPr>
          <a:xfrm>
            <a:off x="0" y="-4"/>
            <a:ext cx="12192000" cy="5194301"/>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Tree>
    <p:extLst>
      <p:ext uri="{BB962C8B-B14F-4D97-AF65-F5344CB8AC3E}">
        <p14:creationId xmlns:p14="http://schemas.microsoft.com/office/powerpoint/2010/main" val="2239458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HalfHalf_Image">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0A8E3695-D58B-CEE4-8D30-AA6C47648C6B}"/>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pic>
        <p:nvPicPr>
          <p:cNvPr id="5" name="Picture 4">
            <a:extLst>
              <a:ext uri="{FF2B5EF4-FFF2-40B4-BE49-F238E27FC236}">
                <a16:creationId xmlns:a16="http://schemas.microsoft.com/office/drawing/2014/main" id="{447239BF-0481-A97F-2349-BE6007CEC1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3" name="Slide Number Placeholder 2">
            <a:extLst>
              <a:ext uri="{FF2B5EF4-FFF2-40B4-BE49-F238E27FC236}">
                <a16:creationId xmlns:a16="http://schemas.microsoft.com/office/drawing/2014/main" id="{CFD5AF84-2053-9C47-0F10-14DA1507923E}"/>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Footer Placeholder 1">
            <a:extLst>
              <a:ext uri="{FF2B5EF4-FFF2-40B4-BE49-F238E27FC236}">
                <a16:creationId xmlns:a16="http://schemas.microsoft.com/office/drawing/2014/main" id="{2EDA3B3A-6C0B-15C1-7D74-FF397B603129}"/>
              </a:ext>
            </a:extLst>
          </p:cNvPr>
          <p:cNvSpPr>
            <a:spLocks noGrp="1"/>
          </p:cNvSpPr>
          <p:nvPr>
            <p:ph type="ftr" sz="quarter" idx="15"/>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8" name="Text Placeholder 2">
            <a:extLst>
              <a:ext uri="{FF2B5EF4-FFF2-40B4-BE49-F238E27FC236}">
                <a16:creationId xmlns:a16="http://schemas.microsoft.com/office/drawing/2014/main" id="{1CD2CE30-1A33-E095-1E39-36DACB7D926C}"/>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1" name="Text Placeholder 2">
            <a:extLst>
              <a:ext uri="{FF2B5EF4-FFF2-40B4-BE49-F238E27FC236}">
                <a16:creationId xmlns:a16="http://schemas.microsoft.com/office/drawing/2014/main" id="{24F931D7-A333-BB87-FFB5-3E9DAF4F1848}"/>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bg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3307587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HalfHalf_Image_Whit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374165A-58C8-61CD-EBB8-4759B0CE5DBA}"/>
              </a:ext>
            </a:extLst>
          </p:cNvPr>
          <p:cNvSpPr>
            <a:spLocks noGrp="1"/>
          </p:cNvSpPr>
          <p:nvPr>
            <p:ph type="pic" sz="quarter" idx="10" hasCustomPrompt="1"/>
          </p:nvPr>
        </p:nvSpPr>
        <p:spPr>
          <a:xfrm>
            <a:off x="6095998" y="0"/>
            <a:ext cx="6096001" cy="6858000"/>
          </a:xfrm>
          <a:prstGeom prst="rect">
            <a:avLst/>
          </a:prstGeom>
          <a:solidFill>
            <a:schemeClr val="bg2"/>
          </a:solidFill>
        </p:spPr>
        <p:txBody>
          <a:bodyPr/>
          <a:lstStyle>
            <a:lvl1pPr marL="0" indent="0" algn="ctr">
              <a:lnSpc>
                <a:spcPct val="150000"/>
              </a:lnSpc>
              <a:buNone/>
              <a:defRPr b="1" i="0">
                <a:latin typeface="Segoe UI Variable Display" pitchFamily="2" charset="0"/>
                <a:cs typeface="Segoe UI" panose="020B0502040204020203" pitchFamily="34" charset="0"/>
              </a:defRPr>
            </a:lvl1pPr>
          </a:lstStyle>
          <a:p>
            <a:r>
              <a:rPr lang="en-US"/>
              <a:t>Place Image Here</a:t>
            </a:r>
          </a:p>
        </p:txBody>
      </p:sp>
      <p:sp>
        <p:nvSpPr>
          <p:cNvPr id="5" name="Slide Number Placeholder 4">
            <a:extLst>
              <a:ext uri="{FF2B5EF4-FFF2-40B4-BE49-F238E27FC236}">
                <a16:creationId xmlns:a16="http://schemas.microsoft.com/office/drawing/2014/main" id="{B426A676-6846-EA65-EDE5-824567022740}"/>
              </a:ext>
            </a:extLst>
          </p:cNvPr>
          <p:cNvSpPr>
            <a:spLocks noGrp="1"/>
          </p:cNvSpPr>
          <p:nvPr>
            <p:ph type="sldNum" sz="quarter" idx="14"/>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3" name="Footer Placeholder 1">
            <a:extLst>
              <a:ext uri="{FF2B5EF4-FFF2-40B4-BE49-F238E27FC236}">
                <a16:creationId xmlns:a16="http://schemas.microsoft.com/office/drawing/2014/main" id="{06B4669D-57D3-3D89-6D13-EDDCEC473643}"/>
              </a:ext>
            </a:extLst>
          </p:cNvPr>
          <p:cNvSpPr>
            <a:spLocks noGrp="1"/>
          </p:cNvSpPr>
          <p:nvPr>
            <p:ph type="ftr" sz="quarter" idx="15"/>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2" name="Text Placeholder 2">
            <a:extLst>
              <a:ext uri="{FF2B5EF4-FFF2-40B4-BE49-F238E27FC236}">
                <a16:creationId xmlns:a16="http://schemas.microsoft.com/office/drawing/2014/main" id="{0C51C66B-C47F-0C5F-A1F2-BB028731B909}"/>
              </a:ext>
            </a:extLst>
          </p:cNvPr>
          <p:cNvSpPr>
            <a:spLocks noGrp="1"/>
          </p:cNvSpPr>
          <p:nvPr>
            <p:ph type="body" sz="quarter" idx="11" hasCustomPrompt="1"/>
          </p:nvPr>
        </p:nvSpPr>
        <p:spPr>
          <a:xfrm>
            <a:off x="563499" y="3703186"/>
            <a:ext cx="4994021" cy="1661993"/>
          </a:xfrm>
          <a:prstGeom prst="rect">
            <a:avLst/>
          </a:prstGeom>
        </p:spPr>
        <p:txBody>
          <a:bodyPr anchor="b">
            <a:noAutofit/>
          </a:bodyPr>
          <a:lstStyle>
            <a:lvl1pPr marL="0" indent="0">
              <a:buNone/>
              <a:defRPr sz="3600" b="1" i="0">
                <a:solidFill>
                  <a:schemeClr val="tx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2">
            <a:extLst>
              <a:ext uri="{FF2B5EF4-FFF2-40B4-BE49-F238E27FC236}">
                <a16:creationId xmlns:a16="http://schemas.microsoft.com/office/drawing/2014/main" id="{B47B6CC6-422B-7741-4595-42A385F635F4}"/>
              </a:ext>
            </a:extLst>
          </p:cNvPr>
          <p:cNvSpPr>
            <a:spLocks noGrp="1"/>
          </p:cNvSpPr>
          <p:nvPr>
            <p:ph type="body" sz="quarter" idx="12" hasCustomPrompt="1"/>
          </p:nvPr>
        </p:nvSpPr>
        <p:spPr>
          <a:xfrm>
            <a:off x="563499" y="5600028"/>
            <a:ext cx="3983038" cy="369332"/>
          </a:xfrm>
          <a:prstGeom prst="rect">
            <a:avLst/>
          </a:prstGeom>
        </p:spPr>
        <p:txBody>
          <a:bodyPr/>
          <a:lstStyle>
            <a:lvl1pPr marL="0" indent="0">
              <a:buNone/>
              <a:defRPr sz="2400" b="1" i="0">
                <a:solidFill>
                  <a:schemeClr val="tx1"/>
                </a:solidFill>
                <a:latin typeface="Segoe UI Variable Display" pitchFamily="2" charset="0"/>
              </a:defRPr>
            </a:lvl1pPr>
            <a:lvl2pPr marL="228600" indent="0">
              <a:buNone/>
              <a:defRPr sz="2400">
                <a:solidFill>
                  <a:schemeClr val="tx1"/>
                </a:solidFill>
                <a:latin typeface="+mj-lt"/>
              </a:defRPr>
            </a:lvl2pPr>
            <a:lvl3pPr marL="457200" indent="0">
              <a:buNone/>
              <a:defRPr sz="2400">
                <a:solidFill>
                  <a:schemeClr val="tx1"/>
                </a:solidFill>
                <a:latin typeface="+mj-lt"/>
              </a:defRPr>
            </a:lvl3pPr>
            <a:lvl4pPr marL="661988" indent="0">
              <a:buNone/>
              <a:defRPr sz="2400">
                <a:solidFill>
                  <a:schemeClr val="tx1"/>
                </a:solidFill>
                <a:latin typeface="+mj-lt"/>
              </a:defRPr>
            </a:lvl4pPr>
            <a:lvl5pPr marL="855663" indent="0">
              <a:buNone/>
              <a:defRPr sz="2400">
                <a:solidFill>
                  <a:schemeClr val="tx1"/>
                </a:solidFill>
                <a:latin typeface="+mj-lt"/>
              </a:defRPr>
            </a:lvl5pPr>
          </a:lstStyle>
          <a:p>
            <a:pPr algn="l"/>
            <a:r>
              <a:rPr lang="en-US" sz="2400" b="1" i="0">
                <a:latin typeface="Segoe UI Variable Display" pitchFamily="2" charset="0"/>
              </a:rPr>
              <a:t>Click to edit text</a:t>
            </a:r>
          </a:p>
        </p:txBody>
      </p:sp>
    </p:spTree>
    <p:extLst>
      <p:ext uri="{BB962C8B-B14F-4D97-AF65-F5344CB8AC3E}">
        <p14:creationId xmlns:p14="http://schemas.microsoft.com/office/powerpoint/2010/main" val="18210293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op_Banner_Im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4171D8-B95E-7C53-2CC9-A73E98EB7E10}"/>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mj-lt"/>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F5BFD52B-9607-56D9-DA0D-CB98F20BCE7E}"/>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40191303-7F6F-5DF5-9085-D58748C9EBF3}"/>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164981135"/>
      </p:ext>
    </p:extLst>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op_Banner_Gradien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a:defRPr lang="en-US" sz="3600">
                <a:solidFill>
                  <a:schemeClr val="tx1"/>
                </a:solidFill>
                <a:latin typeface="Segoe UI Variable Display" pitchFamily="2" charset="0"/>
              </a:defRPr>
            </a:lvl1pPr>
          </a:lstStyle>
          <a:p>
            <a:pPr marL="0" lvl="0" indent="0">
              <a:buNone/>
            </a:pPr>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7A193465-ADC4-F3FA-006A-4DFCD348545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6" name="Text Placeholder 4">
            <a:extLst>
              <a:ext uri="{FF2B5EF4-FFF2-40B4-BE49-F238E27FC236}">
                <a16:creationId xmlns:a16="http://schemas.microsoft.com/office/drawing/2014/main" id="{9611D6D9-4F27-F2CE-1B34-B66702E04839}"/>
              </a:ext>
            </a:extLst>
          </p:cNvPr>
          <p:cNvSpPr>
            <a:spLocks noGrp="1"/>
          </p:cNvSpPr>
          <p:nvPr>
            <p:ph type="body" sz="quarter" idx="13" hasCustomPrompt="1"/>
          </p:nvPr>
        </p:nvSpPr>
        <p:spPr>
          <a:xfrm>
            <a:off x="563498" y="1125402"/>
            <a:ext cx="11045889" cy="90811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BAEF16A7-14DC-0F5A-9EFA-FEB462C2D9B2}"/>
              </a:ext>
            </a:extLst>
          </p:cNvPr>
          <p:cNvSpPr>
            <a:spLocks noGrp="1"/>
          </p:cNvSpPr>
          <p:nvPr>
            <p:ph type="body" sz="quarter" idx="16" hasCustomPrompt="1"/>
          </p:nvPr>
        </p:nvSpPr>
        <p:spPr>
          <a:xfrm>
            <a:off x="563498" y="2171038"/>
            <a:ext cx="11045890" cy="4077362"/>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270009449"/>
      </p:ext>
    </p:extLst>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Banner_NoTert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8" y="1125401"/>
            <a:ext cx="11045889" cy="512299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5" name="Footer Placeholder 1">
            <a:extLst>
              <a:ext uri="{FF2B5EF4-FFF2-40B4-BE49-F238E27FC236}">
                <a16:creationId xmlns:a16="http://schemas.microsoft.com/office/drawing/2014/main" id="{4A3220C7-FAAE-6B2B-D410-9A2035A93902}"/>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4E4A96EA-8D54-ADD1-09D5-0413E9FE692E}"/>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25DECBCC-10C9-3B20-FF41-C63041E237B8}"/>
              </a:ext>
            </a:extLst>
          </p:cNvPr>
          <p:cNvSpPr>
            <a:spLocks noGrp="1"/>
          </p:cNvSpPr>
          <p:nvPr>
            <p:ph type="body" sz="quarter" idx="11" hasCustomPrompt="1"/>
          </p:nvPr>
        </p:nvSpPr>
        <p:spPr>
          <a:xfrm>
            <a:off x="563499" y="186252"/>
            <a:ext cx="11045888" cy="553998"/>
          </a:xfrm>
          <a:prstGeom prst="rect">
            <a:avLst/>
          </a:prstGeom>
        </p:spPr>
        <p:txBody>
          <a:bodyPr vert="horz" wrap="square" lIns="0" tIns="0" rIns="0" bIns="0" rtlCol="0">
            <a:spAutoFit/>
          </a:bodyPr>
          <a:lstStyle>
            <a:lvl1pPr marL="0" indent="0">
              <a:buNone/>
              <a:defRPr lang="en-US" sz="3600">
                <a:solidFill>
                  <a:schemeClr val="bg1"/>
                </a:solidFill>
                <a:latin typeface="+mj-lt"/>
              </a:defRPr>
            </a:lvl1pPr>
          </a:lstStyle>
          <a:p>
            <a:pPr marL="228600" lvl="0" indent="-228600"/>
            <a:r>
              <a:rPr lang="en-US" sz="3600" b="1" i="0">
                <a:latin typeface="Segoe UI Variable Display" pitchFamily="2" charset="0"/>
              </a:rPr>
              <a:t>Click to edit title</a:t>
            </a:r>
          </a:p>
        </p:txBody>
      </p:sp>
    </p:spTree>
    <p:extLst>
      <p:ext uri="{BB962C8B-B14F-4D97-AF65-F5344CB8AC3E}">
        <p14:creationId xmlns:p14="http://schemas.microsoft.com/office/powerpoint/2010/main" val="2133435203"/>
      </p:ext>
    </p:extLst>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op_Banner_NoTert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1755EFB9-9C51-91C0-FEAF-31297B8B2C68}"/>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7" name="Text Placeholder 4">
            <a:extLst>
              <a:ext uri="{FF2B5EF4-FFF2-40B4-BE49-F238E27FC236}">
                <a16:creationId xmlns:a16="http://schemas.microsoft.com/office/drawing/2014/main" id="{91382626-CED8-2B9E-7D3C-5E126A56B6CB}"/>
              </a:ext>
            </a:extLst>
          </p:cNvPr>
          <p:cNvSpPr>
            <a:spLocks noGrp="1"/>
          </p:cNvSpPr>
          <p:nvPr>
            <p:ph type="body" sz="quarter" idx="13" hasCustomPrompt="1"/>
          </p:nvPr>
        </p:nvSpPr>
        <p:spPr>
          <a:xfrm>
            <a:off x="563498" y="1125401"/>
            <a:ext cx="11045889" cy="5177863"/>
          </a:xfrm>
          <a:prstGeom prst="rect">
            <a:avLst/>
          </a:prstGeom>
        </p:spPr>
        <p:txBody>
          <a:bodyPr/>
          <a:lstStyle>
            <a:lvl1pPr marL="0" indent="0">
              <a:buNone/>
              <a:defRPr sz="2000" b="0"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198837519"/>
      </p:ext>
    </p:extLst>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op_Banner_Du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B33B71F4-3755-658C-6CEC-DC7462957F30}"/>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11" name="Picture 10">
            <a:extLst>
              <a:ext uri="{FF2B5EF4-FFF2-40B4-BE49-F238E27FC236}">
                <a16:creationId xmlns:a16="http://schemas.microsoft.com/office/drawing/2014/main" id="{27ADDDFE-8429-7DAE-8EB5-A0ED71C7BB3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12" name="Text Placeholder 2">
            <a:extLst>
              <a:ext uri="{FF2B5EF4-FFF2-40B4-BE49-F238E27FC236}">
                <a16:creationId xmlns:a16="http://schemas.microsoft.com/office/drawing/2014/main" id="{FA48CB90-2254-194C-D01F-D132279547CC}"/>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13" name="Text Placeholder 4">
            <a:extLst>
              <a:ext uri="{FF2B5EF4-FFF2-40B4-BE49-F238E27FC236}">
                <a16:creationId xmlns:a16="http://schemas.microsoft.com/office/drawing/2014/main" id="{822A8AFE-5C2A-6252-FE77-9B5074E6B037}"/>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14" name="Text Placeholder 4">
            <a:extLst>
              <a:ext uri="{FF2B5EF4-FFF2-40B4-BE49-F238E27FC236}">
                <a16:creationId xmlns:a16="http://schemas.microsoft.com/office/drawing/2014/main" id="{5E3D1867-3935-B7B5-BA9B-E130DC77BEBA}"/>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2887021915"/>
      </p:ext>
    </p:extLst>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op_Banner_Du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5" name="Footer Placeholder 1">
            <a:extLst>
              <a:ext uri="{FF2B5EF4-FFF2-40B4-BE49-F238E27FC236}">
                <a16:creationId xmlns:a16="http://schemas.microsoft.com/office/drawing/2014/main" id="{239791FC-9174-3E4E-7EE6-1E573BD5946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14" name="Text Placeholder 4">
            <a:extLst>
              <a:ext uri="{FF2B5EF4-FFF2-40B4-BE49-F238E27FC236}">
                <a16:creationId xmlns:a16="http://schemas.microsoft.com/office/drawing/2014/main" id="{EA6DC214-CD14-8F4F-46C9-A190227629B6}"/>
              </a:ext>
            </a:extLst>
          </p:cNvPr>
          <p:cNvSpPr>
            <a:spLocks noGrp="1"/>
          </p:cNvSpPr>
          <p:nvPr>
            <p:ph type="body" sz="quarter" idx="13" hasCustomPrompt="1"/>
          </p:nvPr>
        </p:nvSpPr>
        <p:spPr>
          <a:xfrm>
            <a:off x="563499" y="112540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6" name="Text Placeholder 4">
            <a:extLst>
              <a:ext uri="{FF2B5EF4-FFF2-40B4-BE49-F238E27FC236}">
                <a16:creationId xmlns:a16="http://schemas.microsoft.com/office/drawing/2014/main" id="{63E4C2B0-40C0-A1AE-1C0A-43BE080CC93E}"/>
              </a:ext>
            </a:extLst>
          </p:cNvPr>
          <p:cNvSpPr>
            <a:spLocks noGrp="1"/>
          </p:cNvSpPr>
          <p:nvPr>
            <p:ph type="body" sz="quarter" idx="19" hasCustomPrompt="1"/>
          </p:nvPr>
        </p:nvSpPr>
        <p:spPr>
          <a:xfrm>
            <a:off x="6269535" y="1114222"/>
            <a:ext cx="5532501" cy="871543"/>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2" name="Text Placeholder 4">
            <a:extLst>
              <a:ext uri="{FF2B5EF4-FFF2-40B4-BE49-F238E27FC236}">
                <a16:creationId xmlns:a16="http://schemas.microsoft.com/office/drawing/2014/main" id="{FF6C37F7-8227-1A55-2BC6-934248002CE5}"/>
              </a:ext>
            </a:extLst>
          </p:cNvPr>
          <p:cNvSpPr>
            <a:spLocks noGrp="1"/>
          </p:cNvSpPr>
          <p:nvPr>
            <p:ph type="body" sz="quarter" idx="16" hasCustomPrompt="1"/>
          </p:nvPr>
        </p:nvSpPr>
        <p:spPr>
          <a:xfrm>
            <a:off x="563499" y="217103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
        <p:nvSpPr>
          <p:cNvPr id="4" name="Text Placeholder 4">
            <a:extLst>
              <a:ext uri="{FF2B5EF4-FFF2-40B4-BE49-F238E27FC236}">
                <a16:creationId xmlns:a16="http://schemas.microsoft.com/office/drawing/2014/main" id="{92F6A92B-A0B5-9FEA-FAD7-CDA80EEBEA7B}"/>
              </a:ext>
            </a:extLst>
          </p:cNvPr>
          <p:cNvSpPr>
            <a:spLocks noGrp="1"/>
          </p:cNvSpPr>
          <p:nvPr>
            <p:ph type="body" sz="quarter" idx="20" hasCustomPrompt="1"/>
          </p:nvPr>
        </p:nvSpPr>
        <p:spPr>
          <a:xfrm>
            <a:off x="6269535" y="2159858"/>
            <a:ext cx="5532502" cy="4015450"/>
          </a:xfrm>
          <a:prstGeom prst="rect">
            <a:avLst/>
          </a:prstGeo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b="0" i="0">
                <a:solidFill>
                  <a:schemeClr val="tx1"/>
                </a:solidFill>
                <a:latin typeface="+mn-lt"/>
                <a:cs typeface="Segoe UI" panose="020B05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1400" b="0" i="0">
                <a:latin typeface="Segoe UI Variable Text Semilight" pitchFamily="2" charset="0"/>
              </a:rPr>
              <a:t>Click to edit text</a:t>
            </a:r>
          </a:p>
        </p:txBody>
      </p:sp>
    </p:spTree>
    <p:extLst>
      <p:ext uri="{BB962C8B-B14F-4D97-AF65-F5344CB8AC3E}">
        <p14:creationId xmlns:p14="http://schemas.microsoft.com/office/powerpoint/2010/main" val="1872267472"/>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Top_Banner_Trio_Image">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EFD76C54-3C31-5CE0-887B-54E15F937659}"/>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4" name="Text Placeholder 4">
            <a:extLst>
              <a:ext uri="{FF2B5EF4-FFF2-40B4-BE49-F238E27FC236}">
                <a16:creationId xmlns:a16="http://schemas.microsoft.com/office/drawing/2014/main" id="{87A707C1-7CFF-F8B3-0065-07AB65C52903}"/>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5" name="Footer Placeholder 1">
            <a:extLst>
              <a:ext uri="{FF2B5EF4-FFF2-40B4-BE49-F238E27FC236}">
                <a16:creationId xmlns:a16="http://schemas.microsoft.com/office/drawing/2014/main" id="{6E95DBA8-54D3-2FE1-5C2E-248FA385633F}"/>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pic>
        <p:nvPicPr>
          <p:cNvPr id="7" name="Picture 6">
            <a:extLst>
              <a:ext uri="{FF2B5EF4-FFF2-40B4-BE49-F238E27FC236}">
                <a16:creationId xmlns:a16="http://schemas.microsoft.com/office/drawing/2014/main" id="{59F4EF30-953D-7C7A-F1AC-7FF65BB4C74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12192000" cy="969206"/>
          </a:xfrm>
          <a:custGeom>
            <a:avLst/>
            <a:gdLst>
              <a:gd name="connsiteX0" fmla="*/ 0 w 12192000"/>
              <a:gd name="connsiteY0" fmla="*/ 0 h 969206"/>
              <a:gd name="connsiteX1" fmla="*/ 12192000 w 12192000"/>
              <a:gd name="connsiteY1" fmla="*/ 0 h 969206"/>
              <a:gd name="connsiteX2" fmla="*/ 12192000 w 12192000"/>
              <a:gd name="connsiteY2" fmla="*/ 969206 h 969206"/>
              <a:gd name="connsiteX3" fmla="*/ 0 w 12192000"/>
              <a:gd name="connsiteY3" fmla="*/ 969206 h 969206"/>
            </a:gdLst>
            <a:ahLst/>
            <a:cxnLst>
              <a:cxn ang="0">
                <a:pos x="connsiteX0" y="connsiteY0"/>
              </a:cxn>
              <a:cxn ang="0">
                <a:pos x="connsiteX1" y="connsiteY1"/>
              </a:cxn>
              <a:cxn ang="0">
                <a:pos x="connsiteX2" y="connsiteY2"/>
              </a:cxn>
              <a:cxn ang="0">
                <a:pos x="connsiteX3" y="connsiteY3"/>
              </a:cxn>
            </a:cxnLst>
            <a:rect l="l" t="t" r="r" b="b"/>
            <a:pathLst>
              <a:path w="12192000" h="969206">
                <a:moveTo>
                  <a:pt x="0" y="0"/>
                </a:moveTo>
                <a:lnTo>
                  <a:pt x="12192000" y="0"/>
                </a:lnTo>
                <a:lnTo>
                  <a:pt x="12192000" y="969206"/>
                </a:lnTo>
                <a:lnTo>
                  <a:pt x="0" y="969206"/>
                </a:lnTo>
                <a:close/>
              </a:path>
            </a:pathLst>
          </a:custGeom>
        </p:spPr>
      </p:pic>
      <p:sp>
        <p:nvSpPr>
          <p:cNvPr id="9" name="Text Placeholder 2">
            <a:extLst>
              <a:ext uri="{FF2B5EF4-FFF2-40B4-BE49-F238E27FC236}">
                <a16:creationId xmlns:a16="http://schemas.microsoft.com/office/drawing/2014/main" id="{68EFF0C1-4C2F-F855-150A-68E8C805582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bg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Tree>
    <p:extLst>
      <p:ext uri="{BB962C8B-B14F-4D97-AF65-F5344CB8AC3E}">
        <p14:creationId xmlns:p14="http://schemas.microsoft.com/office/powerpoint/2010/main" val="2669085532"/>
      </p:ext>
    </p:extLst>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op_Banner_Trio_Whit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025B98F-75D1-1C12-C38F-3ABA1B9F3F9A}"/>
              </a:ext>
            </a:extLst>
          </p:cNvPr>
          <p:cNvSpPr>
            <a:spLocks noGrp="1"/>
          </p:cNvSpPr>
          <p:nvPr>
            <p:ph type="sldNum" sz="quarter" idx="18"/>
          </p:nvPr>
        </p:nvSpPr>
        <p:spPr/>
        <p:txBody>
          <a:bodyPr/>
          <a:lstStyle>
            <a:lvl1pPr>
              <a:defRPr b="1" i="0">
                <a:latin typeface="Segoe UI Variable Display" pitchFamily="2" charset="0"/>
              </a:defRPr>
            </a:lvl1pPr>
          </a:lstStyle>
          <a:p>
            <a:fld id="{F126207E-29C7-4F9F-8309-C6BAAD6BC8C8}" type="slidenum">
              <a:rPr lang="en-US" smtClean="0"/>
              <a:pPr/>
              <a:t>‹#›</a:t>
            </a:fld>
            <a:endParaRPr lang="en-US"/>
          </a:p>
        </p:txBody>
      </p:sp>
      <p:sp>
        <p:nvSpPr>
          <p:cNvPr id="10" name="Text Placeholder 2">
            <a:extLst>
              <a:ext uri="{FF2B5EF4-FFF2-40B4-BE49-F238E27FC236}">
                <a16:creationId xmlns:a16="http://schemas.microsoft.com/office/drawing/2014/main" id="{AF0B0EAB-A284-A8BB-179E-428AF2429D6E}"/>
              </a:ext>
            </a:extLst>
          </p:cNvPr>
          <p:cNvSpPr>
            <a:spLocks noGrp="1"/>
          </p:cNvSpPr>
          <p:nvPr>
            <p:ph type="body" sz="quarter" idx="11" hasCustomPrompt="1"/>
          </p:nvPr>
        </p:nvSpPr>
        <p:spPr>
          <a:xfrm>
            <a:off x="563499" y="186252"/>
            <a:ext cx="11045888" cy="553998"/>
          </a:xfrm>
          <a:prstGeom prst="rect">
            <a:avLst/>
          </a:prstGeom>
        </p:spPr>
        <p:txBody>
          <a:bodyPr/>
          <a:lstStyle>
            <a:lvl1pPr marL="0" indent="0">
              <a:buNone/>
              <a:defRPr sz="3600" b="1" i="0">
                <a:solidFill>
                  <a:schemeClr val="tx1"/>
                </a:solidFill>
                <a:latin typeface="Segoe UI Variable Display" pitchFamily="2" charset="0"/>
                <a:cs typeface="Segoe UI" panose="020B0502040204020203" pitchFamily="34" charset="0"/>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3600" b="1" i="0">
                <a:latin typeface="Segoe UI Variable Display" pitchFamily="2" charset="0"/>
              </a:rPr>
              <a:t>Click to edit title</a:t>
            </a:r>
          </a:p>
        </p:txBody>
      </p:sp>
      <p:sp>
        <p:nvSpPr>
          <p:cNvPr id="4" name="Footer Placeholder 1">
            <a:extLst>
              <a:ext uri="{FF2B5EF4-FFF2-40B4-BE49-F238E27FC236}">
                <a16:creationId xmlns:a16="http://schemas.microsoft.com/office/drawing/2014/main" id="{CE4A9C1D-FD8A-BCDD-042A-AB36EE68F116}"/>
              </a:ext>
            </a:extLst>
          </p:cNvPr>
          <p:cNvSpPr>
            <a:spLocks noGrp="1"/>
          </p:cNvSpPr>
          <p:nvPr>
            <p:ph type="ftr" sz="quarter" idx="12"/>
          </p:nvPr>
        </p:nvSpPr>
        <p:spPr>
          <a:xfrm>
            <a:off x="584200" y="6477356"/>
            <a:ext cx="4114800" cy="123111"/>
          </a:xfrm>
        </p:spPr>
        <p:txBody>
          <a:bodyPr/>
          <a:lstStyle>
            <a:lvl1pPr>
              <a:defRPr b="0" i="0">
                <a:solidFill>
                  <a:schemeClr val="tx1"/>
                </a:solidFill>
                <a:latin typeface="Segoe UI Variable Small Light" pitchFamily="2" charset="0"/>
              </a:defRPr>
            </a:lvl1pPr>
          </a:lstStyle>
          <a:p>
            <a:r>
              <a:rPr lang="en-US"/>
              <a:t>Microsoft Confidential</a:t>
            </a:r>
          </a:p>
        </p:txBody>
      </p:sp>
      <p:sp>
        <p:nvSpPr>
          <p:cNvPr id="9" name="Text Placeholder 4">
            <a:extLst>
              <a:ext uri="{FF2B5EF4-FFF2-40B4-BE49-F238E27FC236}">
                <a16:creationId xmlns:a16="http://schemas.microsoft.com/office/drawing/2014/main" id="{8E0180DE-4ABA-4FD6-BDA8-961ED052125F}"/>
              </a:ext>
            </a:extLst>
          </p:cNvPr>
          <p:cNvSpPr>
            <a:spLocks noGrp="1"/>
          </p:cNvSpPr>
          <p:nvPr>
            <p:ph type="body" sz="quarter" idx="13" hasCustomPrompt="1"/>
          </p:nvPr>
        </p:nvSpPr>
        <p:spPr>
          <a:xfrm>
            <a:off x="563499" y="112540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
        <p:nvSpPr>
          <p:cNvPr id="11" name="Text Placeholder 4">
            <a:extLst>
              <a:ext uri="{FF2B5EF4-FFF2-40B4-BE49-F238E27FC236}">
                <a16:creationId xmlns:a16="http://schemas.microsoft.com/office/drawing/2014/main" id="{A64EC02C-CD0D-2406-7313-FA3453FAD434}"/>
              </a:ext>
            </a:extLst>
          </p:cNvPr>
          <p:cNvSpPr>
            <a:spLocks noGrp="1"/>
          </p:cNvSpPr>
          <p:nvPr>
            <p:ph type="body" sz="quarter" idx="19" hasCustomPrompt="1"/>
          </p:nvPr>
        </p:nvSpPr>
        <p:spPr>
          <a:xfrm>
            <a:off x="6269535" y="1114221"/>
            <a:ext cx="5532501" cy="5214439"/>
          </a:xfrm>
          <a:prstGeom prst="rect">
            <a:avLst/>
          </a:prstGeom>
        </p:spPr>
        <p:txBody>
          <a:bodyPr/>
          <a:lstStyle>
            <a:lvl1pPr marL="0" indent="0">
              <a:buNone/>
              <a:defRPr sz="2000" b="1" i="0">
                <a:solidFill>
                  <a:schemeClr val="tx1"/>
                </a:solidFill>
                <a:latin typeface="Segoe UI Semibold" panose="020B0702040204020203" pitchFamily="34" charset="0"/>
                <a:cs typeface="Segoe UI Semibold" panose="020B0702040204020203" pitchFamily="34" charset="0"/>
              </a:defRPr>
            </a:lvl1pPr>
            <a:lvl2pPr marL="228600" indent="0">
              <a:buNone/>
              <a:defRPr>
                <a:solidFill>
                  <a:schemeClr val="tx1"/>
                </a:solidFill>
                <a:latin typeface="+mj-lt"/>
              </a:defRPr>
            </a:lvl2pPr>
            <a:lvl3pPr marL="457200" indent="0">
              <a:buNone/>
              <a:defRPr>
                <a:solidFill>
                  <a:schemeClr val="tx1"/>
                </a:solidFill>
                <a:latin typeface="+mj-lt"/>
              </a:defRPr>
            </a:lvl3pPr>
            <a:lvl4pPr marL="661988" indent="0">
              <a:buNone/>
              <a:defRPr>
                <a:solidFill>
                  <a:schemeClr val="tx1"/>
                </a:solidFill>
                <a:latin typeface="+mj-lt"/>
              </a:defRPr>
            </a:lvl4pPr>
            <a:lvl5pPr marL="855663" indent="0">
              <a:buNone/>
              <a:defRPr>
                <a:solidFill>
                  <a:schemeClr val="tx1"/>
                </a:solidFill>
                <a:latin typeface="+mj-lt"/>
              </a:defRPr>
            </a:lvl5pPr>
          </a:lstStyle>
          <a:p>
            <a:pPr algn="l"/>
            <a:r>
              <a:rPr lang="en-US" sz="2000" b="1" i="0">
                <a:latin typeface="Segoe UI Variable Display Semibold" pitchFamily="2" charset="0"/>
              </a:rPr>
              <a:t>Click to edit text</a:t>
            </a:r>
          </a:p>
        </p:txBody>
      </p:sp>
    </p:spTree>
    <p:extLst>
      <p:ext uri="{BB962C8B-B14F-4D97-AF65-F5344CB8AC3E}">
        <p14:creationId xmlns:p14="http://schemas.microsoft.com/office/powerpoint/2010/main" val="2602993600"/>
      </p:ext>
    </p:extLst>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hank_You_Im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EE5EDC-231B-9E08-7B8D-B15DB1DEBFD3}"/>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Footer Placeholder 1">
            <a:extLst>
              <a:ext uri="{FF2B5EF4-FFF2-40B4-BE49-F238E27FC236}">
                <a16:creationId xmlns:a16="http://schemas.microsoft.com/office/drawing/2014/main" id="{C137BB25-FAE7-4594-DE3A-28FB1247ADBA}"/>
              </a:ext>
            </a:extLst>
          </p:cNvPr>
          <p:cNvSpPr>
            <a:spLocks noGrp="1"/>
          </p:cNvSpPr>
          <p:nvPr>
            <p:ph type="ftr" sz="quarter" idx="12"/>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a:t>Microsoft Confidential</a:t>
            </a:r>
          </a:p>
        </p:txBody>
      </p:sp>
      <p:sp>
        <p:nvSpPr>
          <p:cNvPr id="7" name="Text Placeholder 6">
            <a:extLst>
              <a:ext uri="{FF2B5EF4-FFF2-40B4-BE49-F238E27FC236}">
                <a16:creationId xmlns:a16="http://schemas.microsoft.com/office/drawing/2014/main" id="{74A6712B-AE58-A954-20DB-A07FB2E5D3F9}"/>
              </a:ext>
            </a:extLst>
          </p:cNvPr>
          <p:cNvSpPr>
            <a:spLocks noGrp="1"/>
          </p:cNvSpPr>
          <p:nvPr>
            <p:ph type="body" sz="quarter" idx="13" hasCustomPrompt="1"/>
          </p:nvPr>
        </p:nvSpPr>
        <p:spPr>
          <a:xfrm>
            <a:off x="584200" y="4885140"/>
            <a:ext cx="10480421" cy="923330"/>
          </a:xfrm>
        </p:spPr>
        <p:txBody>
          <a:bodyPr/>
          <a:lstStyle>
            <a:lvl1pPr marL="0" indent="0">
              <a:buNone/>
              <a:defRPr sz="6000" b="1" i="0">
                <a:solidFill>
                  <a:schemeClr val="bg1"/>
                </a:solidFill>
                <a:latin typeface="Segoe UI Variable Display" pitchFamily="2" charset="0"/>
              </a:defRPr>
            </a:lvl1pPr>
          </a:lstStyle>
          <a:p>
            <a:pPr lvl="0"/>
            <a:r>
              <a:rPr lang="en-US"/>
              <a:t>Thank you.</a:t>
            </a:r>
          </a:p>
        </p:txBody>
      </p:sp>
    </p:spTree>
    <p:extLst>
      <p:ext uri="{BB962C8B-B14F-4D97-AF65-F5344CB8AC3E}">
        <p14:creationId xmlns:p14="http://schemas.microsoft.com/office/powerpoint/2010/main" val="41607889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10554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2129148354"/>
      </p:ext>
    </p:extLst>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041390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5468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5"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23310172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Screensho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65C022-5A4E-84F5-B51B-1431B6A0AE21}"/>
              </a:ext>
            </a:extLst>
          </p:cNvPr>
          <p:cNvSpPr/>
          <p:nvPr userDrawn="1"/>
        </p:nvSpPr>
        <p:spPr bwMode="auto">
          <a:xfrm>
            <a:off x="304800" y="292100"/>
            <a:ext cx="11582400" cy="6272213"/>
          </a:xfrm>
          <a:prstGeom prst="rect">
            <a:avLst/>
          </a:prstGeom>
          <a:gradFill>
            <a:gsLst>
              <a:gs pos="64000">
                <a:srgbClr val="0D82CB"/>
              </a:gs>
              <a:gs pos="0">
                <a:srgbClr val="7FDE7B"/>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Sans Text" pitchFamily="2" charset="0"/>
            </a:endParaRPr>
          </a:p>
        </p:txBody>
      </p:sp>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461762" y="1490647"/>
            <a:ext cx="6879337" cy="3876706"/>
          </a:xfrm>
          <a:blipFill>
            <a:blip r:embed="rId2"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40474291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0.xml><?xml version="1.0" encoding="utf-8"?>
<p:sldLayout xmlns:a="http://schemas.openxmlformats.org/drawingml/2006/main" xmlns:r="http://schemas.openxmlformats.org/officeDocument/2006/relationships" xmlns:p="http://schemas.openxmlformats.org/presentationml/2006/main">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gradFill>
            <a:gsLst>
              <a:gs pos="100000">
                <a:schemeClr val="accent3"/>
              </a:gs>
              <a:gs pos="8000">
                <a:schemeClr val="accent1"/>
              </a:gs>
            </a:gsLst>
            <a:lin ang="18900000" scaled="1"/>
          </a:gradFill>
        </p:spPr>
        <p:txBody>
          <a:bodyPr vert="horz" wrap="square" lIns="0" tIns="1371600" rIns="0" bIns="0" rtlCol="0" anchor="t" anchorCtr="0">
            <a:noAutofit/>
          </a:bodyPr>
          <a:lstStyle>
            <a:lvl1pPr marL="0" indent="0" algn="ctr">
              <a:buNone/>
              <a:defRPr lang="en-US" sz="14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66734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2"/>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1">
                <a:solidFill>
                  <a:schemeClr val="bg1"/>
                </a:solidFill>
              </a:defRPr>
            </a:lvl1pPr>
          </a:lstStyle>
          <a:p>
            <a:r>
              <a:rPr lang="en-US"/>
              <a:t>Drag &amp; drop your photo here or click or tap icon below to insert</a:t>
            </a:r>
          </a:p>
        </p:txBody>
      </p:sp>
    </p:spTree>
    <p:extLst>
      <p:ext uri="{BB962C8B-B14F-4D97-AF65-F5344CB8AC3E}">
        <p14:creationId xmlns:p14="http://schemas.microsoft.com/office/powerpoint/2010/main" val="876437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2.xml><?xml version="1.0" encoding="utf-8"?>
<p:sldLayout xmlns:a="http://schemas.openxmlformats.org/drawingml/2006/main" xmlns:r="http://schemas.openxmlformats.org/officeDocument/2006/relationships" xmlns:p="http://schemas.openxmlformats.org/presentationml/2006/main">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6812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b="1">
                <a:solidFill>
                  <a:schemeClr val="tx2"/>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303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25946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4" y="457200"/>
            <a:ext cx="11018520" cy="553870"/>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1"/>
            <a:ext cx="5367528" cy="276871"/>
          </a:xfrm>
        </p:spPr>
        <p:txBody>
          <a:bodyPr/>
          <a:lstStyle>
            <a:lvl1pPr marL="0" indent="0" algn="l">
              <a:spcBef>
                <a:spcPts val="0"/>
              </a:spcBef>
              <a:buNone/>
              <a:defRPr sz="1799">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no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531" lvl="0" indent="-228531"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2"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3904871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cSld name="1_Title &amp;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E16DF-5189-4EC0-9ED7-D0F6BB61E862}"/>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69"/>
            <a:ext cx="10984539" cy="4899524"/>
          </a:xfrm>
        </p:spPr>
        <p:txBody>
          <a:bodyPr wrap="square">
            <a:noAutofit/>
          </a:bodyPr>
          <a:lstStyle>
            <a:lvl1pPr marL="0" indent="0">
              <a:buNone/>
              <a:defRPr/>
            </a:lvl1pPr>
            <a:lvl2pPr marL="0" indent="0">
              <a:buNone/>
              <a:defRPr/>
            </a:lvl2pPr>
            <a:lvl3pPr marL="0" indent="0">
              <a:buNone/>
              <a:defRPr/>
            </a:lvl3pPr>
            <a:lvl4pPr marL="0" indent="0">
              <a:buNone/>
              <a:defRPr/>
            </a:lvl4pPr>
            <a:lvl5pPr marL="176213" indent="-176213">
              <a:spcAft>
                <a:spcPts val="600"/>
              </a:spcAft>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278727"/>
      </p:ext>
    </p:extLst>
  </p:cSld>
  <p:clrMapOvr>
    <a:masterClrMapping/>
  </p:clrMapOvr>
  <p:transition>
    <p:fade/>
  </p:transition>
  <p:extLst>
    <p:ext uri="{DCECCB84-F9BA-43D5-87BE-67443E8EF086}">
      <p15:sldGuideLst xmlns:p15="http://schemas.microsoft.com/office/powerpoint/2012/main"/>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10_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FE9529-DD87-4671-AEC5-9F8C9794C00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DC99A39-21B4-B0B5-B84C-183403D9C7E5}"/>
              </a:ext>
            </a:extLst>
          </p:cNvPr>
          <p:cNvSpPr>
            <a:spLocks noGrp="1"/>
          </p:cNvSpPr>
          <p:nvPr>
            <p:ph sz="quarter" idx="10"/>
          </p:nvPr>
        </p:nvSpPr>
        <p:spPr>
          <a:xfrm>
            <a:off x="625475" y="1473200"/>
            <a:ext cx="3476625" cy="520700"/>
          </a:xfrm>
        </p:spPr>
        <p:txBody>
          <a:bodyPr/>
          <a:lstStyle/>
          <a:p>
            <a:pPr lvl="0"/>
            <a:endParaRPr lang="en-US"/>
          </a:p>
        </p:txBody>
      </p:sp>
      <p:sp>
        <p:nvSpPr>
          <p:cNvPr id="5" name="Content Placeholder 3">
            <a:extLst>
              <a:ext uri="{FF2B5EF4-FFF2-40B4-BE49-F238E27FC236}">
                <a16:creationId xmlns:a16="http://schemas.microsoft.com/office/drawing/2014/main" id="{7DF11D15-A85A-0C8F-DBB3-47143ED1D869}"/>
              </a:ext>
            </a:extLst>
          </p:cNvPr>
          <p:cNvSpPr>
            <a:spLocks noGrp="1"/>
          </p:cNvSpPr>
          <p:nvPr>
            <p:ph sz="quarter" idx="11"/>
          </p:nvPr>
        </p:nvSpPr>
        <p:spPr>
          <a:xfrm>
            <a:off x="625475" y="2298700"/>
            <a:ext cx="3476625" cy="520700"/>
          </a:xfrm>
        </p:spPr>
        <p:txBody>
          <a:bodyPr/>
          <a:lstStyle/>
          <a:p>
            <a:pPr lvl="0"/>
            <a:endParaRPr lang="en-US"/>
          </a:p>
        </p:txBody>
      </p:sp>
      <p:sp>
        <p:nvSpPr>
          <p:cNvPr id="6" name="Content Placeholder 3">
            <a:extLst>
              <a:ext uri="{FF2B5EF4-FFF2-40B4-BE49-F238E27FC236}">
                <a16:creationId xmlns:a16="http://schemas.microsoft.com/office/drawing/2014/main" id="{71DA5763-0B9E-FC89-1D26-5C518A79DA05}"/>
              </a:ext>
            </a:extLst>
          </p:cNvPr>
          <p:cNvSpPr>
            <a:spLocks noGrp="1"/>
          </p:cNvSpPr>
          <p:nvPr>
            <p:ph sz="quarter" idx="12"/>
          </p:nvPr>
        </p:nvSpPr>
        <p:spPr>
          <a:xfrm>
            <a:off x="625475" y="3124200"/>
            <a:ext cx="3476625" cy="520700"/>
          </a:xfrm>
        </p:spPr>
        <p:txBody>
          <a:bodyPr/>
          <a:lstStyle/>
          <a:p>
            <a:pPr lvl="0"/>
            <a:endParaRPr lang="en-US"/>
          </a:p>
        </p:txBody>
      </p:sp>
      <p:sp>
        <p:nvSpPr>
          <p:cNvPr id="7" name="Content Placeholder 3">
            <a:extLst>
              <a:ext uri="{FF2B5EF4-FFF2-40B4-BE49-F238E27FC236}">
                <a16:creationId xmlns:a16="http://schemas.microsoft.com/office/drawing/2014/main" id="{B04A2C3D-7C9B-4DEA-11A8-C12CF6080B4F}"/>
              </a:ext>
            </a:extLst>
          </p:cNvPr>
          <p:cNvSpPr>
            <a:spLocks noGrp="1"/>
          </p:cNvSpPr>
          <p:nvPr>
            <p:ph sz="quarter" idx="13"/>
          </p:nvPr>
        </p:nvSpPr>
        <p:spPr>
          <a:xfrm>
            <a:off x="625475" y="3949700"/>
            <a:ext cx="3476625" cy="520700"/>
          </a:xfrm>
        </p:spPr>
        <p:txBody>
          <a:bodyPr/>
          <a:lstStyle/>
          <a:p>
            <a:pPr lvl="0"/>
            <a:endParaRPr lang="en-US"/>
          </a:p>
        </p:txBody>
      </p:sp>
      <p:sp>
        <p:nvSpPr>
          <p:cNvPr id="8" name="Content Placeholder 3">
            <a:extLst>
              <a:ext uri="{FF2B5EF4-FFF2-40B4-BE49-F238E27FC236}">
                <a16:creationId xmlns:a16="http://schemas.microsoft.com/office/drawing/2014/main" id="{37258921-F190-D1FD-7DDC-9574DB62C512}"/>
              </a:ext>
            </a:extLst>
          </p:cNvPr>
          <p:cNvSpPr>
            <a:spLocks noGrp="1"/>
          </p:cNvSpPr>
          <p:nvPr>
            <p:ph sz="quarter" idx="14"/>
          </p:nvPr>
        </p:nvSpPr>
        <p:spPr>
          <a:xfrm>
            <a:off x="624849" y="4775200"/>
            <a:ext cx="3476625" cy="520700"/>
          </a:xfrm>
        </p:spPr>
        <p:txBody>
          <a:bodyPr/>
          <a:lstStyle/>
          <a:p>
            <a:pPr lvl="0"/>
            <a:endParaRPr lang="en-US"/>
          </a:p>
        </p:txBody>
      </p:sp>
      <p:sp>
        <p:nvSpPr>
          <p:cNvPr id="9" name="Content Placeholder 3">
            <a:extLst>
              <a:ext uri="{FF2B5EF4-FFF2-40B4-BE49-F238E27FC236}">
                <a16:creationId xmlns:a16="http://schemas.microsoft.com/office/drawing/2014/main" id="{6C8C944A-1B2A-74C5-EEDD-B6F26279274A}"/>
              </a:ext>
            </a:extLst>
          </p:cNvPr>
          <p:cNvSpPr>
            <a:spLocks noGrp="1"/>
          </p:cNvSpPr>
          <p:nvPr>
            <p:ph sz="quarter" idx="15"/>
          </p:nvPr>
        </p:nvSpPr>
        <p:spPr>
          <a:xfrm>
            <a:off x="624849" y="5600700"/>
            <a:ext cx="3476625" cy="520700"/>
          </a:xfrm>
        </p:spPr>
        <p:txBody>
          <a:bodyPr/>
          <a:lstStyle/>
          <a:p>
            <a:pPr lvl="0"/>
            <a:endParaRPr lang="en-US"/>
          </a:p>
        </p:txBody>
      </p:sp>
    </p:spTree>
    <p:extLst>
      <p:ext uri="{BB962C8B-B14F-4D97-AF65-F5344CB8AC3E}">
        <p14:creationId xmlns:p14="http://schemas.microsoft.com/office/powerpoint/2010/main" val="29230542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2_Title left &amp; non-bulleted text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AE8A1D1-C0FE-4F6D-AB19-4D9F4FAF1014}"/>
              </a:ext>
            </a:extLst>
          </p:cNvPr>
          <p:cNvSpPr>
            <a:spLocks noGrp="1"/>
          </p:cNvSpPr>
          <p:nvPr>
            <p:ph type="title"/>
          </p:nvPr>
        </p:nvSpPr>
        <p:spPr>
          <a:xfrm>
            <a:off x="584201" y="906705"/>
            <a:ext cx="3650573" cy="2519707"/>
          </a:xfrm>
          <a:prstGeom prst="rect">
            <a:avLst/>
          </a:prstGeom>
        </p:spPr>
        <p:txBody>
          <a:bodyPr lIns="0" tIns="0" rIns="0" bIns="0" anchor="b">
            <a:noAutofit/>
          </a:bodyPr>
          <a:lstStyle>
            <a:lvl1pPr algn="l">
              <a:defRPr/>
            </a:lvl1pPr>
          </a:lstStyle>
          <a:p>
            <a:r>
              <a:rPr lang="en-US"/>
              <a:t>Click to edit Master title style</a:t>
            </a:r>
          </a:p>
        </p:txBody>
      </p:sp>
      <p:sp>
        <p:nvSpPr>
          <p:cNvPr id="4" name="Text Placeholder 3"/>
          <p:cNvSpPr>
            <a:spLocks noGrp="1"/>
          </p:cNvSpPr>
          <p:nvPr>
            <p:ph type="body" sz="quarter" idx="10"/>
          </p:nvPr>
        </p:nvSpPr>
        <p:spPr>
          <a:xfrm>
            <a:off x="5484700" y="-2588"/>
            <a:ext cx="6124688" cy="6858000"/>
          </a:xfrm>
        </p:spPr>
        <p:txBody>
          <a:bodyPr wrap="square" anchor="ctr">
            <a:noAutofit/>
          </a:bodyPr>
          <a:lstStyle>
            <a:lvl1pPr marL="0" indent="0">
              <a:buNone/>
              <a:defRPr sz="2000"/>
            </a:lvl1pPr>
            <a:lvl2pPr marL="0" indent="0">
              <a:spcAft>
                <a:spcPts val="600"/>
              </a:spcAft>
              <a:buNone/>
              <a:defRPr sz="1800"/>
            </a:lvl2pPr>
            <a:lvl3pPr marL="0" indent="0">
              <a:buNone/>
              <a:defRPr sz="1400"/>
            </a:lvl3pPr>
            <a:lvl4pPr marL="0" indent="0">
              <a:buNone/>
              <a:defRPr/>
            </a:lvl4pPr>
            <a:lvl5pPr marL="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2">
            <a:extLst>
              <a:ext uri="{FF2B5EF4-FFF2-40B4-BE49-F238E27FC236}">
                <a16:creationId xmlns:a16="http://schemas.microsoft.com/office/drawing/2014/main" id="{56B5B105-7471-4F10-87CC-49F9B5C2363B}"/>
              </a:ext>
            </a:extLst>
          </p:cNvPr>
          <p:cNvSpPr>
            <a:spLocks noGrp="1"/>
          </p:cNvSpPr>
          <p:nvPr>
            <p:ph type="body" sz="quarter" idx="11"/>
          </p:nvPr>
        </p:nvSpPr>
        <p:spPr>
          <a:xfrm>
            <a:off x="584201" y="3552881"/>
            <a:ext cx="3650573" cy="1448492"/>
          </a:xfrm>
        </p:spPr>
        <p:txBody>
          <a:bodyPr>
            <a:noAutofit/>
          </a:bodyPr>
          <a:lstStyle>
            <a:lvl1pPr algn="l">
              <a:defRPr sz="2000"/>
            </a:lvl1pPr>
            <a:lvl2pPr algn="l">
              <a:defRPr sz="1800"/>
            </a:lvl2pPr>
            <a:lvl3pPr algn="l">
              <a:defRPr sz="1400"/>
            </a:lvl3pPr>
            <a:lvl4pPr algn="l">
              <a:defRPr sz="1200"/>
            </a:lvl4pPr>
            <a:lvl5pPr algn="l">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9597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orient="horz" pos="2160">
          <p15:clr>
            <a:srgbClr val="5ACBF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201" y="2019300"/>
            <a:ext cx="3650573" cy="1409700"/>
          </a:xfrm>
          <a:prstGeom prst="rect">
            <a:avLst/>
          </a:prstGeom>
        </p:spPr>
        <p:txBody>
          <a:bodyPr lIns="0" tIns="0" rIns="0" bIns="0" anchor="b">
            <a:noAutofit/>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6A7E4C07-9D8A-38B6-8E2D-CF244A34EDDB}"/>
              </a:ext>
            </a:extLst>
          </p:cNvPr>
          <p:cNvSpPr>
            <a:spLocks noChangeAspect="1"/>
          </p:cNvSpPr>
          <p:nvPr userDrawn="1"/>
        </p:nvSpPr>
        <p:spPr bwMode="auto">
          <a:xfrm>
            <a:off x="584201" y="521231"/>
            <a:ext cx="1371600" cy="1371600"/>
          </a:xfrm>
          <a:prstGeom prst="rect">
            <a:avLst/>
          </a:prstGeom>
          <a:solidFill>
            <a:schemeClr val="accent1">
              <a:alpha val="30000"/>
            </a:schemeClr>
          </a:solidFill>
          <a:ln w="31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0539832"/>
      </p:ext>
    </p:extLst>
  </p:cSld>
  <p:clrMapOvr>
    <a:masterClrMapping/>
  </p:clrMapOvr>
  <p:transition>
    <p:fade/>
  </p:transition>
  <p:extLst>
    <p:ext uri="{DCECCB84-F9BA-43D5-87BE-67443E8EF086}">
      <p15:sldGuideLst xmlns:p15="http://schemas.microsoft.com/office/powerpoint/2012/main">
        <p15:guide id="2" orient="horz" pos="2160">
          <p15:clr>
            <a:srgbClr val="5ACBF0"/>
          </p15:clr>
        </p15:guide>
        <p15:guide id="3" orient="horz" pos="288">
          <p15:clr>
            <a:srgbClr val="5ACBF0"/>
          </p15:clr>
        </p15:guide>
        <p15:guide id="5" orient="horz" pos="904">
          <p15:clr>
            <a:srgbClr val="5ACBF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8748521"/>
      </p:ext>
    </p:extLst>
  </p:cSld>
  <p:clrMapOvr>
    <a:masterClrMapping/>
  </p:clrMapOvr>
  <p:transition>
    <p:fade/>
  </p:transition>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170040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pic>
        <p:nvPicPr>
          <p:cNvPr id="2" name="MS logo white - EMF" descr="Microsoft logo white text version">
            <a:extLst>
              <a:ext uri="{FF2B5EF4-FFF2-40B4-BE49-F238E27FC236}">
                <a16:creationId xmlns:a16="http://schemas.microsoft.com/office/drawing/2014/main" id="{962D3685-4435-423E-AC9A-86C3F6305A3A}"/>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611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470252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24532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7461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0186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0048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30392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43741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342734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9076158"/>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15528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05513782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322386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0756215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104545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8206522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2981117"/>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p15:clr>
            <a:srgbClr val="5ACBF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67130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4692263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802035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98212969"/>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0905672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26364899"/>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756299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603407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90709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0839941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077800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5470894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6397302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9785018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2739389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435732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85585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4268497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630648345"/>
      </p:ext>
    </p:extLst>
  </p:cSld>
  <p:clrMapOvr>
    <a:masterClrMapping/>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797513798"/>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72163074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638340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3306862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3094550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4691817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129224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6679713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12808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99911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1582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51212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287926030"/>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2823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Azure Data All Hands">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FEE0C23-C0DD-6E4A-9E72-11CB6C3AA833}"/>
              </a:ext>
            </a:extLst>
          </p:cNvPr>
          <p:cNvSpPr/>
          <p:nvPr userDrawn="1"/>
        </p:nvSpPr>
        <p:spPr bwMode="auto">
          <a:xfrm>
            <a:off x="5326063" y="0"/>
            <a:ext cx="6865937"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4" name="Graphic 3">
            <a:extLst>
              <a:ext uri="{FF2B5EF4-FFF2-40B4-BE49-F238E27FC236}">
                <a16:creationId xmlns:a16="http://schemas.microsoft.com/office/drawing/2014/main" id="{A57CF859-E00A-8047-B30C-E47B6D4BB41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11371" y="377371"/>
            <a:ext cx="6103257" cy="6103257"/>
          </a:xfrm>
          <a:prstGeom prst="rect">
            <a:avLst/>
          </a:prstGeom>
        </p:spPr>
      </p:pic>
      <p:sp>
        <p:nvSpPr>
          <p:cNvPr id="3" name="Rectangle 2">
            <a:extLst>
              <a:ext uri="{FF2B5EF4-FFF2-40B4-BE49-F238E27FC236}">
                <a16:creationId xmlns:a16="http://schemas.microsoft.com/office/drawing/2014/main" id="{4696F784-A615-2F41-93AA-8064D970D771}"/>
              </a:ext>
            </a:extLst>
          </p:cNvPr>
          <p:cNvSpPr/>
          <p:nvPr userDrawn="1"/>
        </p:nvSpPr>
        <p:spPr bwMode="auto">
          <a:xfrm>
            <a:off x="1" y="1"/>
            <a:ext cx="12192000" cy="6858000"/>
          </a:xfrm>
          <a:prstGeom prst="rect">
            <a:avLst/>
          </a:prstGeom>
          <a:gradFill>
            <a:gsLst>
              <a:gs pos="100000">
                <a:schemeClr val="accent1">
                  <a:alpha val="25000"/>
                </a:schemeClr>
              </a:gs>
              <a:gs pos="0">
                <a:schemeClr val="accent1">
                  <a:alpha val="0"/>
                </a:schemeClr>
              </a:gs>
            </a:gsLst>
            <a:lin ang="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548652"/>
            <a:ext cx="4167887" cy="984885"/>
          </a:xfrm>
        </p:spPr>
        <p:txBody>
          <a:bodyPr anchor="b" anchorCtr="0">
            <a:spAutoFit/>
          </a:bodyPr>
          <a:lstStyle>
            <a:lvl1pPr algn="l">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sp>
        <p:nvSpPr>
          <p:cNvPr id="10" name="Text Placeholder 4">
            <a:extLst>
              <a:ext uri="{FF2B5EF4-FFF2-40B4-BE49-F238E27FC236}">
                <a16:creationId xmlns:a16="http://schemas.microsoft.com/office/drawing/2014/main" id="{9971DF7F-2C6F-C047-87E6-01BCE692B33C}"/>
              </a:ext>
            </a:extLst>
          </p:cNvPr>
          <p:cNvSpPr>
            <a:spLocks noGrp="1"/>
          </p:cNvSpPr>
          <p:nvPr>
            <p:ph type="body" sz="quarter" idx="13" hasCustomPrompt="1"/>
          </p:nvPr>
        </p:nvSpPr>
        <p:spPr>
          <a:xfrm>
            <a:off x="582042" y="6088741"/>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Date</a:t>
            </a:r>
          </a:p>
        </p:txBody>
      </p:sp>
      <p:sp>
        <p:nvSpPr>
          <p:cNvPr id="11" name="Text Placeholder 4">
            <a:extLst>
              <a:ext uri="{FF2B5EF4-FFF2-40B4-BE49-F238E27FC236}">
                <a16:creationId xmlns:a16="http://schemas.microsoft.com/office/drawing/2014/main" id="{F5A9D17E-0B71-3F4E-966C-B9B2C5D11AAB}"/>
              </a:ext>
            </a:extLst>
          </p:cNvPr>
          <p:cNvSpPr>
            <a:spLocks noGrp="1"/>
          </p:cNvSpPr>
          <p:nvPr>
            <p:ph type="body" sz="quarter" idx="14" hasCustomPrompt="1"/>
          </p:nvPr>
        </p:nvSpPr>
        <p:spPr>
          <a:xfrm>
            <a:off x="582042" y="4400889"/>
            <a:ext cx="4164583" cy="215444"/>
          </a:xfrm>
          <a:noFill/>
        </p:spPr>
        <p:txBody>
          <a:bodyPr wrap="square" lIns="0" tIns="0" rIns="0" bIns="0">
            <a:spAutoFit/>
          </a:bodyPr>
          <a:lstStyle>
            <a:lvl1pPr marL="0" indent="0">
              <a:spcBef>
                <a:spcPts val="0"/>
              </a:spcBef>
              <a:buNone/>
              <a:defRPr sz="1400" b="0" i="0" spc="0" baseline="0">
                <a:solidFill>
                  <a:schemeClr val="tx1"/>
                </a:solidFill>
                <a:latin typeface="Segoe UI" panose="020B0502040204020203" pitchFamily="34" charset="0"/>
                <a:cs typeface="Segoe UI" panose="020B0502040204020203" pitchFamily="34" charset="0"/>
              </a:defRPr>
            </a:lvl1pPr>
          </a:lstStyle>
          <a:p>
            <a:pPr lvl="0"/>
            <a:r>
              <a:rPr lang="en-US"/>
              <a:t>Speaker title</a:t>
            </a:r>
          </a:p>
        </p:txBody>
      </p:sp>
      <p:pic>
        <p:nvPicPr>
          <p:cNvPr id="9" name="MS logo white - EMF" descr="Microsoft logo white text version">
            <a:extLst>
              <a:ext uri="{FF2B5EF4-FFF2-40B4-BE49-F238E27FC236}">
                <a16:creationId xmlns:a16="http://schemas.microsoft.com/office/drawing/2014/main" id="{34ABE124-0544-0C4D-9FCE-68AA16069F0C}"/>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6378931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lgn="l">
              <a:defRPr sz="36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3797700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no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pic>
        <p:nvPicPr>
          <p:cNvPr id="7" name="MS logo white - EMF" descr="Microsoft logo white text version">
            <a:extLst>
              <a:ext uri="{FF2B5EF4-FFF2-40B4-BE49-F238E27FC236}">
                <a16:creationId xmlns:a16="http://schemas.microsoft.com/office/drawing/2014/main" id="{4FEECCAC-0723-BE77-2780-C0C6DE673474}"/>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89500833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36" name="Group 35">
            <a:extLst>
              <a:ext uri="{FF2B5EF4-FFF2-40B4-BE49-F238E27FC236}">
                <a16:creationId xmlns:a16="http://schemas.microsoft.com/office/drawing/2014/main" id="{4E02E165-8FB9-4BAC-89A8-82F852FC3D11}"/>
              </a:ext>
            </a:extLst>
          </p:cNvPr>
          <p:cNvGrpSpPr/>
          <p:nvPr userDrawn="1"/>
        </p:nvGrpSpPr>
        <p:grpSpPr>
          <a:xfrm>
            <a:off x="10029650" y="3023271"/>
            <a:ext cx="593947" cy="652463"/>
            <a:chOff x="10029649" y="3023271"/>
            <a:chExt cx="593947" cy="652463"/>
          </a:xfrm>
        </p:grpSpPr>
        <p:grpSp>
          <p:nvGrpSpPr>
            <p:cNvPr id="33" name="Group 32">
              <a:extLst>
                <a:ext uri="{FF2B5EF4-FFF2-40B4-BE49-F238E27FC236}">
                  <a16:creationId xmlns:a16="http://schemas.microsoft.com/office/drawing/2014/main" id="{612A56EB-B7AC-4F7F-A951-4B9C94A84077}"/>
                </a:ext>
              </a:extLst>
            </p:cNvPr>
            <p:cNvGrpSpPr/>
            <p:nvPr userDrawn="1"/>
          </p:nvGrpSpPr>
          <p:grpSpPr>
            <a:xfrm>
              <a:off x="10029649" y="3024859"/>
              <a:ext cx="137160" cy="650875"/>
              <a:chOff x="10029649" y="3024859"/>
              <a:chExt cx="137160" cy="650875"/>
            </a:xfrm>
          </p:grpSpPr>
          <p:cxnSp>
            <p:nvCxnSpPr>
              <p:cNvPr id="22" name="Straight Connector 21">
                <a:extLst>
                  <a:ext uri="{FF2B5EF4-FFF2-40B4-BE49-F238E27FC236}">
                    <a16:creationId xmlns:a16="http://schemas.microsoft.com/office/drawing/2014/main" id="{A9562522-E42A-43B7-AB52-62DDB37D5835}"/>
                  </a:ext>
                </a:extLst>
              </p:cNvPr>
              <p:cNvCxnSpPr>
                <a:cxnSpLocks/>
              </p:cNvCxnSpPr>
              <p:nvPr userDrawn="1"/>
            </p:nvCxnSpPr>
            <p:spPr>
              <a:xfrm rot="16200000">
                <a:off x="9772793" y="3350297"/>
                <a:ext cx="650875" cy="0"/>
              </a:xfrm>
              <a:prstGeom prst="line">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FFA8598-A624-4472-838A-16707C3B342C}"/>
                  </a:ext>
                </a:extLst>
              </p:cNvPr>
              <p:cNvSpPr/>
              <p:nvPr userDrawn="1"/>
            </p:nvSpPr>
            <p:spPr bwMode="auto">
              <a:xfrm rot="16200000">
                <a:off x="10029649" y="3133762"/>
                <a:ext cx="137160" cy="137160"/>
              </a:xfrm>
              <a:prstGeom prst="ellipse">
                <a:avLst/>
              </a:prstGeom>
              <a:solidFill>
                <a:schemeClr val="accent1"/>
              </a:solidFill>
              <a:ln w="2857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4" name="Group 33">
              <a:extLst>
                <a:ext uri="{FF2B5EF4-FFF2-40B4-BE49-F238E27FC236}">
                  <a16:creationId xmlns:a16="http://schemas.microsoft.com/office/drawing/2014/main" id="{17B2223C-5277-40FD-9764-EDCABCA1DB2B}"/>
                </a:ext>
              </a:extLst>
            </p:cNvPr>
            <p:cNvGrpSpPr/>
            <p:nvPr userDrawn="1"/>
          </p:nvGrpSpPr>
          <p:grpSpPr>
            <a:xfrm>
              <a:off x="10258042" y="3023271"/>
              <a:ext cx="137160" cy="650875"/>
              <a:chOff x="10263352" y="3023271"/>
              <a:chExt cx="137160" cy="650875"/>
            </a:xfrm>
          </p:grpSpPr>
          <p:cxnSp>
            <p:nvCxnSpPr>
              <p:cNvPr id="25" name="Straight Connector 24">
                <a:extLst>
                  <a:ext uri="{FF2B5EF4-FFF2-40B4-BE49-F238E27FC236}">
                    <a16:creationId xmlns:a16="http://schemas.microsoft.com/office/drawing/2014/main" id="{B7E7DFE1-EE22-4435-AF30-BED58AC8C78A}"/>
                  </a:ext>
                </a:extLst>
              </p:cNvPr>
              <p:cNvCxnSpPr>
                <a:cxnSpLocks/>
              </p:cNvCxnSpPr>
              <p:nvPr userDrawn="1"/>
            </p:nvCxnSpPr>
            <p:spPr>
              <a:xfrm rot="16200000">
                <a:off x="10006496" y="3348709"/>
                <a:ext cx="650875" cy="0"/>
              </a:xfrm>
              <a:prstGeom prst="line">
                <a:avLst/>
              </a:prstGeom>
              <a:ln w="1905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D6F491B-59F6-4334-A12A-E4D1ED0B2657}"/>
                  </a:ext>
                </a:extLst>
              </p:cNvPr>
              <p:cNvSpPr/>
              <p:nvPr userDrawn="1"/>
            </p:nvSpPr>
            <p:spPr bwMode="auto">
              <a:xfrm rot="16200000">
                <a:off x="10263352" y="3411574"/>
                <a:ext cx="137160" cy="137160"/>
              </a:xfrm>
              <a:prstGeom prst="ellipse">
                <a:avLst/>
              </a:prstGeom>
              <a:solidFill>
                <a:schemeClr val="accent2"/>
              </a:solidFill>
              <a:ln w="28575">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nvGrpSpPr>
            <p:cNvPr id="35" name="Group 34">
              <a:extLst>
                <a:ext uri="{FF2B5EF4-FFF2-40B4-BE49-F238E27FC236}">
                  <a16:creationId xmlns:a16="http://schemas.microsoft.com/office/drawing/2014/main" id="{D55FBD12-10EB-40C2-8197-8933EFEDC861}"/>
                </a:ext>
              </a:extLst>
            </p:cNvPr>
            <p:cNvGrpSpPr/>
            <p:nvPr userDrawn="1"/>
          </p:nvGrpSpPr>
          <p:grpSpPr>
            <a:xfrm>
              <a:off x="10486436" y="3023271"/>
              <a:ext cx="137160" cy="650875"/>
              <a:chOff x="10486436" y="3023271"/>
              <a:chExt cx="137160" cy="650875"/>
            </a:xfrm>
          </p:grpSpPr>
          <p:cxnSp>
            <p:nvCxnSpPr>
              <p:cNvPr id="29" name="Straight Connector 28">
                <a:extLst>
                  <a:ext uri="{FF2B5EF4-FFF2-40B4-BE49-F238E27FC236}">
                    <a16:creationId xmlns:a16="http://schemas.microsoft.com/office/drawing/2014/main" id="{27A2D27B-1592-4A16-BC95-26D2F3826189}"/>
                  </a:ext>
                </a:extLst>
              </p:cNvPr>
              <p:cNvCxnSpPr>
                <a:cxnSpLocks/>
              </p:cNvCxnSpPr>
              <p:nvPr userDrawn="1"/>
            </p:nvCxnSpPr>
            <p:spPr>
              <a:xfrm rot="16200000">
                <a:off x="10229580" y="3348709"/>
                <a:ext cx="650875" cy="0"/>
              </a:xfrm>
              <a:prstGeom prst="line">
                <a:avLst/>
              </a:prstGeom>
              <a:ln w="19050">
                <a:solidFill>
                  <a:schemeClr val="accent1">
                    <a:lumMod val="60000"/>
                    <a:lumOff val="4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B67CDA03-9CF4-45AD-86F3-81060A27A728}"/>
                  </a:ext>
                </a:extLst>
              </p:cNvPr>
              <p:cNvSpPr/>
              <p:nvPr userDrawn="1"/>
            </p:nvSpPr>
            <p:spPr bwMode="auto">
              <a:xfrm rot="16200000">
                <a:off x="10486436" y="3176084"/>
                <a:ext cx="137160" cy="137160"/>
              </a:xfrm>
              <a:prstGeom prst="ellipse">
                <a:avLst/>
              </a:prstGeom>
              <a:solidFill>
                <a:schemeClr val="accent1">
                  <a:lumMod val="60000"/>
                  <a:lumOff val="40000"/>
                </a:schemeClr>
              </a:solidFill>
              <a:ln w="28575">
                <a:solidFill>
                  <a:schemeClr val="accent1">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grpSp>
      </p:grpSp>
      <p:grpSp>
        <p:nvGrpSpPr>
          <p:cNvPr id="43" name="Group 42">
            <a:extLst>
              <a:ext uri="{FF2B5EF4-FFF2-40B4-BE49-F238E27FC236}">
                <a16:creationId xmlns:a16="http://schemas.microsoft.com/office/drawing/2014/main" id="{CF55D524-3FF9-43DD-AA89-0CF3F9348DBB}"/>
              </a:ext>
            </a:extLst>
          </p:cNvPr>
          <p:cNvGrpSpPr/>
          <p:nvPr userDrawn="1"/>
        </p:nvGrpSpPr>
        <p:grpSpPr>
          <a:xfrm>
            <a:off x="4387850" y="3001963"/>
            <a:ext cx="649288" cy="695325"/>
            <a:chOff x="4387850" y="3001963"/>
            <a:chExt cx="649288" cy="695325"/>
          </a:xfrm>
        </p:grpSpPr>
        <p:grpSp>
          <p:nvGrpSpPr>
            <p:cNvPr id="37" name="Group 4">
              <a:extLst>
                <a:ext uri="{FF2B5EF4-FFF2-40B4-BE49-F238E27FC236}">
                  <a16:creationId xmlns:a16="http://schemas.microsoft.com/office/drawing/2014/main" id="{F0E161BB-F7C6-4642-9264-893C9F2C2E2B}"/>
                </a:ext>
              </a:extLst>
            </p:cNvPr>
            <p:cNvGrpSpPr>
              <a:grpSpLocks noChangeAspect="1"/>
            </p:cNvGrpSpPr>
            <p:nvPr userDrawn="1"/>
          </p:nvGrpSpPr>
          <p:grpSpPr bwMode="auto">
            <a:xfrm>
              <a:off x="4387850" y="3001963"/>
              <a:ext cx="649288" cy="695325"/>
              <a:chOff x="2764" y="1891"/>
              <a:chExt cx="409" cy="438"/>
            </a:xfrm>
          </p:grpSpPr>
          <p:sp>
            <p:nvSpPr>
              <p:cNvPr id="38" name="AutoShape 3">
                <a:extLst>
                  <a:ext uri="{FF2B5EF4-FFF2-40B4-BE49-F238E27FC236}">
                    <a16:creationId xmlns:a16="http://schemas.microsoft.com/office/drawing/2014/main" id="{1A5B60B3-A3D9-4427-9644-175CC548EB1E}"/>
                  </a:ext>
                </a:extLst>
              </p:cNvPr>
              <p:cNvSpPr>
                <a:spLocks noChangeAspect="1" noChangeArrowheads="1" noTextEdit="1"/>
              </p:cNvSpPr>
              <p:nvPr userDrawn="1"/>
            </p:nvSpPr>
            <p:spPr bwMode="auto">
              <a:xfrm>
                <a:off x="2764" y="1891"/>
                <a:ext cx="40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5">
                <a:extLst>
                  <a:ext uri="{FF2B5EF4-FFF2-40B4-BE49-F238E27FC236}">
                    <a16:creationId xmlns:a16="http://schemas.microsoft.com/office/drawing/2014/main" id="{8251BCCB-4751-462C-B250-60DB8D01E8BD}"/>
                  </a:ext>
                </a:extLst>
              </p:cNvPr>
              <p:cNvSpPr>
                <a:spLocks/>
              </p:cNvSpPr>
              <p:nvPr userDrawn="1"/>
            </p:nvSpPr>
            <p:spPr bwMode="auto">
              <a:xfrm>
                <a:off x="2764" y="1891"/>
                <a:ext cx="409" cy="438"/>
              </a:xfrm>
              <a:custGeom>
                <a:avLst/>
                <a:gdLst>
                  <a:gd name="T0" fmla="*/ 328 w 409"/>
                  <a:gd name="T1" fmla="*/ 226 h 438"/>
                  <a:gd name="T2" fmla="*/ 300 w 409"/>
                  <a:gd name="T3" fmla="*/ 253 h 438"/>
                  <a:gd name="T4" fmla="*/ 336 w 409"/>
                  <a:gd name="T5" fmla="*/ 291 h 438"/>
                  <a:gd name="T6" fmla="*/ 224 w 409"/>
                  <a:gd name="T7" fmla="*/ 291 h 438"/>
                  <a:gd name="T8" fmla="*/ 224 w 409"/>
                  <a:gd name="T9" fmla="*/ 73 h 438"/>
                  <a:gd name="T10" fmla="*/ 259 w 409"/>
                  <a:gd name="T11" fmla="*/ 109 h 438"/>
                  <a:gd name="T12" fmla="*/ 286 w 409"/>
                  <a:gd name="T13" fmla="*/ 81 h 438"/>
                  <a:gd name="T14" fmla="*/ 205 w 409"/>
                  <a:gd name="T15" fmla="*/ 0 h 438"/>
                  <a:gd name="T16" fmla="*/ 123 w 409"/>
                  <a:gd name="T17" fmla="*/ 81 h 438"/>
                  <a:gd name="T18" fmla="*/ 150 w 409"/>
                  <a:gd name="T19" fmla="*/ 109 h 438"/>
                  <a:gd name="T20" fmla="*/ 185 w 409"/>
                  <a:gd name="T21" fmla="*/ 74 h 438"/>
                  <a:gd name="T22" fmla="*/ 185 w 409"/>
                  <a:gd name="T23" fmla="*/ 185 h 438"/>
                  <a:gd name="T24" fmla="*/ 73 w 409"/>
                  <a:gd name="T25" fmla="*/ 185 h 438"/>
                  <a:gd name="T26" fmla="*/ 109 w 409"/>
                  <a:gd name="T27" fmla="*/ 150 h 438"/>
                  <a:gd name="T28" fmla="*/ 82 w 409"/>
                  <a:gd name="T29" fmla="*/ 123 h 438"/>
                  <a:gd name="T30" fmla="*/ 0 w 409"/>
                  <a:gd name="T31" fmla="*/ 204 h 438"/>
                  <a:gd name="T32" fmla="*/ 81 w 409"/>
                  <a:gd name="T33" fmla="*/ 286 h 438"/>
                  <a:gd name="T34" fmla="*/ 109 w 409"/>
                  <a:gd name="T35" fmla="*/ 259 h 438"/>
                  <a:gd name="T36" fmla="*/ 73 w 409"/>
                  <a:gd name="T37" fmla="*/ 223 h 438"/>
                  <a:gd name="T38" fmla="*/ 185 w 409"/>
                  <a:gd name="T39" fmla="*/ 223 h 438"/>
                  <a:gd name="T40" fmla="*/ 185 w 409"/>
                  <a:gd name="T41" fmla="*/ 438 h 438"/>
                  <a:gd name="T42" fmla="*/ 224 w 409"/>
                  <a:gd name="T43" fmla="*/ 438 h 438"/>
                  <a:gd name="T44" fmla="*/ 224 w 409"/>
                  <a:gd name="T45" fmla="*/ 329 h 438"/>
                  <a:gd name="T46" fmla="*/ 336 w 409"/>
                  <a:gd name="T47" fmla="*/ 329 h 438"/>
                  <a:gd name="T48" fmla="*/ 300 w 409"/>
                  <a:gd name="T49" fmla="*/ 361 h 438"/>
                  <a:gd name="T50" fmla="*/ 328 w 409"/>
                  <a:gd name="T51" fmla="*/ 388 h 438"/>
                  <a:gd name="T52" fmla="*/ 409 w 409"/>
                  <a:gd name="T53" fmla="*/ 307 h 438"/>
                  <a:gd name="T54" fmla="*/ 328 w 409"/>
                  <a:gd name="T55" fmla="*/ 226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9" h="438">
                    <a:moveTo>
                      <a:pt x="328" y="226"/>
                    </a:moveTo>
                    <a:lnTo>
                      <a:pt x="300" y="253"/>
                    </a:lnTo>
                    <a:lnTo>
                      <a:pt x="336" y="291"/>
                    </a:lnTo>
                    <a:lnTo>
                      <a:pt x="224" y="291"/>
                    </a:lnTo>
                    <a:lnTo>
                      <a:pt x="224" y="73"/>
                    </a:lnTo>
                    <a:lnTo>
                      <a:pt x="259" y="109"/>
                    </a:lnTo>
                    <a:lnTo>
                      <a:pt x="286" y="81"/>
                    </a:lnTo>
                    <a:lnTo>
                      <a:pt x="205" y="0"/>
                    </a:lnTo>
                    <a:lnTo>
                      <a:pt x="123" y="81"/>
                    </a:lnTo>
                    <a:lnTo>
                      <a:pt x="150" y="109"/>
                    </a:lnTo>
                    <a:lnTo>
                      <a:pt x="185" y="74"/>
                    </a:lnTo>
                    <a:lnTo>
                      <a:pt x="185" y="185"/>
                    </a:lnTo>
                    <a:lnTo>
                      <a:pt x="73" y="185"/>
                    </a:lnTo>
                    <a:lnTo>
                      <a:pt x="109" y="150"/>
                    </a:lnTo>
                    <a:lnTo>
                      <a:pt x="82" y="123"/>
                    </a:lnTo>
                    <a:lnTo>
                      <a:pt x="0" y="204"/>
                    </a:lnTo>
                    <a:lnTo>
                      <a:pt x="81" y="286"/>
                    </a:lnTo>
                    <a:lnTo>
                      <a:pt x="109" y="259"/>
                    </a:lnTo>
                    <a:lnTo>
                      <a:pt x="73" y="223"/>
                    </a:lnTo>
                    <a:lnTo>
                      <a:pt x="185" y="223"/>
                    </a:lnTo>
                    <a:lnTo>
                      <a:pt x="185" y="438"/>
                    </a:lnTo>
                    <a:lnTo>
                      <a:pt x="224" y="438"/>
                    </a:lnTo>
                    <a:lnTo>
                      <a:pt x="224" y="329"/>
                    </a:lnTo>
                    <a:lnTo>
                      <a:pt x="336" y="329"/>
                    </a:lnTo>
                    <a:lnTo>
                      <a:pt x="300" y="361"/>
                    </a:lnTo>
                    <a:lnTo>
                      <a:pt x="328" y="388"/>
                    </a:lnTo>
                    <a:lnTo>
                      <a:pt x="409" y="307"/>
                    </a:lnTo>
                    <a:lnTo>
                      <a:pt x="328" y="22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6">
                <a:extLst>
                  <a:ext uri="{FF2B5EF4-FFF2-40B4-BE49-F238E27FC236}">
                    <a16:creationId xmlns:a16="http://schemas.microsoft.com/office/drawing/2014/main" id="{A1B2B908-A650-4445-AF23-359E0DDE78CF}"/>
                  </a:ext>
                </a:extLst>
              </p:cNvPr>
              <p:cNvSpPr>
                <a:spLocks/>
              </p:cNvSpPr>
              <p:nvPr userDrawn="1"/>
            </p:nvSpPr>
            <p:spPr bwMode="auto">
              <a:xfrm>
                <a:off x="2988" y="2117"/>
                <a:ext cx="185" cy="162"/>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 name="Freeform 6">
              <a:extLst>
                <a:ext uri="{FF2B5EF4-FFF2-40B4-BE49-F238E27FC236}">
                  <a16:creationId xmlns:a16="http://schemas.microsoft.com/office/drawing/2014/main" id="{6DC1E3D6-7433-49D1-8616-86F1FECFD0E3}"/>
                </a:ext>
              </a:extLst>
            </p:cNvPr>
            <p:cNvSpPr>
              <a:spLocks/>
            </p:cNvSpPr>
            <p:nvPr userDrawn="1"/>
          </p:nvSpPr>
          <p:spPr bwMode="auto">
            <a:xfrm rot="10800000">
              <a:off x="4387850" y="3200508"/>
              <a:ext cx="293688" cy="257175"/>
            </a:xfrm>
            <a:custGeom>
              <a:avLst/>
              <a:gdLst>
                <a:gd name="T0" fmla="*/ 0 w 185"/>
                <a:gd name="T1" fmla="*/ 103 h 162"/>
                <a:gd name="T2" fmla="*/ 112 w 185"/>
                <a:gd name="T3" fmla="*/ 103 h 162"/>
                <a:gd name="T4" fmla="*/ 76 w 185"/>
                <a:gd name="T5" fmla="*/ 135 h 162"/>
                <a:gd name="T6" fmla="*/ 104 w 185"/>
                <a:gd name="T7" fmla="*/ 162 h 162"/>
                <a:gd name="T8" fmla="*/ 185 w 185"/>
                <a:gd name="T9" fmla="*/ 81 h 162"/>
                <a:gd name="T10" fmla="*/ 104 w 185"/>
                <a:gd name="T11" fmla="*/ 0 h 162"/>
                <a:gd name="T12" fmla="*/ 76 w 185"/>
                <a:gd name="T13" fmla="*/ 27 h 162"/>
                <a:gd name="T14" fmla="*/ 112 w 185"/>
                <a:gd name="T15" fmla="*/ 65 h 162"/>
                <a:gd name="T16" fmla="*/ 0 w 185"/>
                <a:gd name="T17" fmla="*/ 65 h 162"/>
                <a:gd name="T18" fmla="*/ 0 w 185"/>
                <a:gd name="T19" fmla="*/ 10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5" h="162">
                  <a:moveTo>
                    <a:pt x="0" y="103"/>
                  </a:moveTo>
                  <a:lnTo>
                    <a:pt x="112" y="103"/>
                  </a:lnTo>
                  <a:lnTo>
                    <a:pt x="76" y="135"/>
                  </a:lnTo>
                  <a:lnTo>
                    <a:pt x="104" y="162"/>
                  </a:lnTo>
                  <a:lnTo>
                    <a:pt x="185" y="81"/>
                  </a:lnTo>
                  <a:lnTo>
                    <a:pt x="104" y="0"/>
                  </a:lnTo>
                  <a:lnTo>
                    <a:pt x="76" y="27"/>
                  </a:lnTo>
                  <a:lnTo>
                    <a:pt x="112" y="65"/>
                  </a:lnTo>
                  <a:lnTo>
                    <a:pt x="0" y="65"/>
                  </a:lnTo>
                  <a:lnTo>
                    <a:pt x="0" y="103"/>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4" name="Group 9">
            <a:extLst>
              <a:ext uri="{FF2B5EF4-FFF2-40B4-BE49-F238E27FC236}">
                <a16:creationId xmlns:a16="http://schemas.microsoft.com/office/drawing/2014/main" id="{101769AF-0246-47BA-9A3E-14AAF8ACB34D}"/>
              </a:ext>
            </a:extLst>
          </p:cNvPr>
          <p:cNvGrpSpPr>
            <a:grpSpLocks noChangeAspect="1"/>
          </p:cNvGrpSpPr>
          <p:nvPr userDrawn="1"/>
        </p:nvGrpSpPr>
        <p:grpSpPr bwMode="auto">
          <a:xfrm>
            <a:off x="7172325" y="3001963"/>
            <a:ext cx="695325" cy="695325"/>
            <a:chOff x="4518" y="1891"/>
            <a:chExt cx="438" cy="438"/>
          </a:xfrm>
        </p:grpSpPr>
        <p:sp>
          <p:nvSpPr>
            <p:cNvPr id="45" name="AutoShape 8">
              <a:extLst>
                <a:ext uri="{FF2B5EF4-FFF2-40B4-BE49-F238E27FC236}">
                  <a16:creationId xmlns:a16="http://schemas.microsoft.com/office/drawing/2014/main" id="{91E93D47-E8ED-4306-8D6A-7611148F15FC}"/>
                </a:ext>
              </a:extLst>
            </p:cNvPr>
            <p:cNvSpPr>
              <a:spLocks noChangeAspect="1" noChangeArrowheads="1" noTextEdit="1"/>
            </p:cNvSpPr>
            <p:nvPr userDrawn="1"/>
          </p:nvSpPr>
          <p:spPr bwMode="auto">
            <a:xfrm>
              <a:off x="4518" y="1891"/>
              <a:ext cx="43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0">
              <a:extLst>
                <a:ext uri="{FF2B5EF4-FFF2-40B4-BE49-F238E27FC236}">
                  <a16:creationId xmlns:a16="http://schemas.microsoft.com/office/drawing/2014/main" id="{8564755A-CC7A-4AB1-83FA-1FF06276AACB}"/>
                </a:ext>
              </a:extLst>
            </p:cNvPr>
            <p:cNvSpPr>
              <a:spLocks noEditPoints="1"/>
            </p:cNvSpPr>
            <p:nvPr userDrawn="1"/>
          </p:nvSpPr>
          <p:spPr bwMode="auto">
            <a:xfrm>
              <a:off x="4636" y="1905"/>
              <a:ext cx="325" cy="287"/>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1">
              <a:extLst>
                <a:ext uri="{FF2B5EF4-FFF2-40B4-BE49-F238E27FC236}">
                  <a16:creationId xmlns:a16="http://schemas.microsoft.com/office/drawing/2014/main" id="{34BB26B7-FF18-4622-928F-6D967988851E}"/>
                </a:ext>
              </a:extLst>
            </p:cNvPr>
            <p:cNvSpPr>
              <a:spLocks/>
            </p:cNvSpPr>
            <p:nvPr userDrawn="1"/>
          </p:nvSpPr>
          <p:spPr bwMode="auto">
            <a:xfrm>
              <a:off x="4832" y="1891"/>
              <a:ext cx="43" cy="39"/>
            </a:xfrm>
            <a:custGeom>
              <a:avLst/>
              <a:gdLst>
                <a:gd name="T0" fmla="*/ 34 w 43"/>
                <a:gd name="T1" fmla="*/ 39 h 39"/>
                <a:gd name="T2" fmla="*/ 0 w 43"/>
                <a:gd name="T3" fmla="*/ 25 h 39"/>
                <a:gd name="T4" fmla="*/ 10 w 43"/>
                <a:gd name="T5" fmla="*/ 0 h 39"/>
                <a:gd name="T6" fmla="*/ 43 w 43"/>
                <a:gd name="T7" fmla="*/ 14 h 39"/>
                <a:gd name="T8" fmla="*/ 34 w 43"/>
                <a:gd name="T9" fmla="*/ 39 h 39"/>
              </a:gdLst>
              <a:ahLst/>
              <a:cxnLst>
                <a:cxn ang="0">
                  <a:pos x="T0" y="T1"/>
                </a:cxn>
                <a:cxn ang="0">
                  <a:pos x="T2" y="T3"/>
                </a:cxn>
                <a:cxn ang="0">
                  <a:pos x="T4" y="T5"/>
                </a:cxn>
                <a:cxn ang="0">
                  <a:pos x="T6" y="T7"/>
                </a:cxn>
                <a:cxn ang="0">
                  <a:pos x="T8" y="T9"/>
                </a:cxn>
              </a:cxnLst>
              <a:rect l="0" t="0" r="r" b="b"/>
              <a:pathLst>
                <a:path w="43" h="39">
                  <a:moveTo>
                    <a:pt x="34" y="39"/>
                  </a:moveTo>
                  <a:lnTo>
                    <a:pt x="0" y="25"/>
                  </a:lnTo>
                  <a:lnTo>
                    <a:pt x="10" y="0"/>
                  </a:lnTo>
                  <a:lnTo>
                    <a:pt x="43" y="14"/>
                  </a:lnTo>
                  <a:lnTo>
                    <a:pt x="34"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2">
              <a:extLst>
                <a:ext uri="{FF2B5EF4-FFF2-40B4-BE49-F238E27FC236}">
                  <a16:creationId xmlns:a16="http://schemas.microsoft.com/office/drawing/2014/main" id="{5DA30236-E9CE-4E8F-93FA-9DBBF1FEA72E}"/>
                </a:ext>
              </a:extLst>
            </p:cNvPr>
            <p:cNvSpPr>
              <a:spLocks/>
            </p:cNvSpPr>
            <p:nvPr userDrawn="1"/>
          </p:nvSpPr>
          <p:spPr bwMode="auto">
            <a:xfrm>
              <a:off x="4722" y="2167"/>
              <a:ext cx="43" cy="39"/>
            </a:xfrm>
            <a:custGeom>
              <a:avLst/>
              <a:gdLst>
                <a:gd name="T0" fmla="*/ 33 w 43"/>
                <a:gd name="T1" fmla="*/ 39 h 39"/>
                <a:gd name="T2" fmla="*/ 0 w 43"/>
                <a:gd name="T3" fmla="*/ 26 h 39"/>
                <a:gd name="T4" fmla="*/ 10 w 43"/>
                <a:gd name="T5" fmla="*/ 0 h 39"/>
                <a:gd name="T6" fmla="*/ 43 w 43"/>
                <a:gd name="T7" fmla="*/ 14 h 39"/>
                <a:gd name="T8" fmla="*/ 33 w 43"/>
                <a:gd name="T9" fmla="*/ 39 h 39"/>
              </a:gdLst>
              <a:ahLst/>
              <a:cxnLst>
                <a:cxn ang="0">
                  <a:pos x="T0" y="T1"/>
                </a:cxn>
                <a:cxn ang="0">
                  <a:pos x="T2" y="T3"/>
                </a:cxn>
                <a:cxn ang="0">
                  <a:pos x="T4" y="T5"/>
                </a:cxn>
                <a:cxn ang="0">
                  <a:pos x="T6" y="T7"/>
                </a:cxn>
                <a:cxn ang="0">
                  <a:pos x="T8" y="T9"/>
                </a:cxn>
              </a:cxnLst>
              <a:rect l="0" t="0" r="r" b="b"/>
              <a:pathLst>
                <a:path w="43" h="39">
                  <a:moveTo>
                    <a:pt x="33" y="39"/>
                  </a:moveTo>
                  <a:lnTo>
                    <a:pt x="0" y="26"/>
                  </a:lnTo>
                  <a:lnTo>
                    <a:pt x="10" y="0"/>
                  </a:lnTo>
                  <a:lnTo>
                    <a:pt x="43" y="14"/>
                  </a:lnTo>
                  <a:lnTo>
                    <a:pt x="33" y="3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3">
              <a:extLst>
                <a:ext uri="{FF2B5EF4-FFF2-40B4-BE49-F238E27FC236}">
                  <a16:creationId xmlns:a16="http://schemas.microsoft.com/office/drawing/2014/main" id="{73DC0344-09FA-419D-96F2-4D226882508F}"/>
                </a:ext>
              </a:extLst>
            </p:cNvPr>
            <p:cNvSpPr>
              <a:spLocks/>
            </p:cNvSpPr>
            <p:nvPr userDrawn="1"/>
          </p:nvSpPr>
          <p:spPr bwMode="auto">
            <a:xfrm>
              <a:off x="4918" y="2082"/>
              <a:ext cx="38" cy="43"/>
            </a:xfrm>
            <a:custGeom>
              <a:avLst/>
              <a:gdLst>
                <a:gd name="T0" fmla="*/ 38 w 38"/>
                <a:gd name="T1" fmla="*/ 10 h 43"/>
                <a:gd name="T2" fmla="*/ 25 w 38"/>
                <a:gd name="T3" fmla="*/ 43 h 43"/>
                <a:gd name="T4" fmla="*/ 0 w 38"/>
                <a:gd name="T5" fmla="*/ 33 h 43"/>
                <a:gd name="T6" fmla="*/ 13 w 38"/>
                <a:gd name="T7" fmla="*/ 0 h 43"/>
                <a:gd name="T8" fmla="*/ 38 w 38"/>
                <a:gd name="T9" fmla="*/ 10 h 43"/>
              </a:gdLst>
              <a:ahLst/>
              <a:cxnLst>
                <a:cxn ang="0">
                  <a:pos x="T0" y="T1"/>
                </a:cxn>
                <a:cxn ang="0">
                  <a:pos x="T2" y="T3"/>
                </a:cxn>
                <a:cxn ang="0">
                  <a:pos x="T4" y="T5"/>
                </a:cxn>
                <a:cxn ang="0">
                  <a:pos x="T6" y="T7"/>
                </a:cxn>
                <a:cxn ang="0">
                  <a:pos x="T8" y="T9"/>
                </a:cxn>
              </a:cxnLst>
              <a:rect l="0" t="0" r="r" b="b"/>
              <a:pathLst>
                <a:path w="38" h="43">
                  <a:moveTo>
                    <a:pt x="38" y="10"/>
                  </a:moveTo>
                  <a:lnTo>
                    <a:pt x="25" y="43"/>
                  </a:lnTo>
                  <a:lnTo>
                    <a:pt x="0" y="33"/>
                  </a:lnTo>
                  <a:lnTo>
                    <a:pt x="13" y="0"/>
                  </a:lnTo>
                  <a:lnTo>
                    <a:pt x="38"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a:extLst>
                <a:ext uri="{FF2B5EF4-FFF2-40B4-BE49-F238E27FC236}">
                  <a16:creationId xmlns:a16="http://schemas.microsoft.com/office/drawing/2014/main" id="{1856DA9B-DB02-45E1-A5C4-60B171D431A2}"/>
                </a:ext>
              </a:extLst>
            </p:cNvPr>
            <p:cNvSpPr>
              <a:spLocks/>
            </p:cNvSpPr>
            <p:nvPr userDrawn="1"/>
          </p:nvSpPr>
          <p:spPr bwMode="auto">
            <a:xfrm>
              <a:off x="4641" y="1972"/>
              <a:ext cx="39" cy="43"/>
            </a:xfrm>
            <a:custGeom>
              <a:avLst/>
              <a:gdLst>
                <a:gd name="T0" fmla="*/ 39 w 39"/>
                <a:gd name="T1" fmla="*/ 10 h 43"/>
                <a:gd name="T2" fmla="*/ 25 w 39"/>
                <a:gd name="T3" fmla="*/ 43 h 43"/>
                <a:gd name="T4" fmla="*/ 0 w 39"/>
                <a:gd name="T5" fmla="*/ 33 h 43"/>
                <a:gd name="T6" fmla="*/ 14 w 39"/>
                <a:gd name="T7" fmla="*/ 0 h 43"/>
                <a:gd name="T8" fmla="*/ 39 w 39"/>
                <a:gd name="T9" fmla="*/ 10 h 43"/>
              </a:gdLst>
              <a:ahLst/>
              <a:cxnLst>
                <a:cxn ang="0">
                  <a:pos x="T0" y="T1"/>
                </a:cxn>
                <a:cxn ang="0">
                  <a:pos x="T2" y="T3"/>
                </a:cxn>
                <a:cxn ang="0">
                  <a:pos x="T4" y="T5"/>
                </a:cxn>
                <a:cxn ang="0">
                  <a:pos x="T6" y="T7"/>
                </a:cxn>
                <a:cxn ang="0">
                  <a:pos x="T8" y="T9"/>
                </a:cxn>
              </a:cxnLst>
              <a:rect l="0" t="0" r="r" b="b"/>
              <a:pathLst>
                <a:path w="39" h="43">
                  <a:moveTo>
                    <a:pt x="39" y="10"/>
                  </a:moveTo>
                  <a:lnTo>
                    <a:pt x="25" y="43"/>
                  </a:lnTo>
                  <a:lnTo>
                    <a:pt x="0" y="33"/>
                  </a:lnTo>
                  <a:lnTo>
                    <a:pt x="14" y="0"/>
                  </a:lnTo>
                  <a:lnTo>
                    <a:pt x="39" y="1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a:extLst>
                <a:ext uri="{FF2B5EF4-FFF2-40B4-BE49-F238E27FC236}">
                  <a16:creationId xmlns:a16="http://schemas.microsoft.com/office/drawing/2014/main" id="{B63404C3-AAE2-462E-BFDA-1216E42E7DB8}"/>
                </a:ext>
              </a:extLst>
            </p:cNvPr>
            <p:cNvSpPr>
              <a:spLocks/>
            </p:cNvSpPr>
            <p:nvPr userDrawn="1"/>
          </p:nvSpPr>
          <p:spPr bwMode="auto">
            <a:xfrm>
              <a:off x="4643" y="2085"/>
              <a:ext cx="39" cy="44"/>
            </a:xfrm>
            <a:custGeom>
              <a:avLst/>
              <a:gdLst>
                <a:gd name="T0" fmla="*/ 24 w 39"/>
                <a:gd name="T1" fmla="*/ 0 h 44"/>
                <a:gd name="T2" fmla="*/ 39 w 39"/>
                <a:gd name="T3" fmla="*/ 34 h 44"/>
                <a:gd name="T4" fmla="*/ 14 w 39"/>
                <a:gd name="T5" fmla="*/ 44 h 44"/>
                <a:gd name="T6" fmla="*/ 0 w 39"/>
                <a:gd name="T7" fmla="*/ 11 h 44"/>
                <a:gd name="T8" fmla="*/ 24 w 39"/>
                <a:gd name="T9" fmla="*/ 0 h 44"/>
              </a:gdLst>
              <a:ahLst/>
              <a:cxnLst>
                <a:cxn ang="0">
                  <a:pos x="T0" y="T1"/>
                </a:cxn>
                <a:cxn ang="0">
                  <a:pos x="T2" y="T3"/>
                </a:cxn>
                <a:cxn ang="0">
                  <a:pos x="T4" y="T5"/>
                </a:cxn>
                <a:cxn ang="0">
                  <a:pos x="T6" y="T7"/>
                </a:cxn>
                <a:cxn ang="0">
                  <a:pos x="T8" y="T9"/>
                </a:cxn>
              </a:cxnLst>
              <a:rect l="0" t="0" r="r" b="b"/>
              <a:pathLst>
                <a:path w="39" h="44">
                  <a:moveTo>
                    <a:pt x="24" y="0"/>
                  </a:moveTo>
                  <a:lnTo>
                    <a:pt x="39" y="34"/>
                  </a:lnTo>
                  <a:lnTo>
                    <a:pt x="14" y="44"/>
                  </a:lnTo>
                  <a:lnTo>
                    <a:pt x="0" y="11"/>
                  </a:lnTo>
                  <a:lnTo>
                    <a:pt x="2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a:extLst>
                <a:ext uri="{FF2B5EF4-FFF2-40B4-BE49-F238E27FC236}">
                  <a16:creationId xmlns:a16="http://schemas.microsoft.com/office/drawing/2014/main" id="{94A797C2-15AB-46CF-8E5A-3156B2FAF372}"/>
                </a:ext>
              </a:extLst>
            </p:cNvPr>
            <p:cNvSpPr>
              <a:spLocks/>
            </p:cNvSpPr>
            <p:nvPr userDrawn="1"/>
          </p:nvSpPr>
          <p:spPr bwMode="auto">
            <a:xfrm>
              <a:off x="4916" y="1968"/>
              <a:ext cx="39" cy="44"/>
            </a:xfrm>
            <a:custGeom>
              <a:avLst/>
              <a:gdLst>
                <a:gd name="T0" fmla="*/ 25 w 39"/>
                <a:gd name="T1" fmla="*/ 0 h 44"/>
                <a:gd name="T2" fmla="*/ 39 w 39"/>
                <a:gd name="T3" fmla="*/ 33 h 44"/>
                <a:gd name="T4" fmla="*/ 14 w 39"/>
                <a:gd name="T5" fmla="*/ 44 h 44"/>
                <a:gd name="T6" fmla="*/ 0 w 39"/>
                <a:gd name="T7" fmla="*/ 11 h 44"/>
                <a:gd name="T8" fmla="*/ 25 w 39"/>
                <a:gd name="T9" fmla="*/ 0 h 44"/>
              </a:gdLst>
              <a:ahLst/>
              <a:cxnLst>
                <a:cxn ang="0">
                  <a:pos x="T0" y="T1"/>
                </a:cxn>
                <a:cxn ang="0">
                  <a:pos x="T2" y="T3"/>
                </a:cxn>
                <a:cxn ang="0">
                  <a:pos x="T4" y="T5"/>
                </a:cxn>
                <a:cxn ang="0">
                  <a:pos x="T6" y="T7"/>
                </a:cxn>
                <a:cxn ang="0">
                  <a:pos x="T8" y="T9"/>
                </a:cxn>
              </a:cxnLst>
              <a:rect l="0" t="0" r="r" b="b"/>
              <a:pathLst>
                <a:path w="39" h="44">
                  <a:moveTo>
                    <a:pt x="25" y="0"/>
                  </a:moveTo>
                  <a:lnTo>
                    <a:pt x="39" y="33"/>
                  </a:lnTo>
                  <a:lnTo>
                    <a:pt x="14" y="44"/>
                  </a:lnTo>
                  <a:lnTo>
                    <a:pt x="0" y="11"/>
                  </a:lnTo>
                  <a:lnTo>
                    <a:pt x="25"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17">
              <a:extLst>
                <a:ext uri="{FF2B5EF4-FFF2-40B4-BE49-F238E27FC236}">
                  <a16:creationId xmlns:a16="http://schemas.microsoft.com/office/drawing/2014/main" id="{E011851D-1687-42E6-9BF2-9B1A1D2B5695}"/>
                </a:ext>
              </a:extLst>
            </p:cNvPr>
            <p:cNvSpPr>
              <a:spLocks/>
            </p:cNvSpPr>
            <p:nvPr userDrawn="1"/>
          </p:nvSpPr>
          <p:spPr bwMode="auto">
            <a:xfrm>
              <a:off x="4836" y="2166"/>
              <a:ext cx="43" cy="39"/>
            </a:xfrm>
            <a:custGeom>
              <a:avLst/>
              <a:gdLst>
                <a:gd name="T0" fmla="*/ 0 w 43"/>
                <a:gd name="T1" fmla="*/ 14 h 39"/>
                <a:gd name="T2" fmla="*/ 33 w 43"/>
                <a:gd name="T3" fmla="*/ 0 h 39"/>
                <a:gd name="T4" fmla="*/ 43 w 43"/>
                <a:gd name="T5" fmla="*/ 24 h 39"/>
                <a:gd name="T6" fmla="*/ 10 w 43"/>
                <a:gd name="T7" fmla="*/ 39 h 39"/>
                <a:gd name="T8" fmla="*/ 0 w 43"/>
                <a:gd name="T9" fmla="*/ 14 h 39"/>
              </a:gdLst>
              <a:ahLst/>
              <a:cxnLst>
                <a:cxn ang="0">
                  <a:pos x="T0" y="T1"/>
                </a:cxn>
                <a:cxn ang="0">
                  <a:pos x="T2" y="T3"/>
                </a:cxn>
                <a:cxn ang="0">
                  <a:pos x="T4" y="T5"/>
                </a:cxn>
                <a:cxn ang="0">
                  <a:pos x="T6" y="T7"/>
                </a:cxn>
                <a:cxn ang="0">
                  <a:pos x="T8" y="T9"/>
                </a:cxn>
              </a:cxnLst>
              <a:rect l="0" t="0" r="r" b="b"/>
              <a:pathLst>
                <a:path w="43" h="39">
                  <a:moveTo>
                    <a:pt x="0" y="14"/>
                  </a:moveTo>
                  <a:lnTo>
                    <a:pt x="33" y="0"/>
                  </a:lnTo>
                  <a:lnTo>
                    <a:pt x="43" y="24"/>
                  </a:lnTo>
                  <a:lnTo>
                    <a:pt x="10"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18">
              <a:extLst>
                <a:ext uri="{FF2B5EF4-FFF2-40B4-BE49-F238E27FC236}">
                  <a16:creationId xmlns:a16="http://schemas.microsoft.com/office/drawing/2014/main" id="{BC2F536A-E8C5-46E3-93FA-DAC950037F7B}"/>
                </a:ext>
              </a:extLst>
            </p:cNvPr>
            <p:cNvSpPr>
              <a:spLocks/>
            </p:cNvSpPr>
            <p:nvPr userDrawn="1"/>
          </p:nvSpPr>
          <p:spPr bwMode="auto">
            <a:xfrm>
              <a:off x="4718" y="1892"/>
              <a:ext cx="44" cy="39"/>
            </a:xfrm>
            <a:custGeom>
              <a:avLst/>
              <a:gdLst>
                <a:gd name="T0" fmla="*/ 0 w 44"/>
                <a:gd name="T1" fmla="*/ 14 h 39"/>
                <a:gd name="T2" fmla="*/ 33 w 44"/>
                <a:gd name="T3" fmla="*/ 0 h 39"/>
                <a:gd name="T4" fmla="*/ 44 w 44"/>
                <a:gd name="T5" fmla="*/ 25 h 39"/>
                <a:gd name="T6" fmla="*/ 11 w 44"/>
                <a:gd name="T7" fmla="*/ 39 h 39"/>
                <a:gd name="T8" fmla="*/ 0 w 44"/>
                <a:gd name="T9" fmla="*/ 14 h 39"/>
              </a:gdLst>
              <a:ahLst/>
              <a:cxnLst>
                <a:cxn ang="0">
                  <a:pos x="T0" y="T1"/>
                </a:cxn>
                <a:cxn ang="0">
                  <a:pos x="T2" y="T3"/>
                </a:cxn>
                <a:cxn ang="0">
                  <a:pos x="T4" y="T5"/>
                </a:cxn>
                <a:cxn ang="0">
                  <a:pos x="T6" y="T7"/>
                </a:cxn>
                <a:cxn ang="0">
                  <a:pos x="T8" y="T9"/>
                </a:cxn>
              </a:cxnLst>
              <a:rect l="0" t="0" r="r" b="b"/>
              <a:pathLst>
                <a:path w="44" h="39">
                  <a:moveTo>
                    <a:pt x="0" y="14"/>
                  </a:moveTo>
                  <a:lnTo>
                    <a:pt x="33" y="0"/>
                  </a:lnTo>
                  <a:lnTo>
                    <a:pt x="44" y="25"/>
                  </a:lnTo>
                  <a:lnTo>
                    <a:pt x="11" y="39"/>
                  </a:lnTo>
                  <a:lnTo>
                    <a:pt x="0" y="14"/>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9">
              <a:extLst>
                <a:ext uri="{FF2B5EF4-FFF2-40B4-BE49-F238E27FC236}">
                  <a16:creationId xmlns:a16="http://schemas.microsoft.com/office/drawing/2014/main" id="{0E2FA171-B2FE-45BC-814B-0BC44C31B7B7}"/>
                </a:ext>
              </a:extLst>
            </p:cNvPr>
            <p:cNvSpPr>
              <a:spLocks noEditPoints="1"/>
            </p:cNvSpPr>
            <p:nvPr userDrawn="1"/>
          </p:nvSpPr>
          <p:spPr bwMode="auto">
            <a:xfrm>
              <a:off x="4531" y="2152"/>
              <a:ext cx="165" cy="164"/>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
              <a:extLst>
                <a:ext uri="{FF2B5EF4-FFF2-40B4-BE49-F238E27FC236}">
                  <a16:creationId xmlns:a16="http://schemas.microsoft.com/office/drawing/2014/main" id="{BBFB2C93-73E8-4C37-9D9A-C7B68B081B58}"/>
                </a:ext>
              </a:extLst>
            </p:cNvPr>
            <p:cNvSpPr>
              <a:spLocks/>
            </p:cNvSpPr>
            <p:nvPr userDrawn="1"/>
          </p:nvSpPr>
          <p:spPr bwMode="auto">
            <a:xfrm>
              <a:off x="4602" y="2137"/>
              <a:ext cx="20" cy="17"/>
            </a:xfrm>
            <a:custGeom>
              <a:avLst/>
              <a:gdLst>
                <a:gd name="T0" fmla="*/ 20 w 20"/>
                <a:gd name="T1" fmla="*/ 17 h 17"/>
                <a:gd name="T2" fmla="*/ 0 w 20"/>
                <a:gd name="T3" fmla="*/ 17 h 17"/>
                <a:gd name="T4" fmla="*/ 0 w 20"/>
                <a:gd name="T5" fmla="*/ 1 h 17"/>
                <a:gd name="T6" fmla="*/ 20 w 20"/>
                <a:gd name="T7" fmla="*/ 0 h 17"/>
                <a:gd name="T8" fmla="*/ 20 w 20"/>
                <a:gd name="T9" fmla="*/ 17 h 17"/>
              </a:gdLst>
              <a:ahLst/>
              <a:cxnLst>
                <a:cxn ang="0">
                  <a:pos x="T0" y="T1"/>
                </a:cxn>
                <a:cxn ang="0">
                  <a:pos x="T2" y="T3"/>
                </a:cxn>
                <a:cxn ang="0">
                  <a:pos x="T4" y="T5"/>
                </a:cxn>
                <a:cxn ang="0">
                  <a:pos x="T6" y="T7"/>
                </a:cxn>
                <a:cxn ang="0">
                  <a:pos x="T8" y="T9"/>
                </a:cxn>
              </a:cxnLst>
              <a:rect l="0" t="0" r="r" b="b"/>
              <a:pathLst>
                <a:path w="20" h="17">
                  <a:moveTo>
                    <a:pt x="20" y="17"/>
                  </a:moveTo>
                  <a:lnTo>
                    <a:pt x="0" y="17"/>
                  </a:lnTo>
                  <a:lnTo>
                    <a:pt x="0" y="1"/>
                  </a:lnTo>
                  <a:lnTo>
                    <a:pt x="20" y="0"/>
                  </a:lnTo>
                  <a:lnTo>
                    <a:pt x="20"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1">
              <a:extLst>
                <a:ext uri="{FF2B5EF4-FFF2-40B4-BE49-F238E27FC236}">
                  <a16:creationId xmlns:a16="http://schemas.microsoft.com/office/drawing/2014/main" id="{EDF6553E-59E2-4E36-B433-91045C97DF3E}"/>
                </a:ext>
              </a:extLst>
            </p:cNvPr>
            <p:cNvSpPr>
              <a:spLocks/>
            </p:cNvSpPr>
            <p:nvPr userDrawn="1"/>
          </p:nvSpPr>
          <p:spPr bwMode="auto">
            <a:xfrm>
              <a:off x="4605" y="2312"/>
              <a:ext cx="21" cy="17"/>
            </a:xfrm>
            <a:custGeom>
              <a:avLst/>
              <a:gdLst>
                <a:gd name="T0" fmla="*/ 21 w 21"/>
                <a:gd name="T1" fmla="*/ 17 h 17"/>
                <a:gd name="T2" fmla="*/ 1 w 21"/>
                <a:gd name="T3" fmla="*/ 17 h 17"/>
                <a:gd name="T4" fmla="*/ 0 w 21"/>
                <a:gd name="T5" fmla="*/ 0 h 17"/>
                <a:gd name="T6" fmla="*/ 21 w 21"/>
                <a:gd name="T7" fmla="*/ 0 h 17"/>
                <a:gd name="T8" fmla="*/ 21 w 21"/>
                <a:gd name="T9" fmla="*/ 17 h 17"/>
              </a:gdLst>
              <a:ahLst/>
              <a:cxnLst>
                <a:cxn ang="0">
                  <a:pos x="T0" y="T1"/>
                </a:cxn>
                <a:cxn ang="0">
                  <a:pos x="T2" y="T3"/>
                </a:cxn>
                <a:cxn ang="0">
                  <a:pos x="T4" y="T5"/>
                </a:cxn>
                <a:cxn ang="0">
                  <a:pos x="T6" y="T7"/>
                </a:cxn>
                <a:cxn ang="0">
                  <a:pos x="T8" y="T9"/>
                </a:cxn>
              </a:cxnLst>
              <a:rect l="0" t="0" r="r" b="b"/>
              <a:pathLst>
                <a:path w="21" h="17">
                  <a:moveTo>
                    <a:pt x="21" y="17"/>
                  </a:moveTo>
                  <a:lnTo>
                    <a:pt x="1" y="17"/>
                  </a:lnTo>
                  <a:lnTo>
                    <a:pt x="0" y="0"/>
                  </a:lnTo>
                  <a:lnTo>
                    <a:pt x="21" y="0"/>
                  </a:lnTo>
                  <a:lnTo>
                    <a:pt x="21" y="17"/>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2">
              <a:extLst>
                <a:ext uri="{FF2B5EF4-FFF2-40B4-BE49-F238E27FC236}">
                  <a16:creationId xmlns:a16="http://schemas.microsoft.com/office/drawing/2014/main" id="{C2AAC19B-12F1-4321-A4BA-A5B7C1D70431}"/>
                </a:ext>
              </a:extLst>
            </p:cNvPr>
            <p:cNvSpPr>
              <a:spLocks/>
            </p:cNvSpPr>
            <p:nvPr userDrawn="1"/>
          </p:nvSpPr>
          <p:spPr bwMode="auto">
            <a:xfrm>
              <a:off x="4692" y="2223"/>
              <a:ext cx="18" cy="20"/>
            </a:xfrm>
            <a:custGeom>
              <a:avLst/>
              <a:gdLst>
                <a:gd name="T0" fmla="*/ 17 w 18"/>
                <a:gd name="T1" fmla="*/ 0 h 20"/>
                <a:gd name="T2" fmla="*/ 18 w 18"/>
                <a:gd name="T3" fmla="*/ 20 h 20"/>
                <a:gd name="T4" fmla="*/ 1 w 18"/>
                <a:gd name="T5" fmla="*/ 20 h 20"/>
                <a:gd name="T6" fmla="*/ 0 w 18"/>
                <a:gd name="T7" fmla="*/ 0 h 20"/>
                <a:gd name="T8" fmla="*/ 17 w 18"/>
                <a:gd name="T9" fmla="*/ 0 h 20"/>
              </a:gdLst>
              <a:ahLst/>
              <a:cxnLst>
                <a:cxn ang="0">
                  <a:pos x="T0" y="T1"/>
                </a:cxn>
                <a:cxn ang="0">
                  <a:pos x="T2" y="T3"/>
                </a:cxn>
                <a:cxn ang="0">
                  <a:pos x="T4" y="T5"/>
                </a:cxn>
                <a:cxn ang="0">
                  <a:pos x="T6" y="T7"/>
                </a:cxn>
                <a:cxn ang="0">
                  <a:pos x="T8" y="T9"/>
                </a:cxn>
              </a:cxnLst>
              <a:rect l="0" t="0" r="r" b="b"/>
              <a:pathLst>
                <a:path w="18" h="20">
                  <a:moveTo>
                    <a:pt x="17" y="0"/>
                  </a:moveTo>
                  <a:lnTo>
                    <a:pt x="18" y="20"/>
                  </a:lnTo>
                  <a:lnTo>
                    <a:pt x="1" y="20"/>
                  </a:lnTo>
                  <a:lnTo>
                    <a:pt x="0" y="0"/>
                  </a:lnTo>
                  <a:lnTo>
                    <a:pt x="17"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23">
              <a:extLst>
                <a:ext uri="{FF2B5EF4-FFF2-40B4-BE49-F238E27FC236}">
                  <a16:creationId xmlns:a16="http://schemas.microsoft.com/office/drawing/2014/main" id="{0F3D6FE3-DF31-4420-8B3A-C22ED5B87321}"/>
                </a:ext>
              </a:extLst>
            </p:cNvPr>
            <p:cNvSpPr>
              <a:spLocks noChangeArrowheads="1"/>
            </p:cNvSpPr>
            <p:nvPr userDrawn="1"/>
          </p:nvSpPr>
          <p:spPr bwMode="auto">
            <a:xfrm>
              <a:off x="4518" y="2223"/>
              <a:ext cx="17" cy="2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4">
              <a:extLst>
                <a:ext uri="{FF2B5EF4-FFF2-40B4-BE49-F238E27FC236}">
                  <a16:creationId xmlns:a16="http://schemas.microsoft.com/office/drawing/2014/main" id="{08C0A866-7473-418F-9326-C65AD0425403}"/>
                </a:ext>
              </a:extLst>
            </p:cNvPr>
            <p:cNvSpPr>
              <a:spLocks/>
            </p:cNvSpPr>
            <p:nvPr userDrawn="1"/>
          </p:nvSpPr>
          <p:spPr bwMode="auto">
            <a:xfrm>
              <a:off x="4540" y="2283"/>
              <a:ext cx="26" cy="25"/>
            </a:xfrm>
            <a:custGeom>
              <a:avLst/>
              <a:gdLst>
                <a:gd name="T0" fmla="*/ 11 w 26"/>
                <a:gd name="T1" fmla="*/ 0 h 25"/>
                <a:gd name="T2" fmla="*/ 26 w 26"/>
                <a:gd name="T3" fmla="*/ 14 h 25"/>
                <a:gd name="T4" fmla="*/ 15 w 26"/>
                <a:gd name="T5" fmla="*/ 25 h 25"/>
                <a:gd name="T6" fmla="*/ 0 w 26"/>
                <a:gd name="T7" fmla="*/ 11 h 25"/>
                <a:gd name="T8" fmla="*/ 11 w 26"/>
                <a:gd name="T9" fmla="*/ 0 h 25"/>
              </a:gdLst>
              <a:ahLst/>
              <a:cxnLst>
                <a:cxn ang="0">
                  <a:pos x="T0" y="T1"/>
                </a:cxn>
                <a:cxn ang="0">
                  <a:pos x="T2" y="T3"/>
                </a:cxn>
                <a:cxn ang="0">
                  <a:pos x="T4" y="T5"/>
                </a:cxn>
                <a:cxn ang="0">
                  <a:pos x="T6" y="T7"/>
                </a:cxn>
                <a:cxn ang="0">
                  <a:pos x="T8" y="T9"/>
                </a:cxn>
              </a:cxnLst>
              <a:rect l="0" t="0" r="r" b="b"/>
              <a:pathLst>
                <a:path w="26" h="25">
                  <a:moveTo>
                    <a:pt x="11" y="0"/>
                  </a:moveTo>
                  <a:lnTo>
                    <a:pt x="26" y="14"/>
                  </a:lnTo>
                  <a:lnTo>
                    <a:pt x="15" y="25"/>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
              <a:extLst>
                <a:ext uri="{FF2B5EF4-FFF2-40B4-BE49-F238E27FC236}">
                  <a16:creationId xmlns:a16="http://schemas.microsoft.com/office/drawing/2014/main" id="{50853E55-8E19-4A96-8132-9B583BE532B5}"/>
                </a:ext>
              </a:extLst>
            </p:cNvPr>
            <p:cNvSpPr>
              <a:spLocks/>
            </p:cNvSpPr>
            <p:nvPr userDrawn="1"/>
          </p:nvSpPr>
          <p:spPr bwMode="auto">
            <a:xfrm>
              <a:off x="4662" y="2159"/>
              <a:ext cx="26" cy="26"/>
            </a:xfrm>
            <a:custGeom>
              <a:avLst/>
              <a:gdLst>
                <a:gd name="T0" fmla="*/ 11 w 26"/>
                <a:gd name="T1" fmla="*/ 0 h 26"/>
                <a:gd name="T2" fmla="*/ 26 w 26"/>
                <a:gd name="T3" fmla="*/ 14 h 26"/>
                <a:gd name="T4" fmla="*/ 16 w 26"/>
                <a:gd name="T5" fmla="*/ 26 h 26"/>
                <a:gd name="T6" fmla="*/ 0 w 26"/>
                <a:gd name="T7" fmla="*/ 11 h 26"/>
                <a:gd name="T8" fmla="*/ 11 w 26"/>
                <a:gd name="T9" fmla="*/ 0 h 26"/>
              </a:gdLst>
              <a:ahLst/>
              <a:cxnLst>
                <a:cxn ang="0">
                  <a:pos x="T0" y="T1"/>
                </a:cxn>
                <a:cxn ang="0">
                  <a:pos x="T2" y="T3"/>
                </a:cxn>
                <a:cxn ang="0">
                  <a:pos x="T4" y="T5"/>
                </a:cxn>
                <a:cxn ang="0">
                  <a:pos x="T6" y="T7"/>
                </a:cxn>
                <a:cxn ang="0">
                  <a:pos x="T8" y="T9"/>
                </a:cxn>
              </a:cxnLst>
              <a:rect l="0" t="0" r="r" b="b"/>
              <a:pathLst>
                <a:path w="26" h="26">
                  <a:moveTo>
                    <a:pt x="11" y="0"/>
                  </a:moveTo>
                  <a:lnTo>
                    <a:pt x="26" y="14"/>
                  </a:lnTo>
                  <a:lnTo>
                    <a:pt x="16" y="26"/>
                  </a:lnTo>
                  <a:lnTo>
                    <a:pt x="0" y="11"/>
                  </a:lnTo>
                  <a:lnTo>
                    <a:pt x="11"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
              <a:extLst>
                <a:ext uri="{FF2B5EF4-FFF2-40B4-BE49-F238E27FC236}">
                  <a16:creationId xmlns:a16="http://schemas.microsoft.com/office/drawing/2014/main" id="{CD4FD4E8-5C2E-4D92-B44F-5C46090B28A5}"/>
                </a:ext>
              </a:extLst>
            </p:cNvPr>
            <p:cNvSpPr>
              <a:spLocks/>
            </p:cNvSpPr>
            <p:nvPr userDrawn="1"/>
          </p:nvSpPr>
          <p:spPr bwMode="auto">
            <a:xfrm>
              <a:off x="4664" y="2281"/>
              <a:ext cx="26" cy="26"/>
            </a:xfrm>
            <a:custGeom>
              <a:avLst/>
              <a:gdLst>
                <a:gd name="T0" fmla="*/ 0 w 26"/>
                <a:gd name="T1" fmla="*/ 15 h 26"/>
                <a:gd name="T2" fmla="*/ 15 w 26"/>
                <a:gd name="T3" fmla="*/ 0 h 26"/>
                <a:gd name="T4" fmla="*/ 26 w 26"/>
                <a:gd name="T5" fmla="*/ 11 h 26"/>
                <a:gd name="T6" fmla="*/ 11 w 26"/>
                <a:gd name="T7" fmla="*/ 26 h 26"/>
                <a:gd name="T8" fmla="*/ 0 w 26"/>
                <a:gd name="T9" fmla="*/ 15 h 26"/>
              </a:gdLst>
              <a:ahLst/>
              <a:cxnLst>
                <a:cxn ang="0">
                  <a:pos x="T0" y="T1"/>
                </a:cxn>
                <a:cxn ang="0">
                  <a:pos x="T2" y="T3"/>
                </a:cxn>
                <a:cxn ang="0">
                  <a:pos x="T4" y="T5"/>
                </a:cxn>
                <a:cxn ang="0">
                  <a:pos x="T6" y="T7"/>
                </a:cxn>
                <a:cxn ang="0">
                  <a:pos x="T8" y="T9"/>
                </a:cxn>
              </a:cxnLst>
              <a:rect l="0" t="0" r="r" b="b"/>
              <a:pathLst>
                <a:path w="26" h="26">
                  <a:moveTo>
                    <a:pt x="0" y="15"/>
                  </a:moveTo>
                  <a:lnTo>
                    <a:pt x="15" y="0"/>
                  </a:lnTo>
                  <a:lnTo>
                    <a:pt x="26" y="11"/>
                  </a:lnTo>
                  <a:lnTo>
                    <a:pt x="11" y="26"/>
                  </a:lnTo>
                  <a:lnTo>
                    <a:pt x="0" y="15"/>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7">
              <a:extLst>
                <a:ext uri="{FF2B5EF4-FFF2-40B4-BE49-F238E27FC236}">
                  <a16:creationId xmlns:a16="http://schemas.microsoft.com/office/drawing/2014/main" id="{79AE95F7-D917-403E-B0FB-AC7575B66F4F}"/>
                </a:ext>
              </a:extLst>
            </p:cNvPr>
            <p:cNvSpPr>
              <a:spLocks/>
            </p:cNvSpPr>
            <p:nvPr userDrawn="1"/>
          </p:nvSpPr>
          <p:spPr bwMode="auto">
            <a:xfrm>
              <a:off x="4538" y="2161"/>
              <a:ext cx="26" cy="25"/>
            </a:xfrm>
            <a:custGeom>
              <a:avLst/>
              <a:gdLst>
                <a:gd name="T0" fmla="*/ 0 w 26"/>
                <a:gd name="T1" fmla="*/ 14 h 25"/>
                <a:gd name="T2" fmla="*/ 15 w 26"/>
                <a:gd name="T3" fmla="*/ 0 h 25"/>
                <a:gd name="T4" fmla="*/ 26 w 26"/>
                <a:gd name="T5" fmla="*/ 10 h 25"/>
                <a:gd name="T6" fmla="*/ 11 w 26"/>
                <a:gd name="T7" fmla="*/ 25 h 25"/>
                <a:gd name="T8" fmla="*/ 0 w 26"/>
                <a:gd name="T9" fmla="*/ 14 h 25"/>
              </a:gdLst>
              <a:ahLst/>
              <a:cxnLst>
                <a:cxn ang="0">
                  <a:pos x="T0" y="T1"/>
                </a:cxn>
                <a:cxn ang="0">
                  <a:pos x="T2" y="T3"/>
                </a:cxn>
                <a:cxn ang="0">
                  <a:pos x="T4" y="T5"/>
                </a:cxn>
                <a:cxn ang="0">
                  <a:pos x="T6" y="T7"/>
                </a:cxn>
                <a:cxn ang="0">
                  <a:pos x="T8" y="T9"/>
                </a:cxn>
              </a:cxnLst>
              <a:rect l="0" t="0" r="r" b="b"/>
              <a:pathLst>
                <a:path w="26" h="25">
                  <a:moveTo>
                    <a:pt x="0" y="14"/>
                  </a:moveTo>
                  <a:lnTo>
                    <a:pt x="15" y="0"/>
                  </a:lnTo>
                  <a:lnTo>
                    <a:pt x="26" y="10"/>
                  </a:lnTo>
                  <a:lnTo>
                    <a:pt x="11" y="25"/>
                  </a:lnTo>
                  <a:lnTo>
                    <a:pt x="0" y="14"/>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8">
              <a:extLst>
                <a:ext uri="{FF2B5EF4-FFF2-40B4-BE49-F238E27FC236}">
                  <a16:creationId xmlns:a16="http://schemas.microsoft.com/office/drawing/2014/main" id="{935B7A32-66FD-45C4-B455-4C5752933ADB}"/>
                </a:ext>
              </a:extLst>
            </p:cNvPr>
            <p:cNvSpPr>
              <a:spLocks noEditPoints="1"/>
            </p:cNvSpPr>
            <p:nvPr userDrawn="1"/>
          </p:nvSpPr>
          <p:spPr bwMode="auto">
            <a:xfrm>
              <a:off x="4525" y="2022"/>
              <a:ext cx="95" cy="94"/>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9">
              <a:extLst>
                <a:ext uri="{FF2B5EF4-FFF2-40B4-BE49-F238E27FC236}">
                  <a16:creationId xmlns:a16="http://schemas.microsoft.com/office/drawing/2014/main" id="{A8503555-46C2-47B2-ADB2-949114E3D9D1}"/>
                </a:ext>
              </a:extLst>
            </p:cNvPr>
            <p:cNvSpPr>
              <a:spLocks/>
            </p:cNvSpPr>
            <p:nvPr userDrawn="1"/>
          </p:nvSpPr>
          <p:spPr bwMode="auto">
            <a:xfrm>
              <a:off x="4566" y="2014"/>
              <a:ext cx="12" cy="10"/>
            </a:xfrm>
            <a:custGeom>
              <a:avLst/>
              <a:gdLst>
                <a:gd name="T0" fmla="*/ 12 w 12"/>
                <a:gd name="T1" fmla="*/ 10 h 10"/>
                <a:gd name="T2" fmla="*/ 0 w 12"/>
                <a:gd name="T3" fmla="*/ 10 h 10"/>
                <a:gd name="T4" fmla="*/ 0 w 12"/>
                <a:gd name="T5" fmla="*/ 1 h 10"/>
                <a:gd name="T6" fmla="*/ 12 w 12"/>
                <a:gd name="T7" fmla="*/ 0 h 10"/>
                <a:gd name="T8" fmla="*/ 12 w 12"/>
                <a:gd name="T9" fmla="*/ 10 h 10"/>
              </a:gdLst>
              <a:ahLst/>
              <a:cxnLst>
                <a:cxn ang="0">
                  <a:pos x="T0" y="T1"/>
                </a:cxn>
                <a:cxn ang="0">
                  <a:pos x="T2" y="T3"/>
                </a:cxn>
                <a:cxn ang="0">
                  <a:pos x="T4" y="T5"/>
                </a:cxn>
                <a:cxn ang="0">
                  <a:pos x="T6" y="T7"/>
                </a:cxn>
                <a:cxn ang="0">
                  <a:pos x="T8" y="T9"/>
                </a:cxn>
              </a:cxnLst>
              <a:rect l="0" t="0" r="r" b="b"/>
              <a:pathLst>
                <a:path w="12" h="10">
                  <a:moveTo>
                    <a:pt x="12" y="10"/>
                  </a:moveTo>
                  <a:lnTo>
                    <a:pt x="0" y="10"/>
                  </a:lnTo>
                  <a:lnTo>
                    <a:pt x="0" y="1"/>
                  </a:lnTo>
                  <a:lnTo>
                    <a:pt x="12" y="0"/>
                  </a:lnTo>
                  <a:lnTo>
                    <a:pt x="12" y="1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30">
              <a:extLst>
                <a:ext uri="{FF2B5EF4-FFF2-40B4-BE49-F238E27FC236}">
                  <a16:creationId xmlns:a16="http://schemas.microsoft.com/office/drawing/2014/main" id="{DDDB57E2-5F27-456B-8AA0-DB511AC28738}"/>
                </a:ext>
              </a:extLst>
            </p:cNvPr>
            <p:cNvSpPr>
              <a:spLocks noChangeArrowheads="1"/>
            </p:cNvSpPr>
            <p:nvPr userDrawn="1"/>
          </p:nvSpPr>
          <p:spPr bwMode="auto">
            <a:xfrm>
              <a:off x="4568" y="2114"/>
              <a:ext cx="12"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31">
              <a:extLst>
                <a:ext uri="{FF2B5EF4-FFF2-40B4-BE49-F238E27FC236}">
                  <a16:creationId xmlns:a16="http://schemas.microsoft.com/office/drawing/2014/main" id="{8BC61612-62EB-4729-BD31-FB57E94B2466}"/>
                </a:ext>
              </a:extLst>
            </p:cNvPr>
            <p:cNvSpPr>
              <a:spLocks noChangeArrowheads="1"/>
            </p:cNvSpPr>
            <p:nvPr userDrawn="1"/>
          </p:nvSpPr>
          <p:spPr bwMode="auto">
            <a:xfrm>
              <a:off x="4618" y="2063"/>
              <a:ext cx="9"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32">
              <a:extLst>
                <a:ext uri="{FF2B5EF4-FFF2-40B4-BE49-F238E27FC236}">
                  <a16:creationId xmlns:a16="http://schemas.microsoft.com/office/drawing/2014/main" id="{B2DBEDD6-E3F4-4C1E-92EB-6202BD6E1237}"/>
                </a:ext>
              </a:extLst>
            </p:cNvPr>
            <p:cNvSpPr>
              <a:spLocks noChangeArrowheads="1"/>
            </p:cNvSpPr>
            <p:nvPr userDrawn="1"/>
          </p:nvSpPr>
          <p:spPr bwMode="auto">
            <a:xfrm>
              <a:off x="4518" y="2063"/>
              <a:ext cx="10" cy="12"/>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3">
              <a:extLst>
                <a:ext uri="{FF2B5EF4-FFF2-40B4-BE49-F238E27FC236}">
                  <a16:creationId xmlns:a16="http://schemas.microsoft.com/office/drawing/2014/main" id="{58B2DF2C-D428-4B35-BACE-03405EE1816B}"/>
                </a:ext>
              </a:extLst>
            </p:cNvPr>
            <p:cNvSpPr>
              <a:spLocks/>
            </p:cNvSpPr>
            <p:nvPr userDrawn="1"/>
          </p:nvSpPr>
          <p:spPr bwMode="auto">
            <a:xfrm>
              <a:off x="4531" y="2097"/>
              <a:ext cx="14" cy="15"/>
            </a:xfrm>
            <a:custGeom>
              <a:avLst/>
              <a:gdLst>
                <a:gd name="T0" fmla="*/ 6 w 14"/>
                <a:gd name="T1" fmla="*/ 0 h 15"/>
                <a:gd name="T2" fmla="*/ 14 w 14"/>
                <a:gd name="T3" fmla="*/ 8 h 15"/>
                <a:gd name="T4" fmla="*/ 8 w 14"/>
                <a:gd name="T5" fmla="*/ 15 h 15"/>
                <a:gd name="T6" fmla="*/ 0 w 14"/>
                <a:gd name="T7" fmla="*/ 6 h 15"/>
                <a:gd name="T8" fmla="*/ 6 w 14"/>
                <a:gd name="T9" fmla="*/ 0 h 15"/>
              </a:gdLst>
              <a:ahLst/>
              <a:cxnLst>
                <a:cxn ang="0">
                  <a:pos x="T0" y="T1"/>
                </a:cxn>
                <a:cxn ang="0">
                  <a:pos x="T2" y="T3"/>
                </a:cxn>
                <a:cxn ang="0">
                  <a:pos x="T4" y="T5"/>
                </a:cxn>
                <a:cxn ang="0">
                  <a:pos x="T6" y="T7"/>
                </a:cxn>
                <a:cxn ang="0">
                  <a:pos x="T8" y="T9"/>
                </a:cxn>
              </a:cxnLst>
              <a:rect l="0" t="0" r="r" b="b"/>
              <a:pathLst>
                <a:path w="14" h="15">
                  <a:moveTo>
                    <a:pt x="6" y="0"/>
                  </a:moveTo>
                  <a:lnTo>
                    <a:pt x="14" y="8"/>
                  </a:lnTo>
                  <a:lnTo>
                    <a:pt x="8" y="15"/>
                  </a:lnTo>
                  <a:lnTo>
                    <a:pt x="0" y="6"/>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4">
              <a:extLst>
                <a:ext uri="{FF2B5EF4-FFF2-40B4-BE49-F238E27FC236}">
                  <a16:creationId xmlns:a16="http://schemas.microsoft.com/office/drawing/2014/main" id="{2D64B8C5-F0D5-4D03-83AC-866081D408DD}"/>
                </a:ext>
              </a:extLst>
            </p:cNvPr>
            <p:cNvSpPr>
              <a:spLocks/>
            </p:cNvSpPr>
            <p:nvPr userDrawn="1"/>
          </p:nvSpPr>
          <p:spPr bwMode="auto">
            <a:xfrm>
              <a:off x="4600" y="2026"/>
              <a:ext cx="16" cy="15"/>
            </a:xfrm>
            <a:custGeom>
              <a:avLst/>
              <a:gdLst>
                <a:gd name="T0" fmla="*/ 7 w 16"/>
                <a:gd name="T1" fmla="*/ 0 h 15"/>
                <a:gd name="T2" fmla="*/ 16 w 16"/>
                <a:gd name="T3" fmla="*/ 9 h 15"/>
                <a:gd name="T4" fmla="*/ 9 w 16"/>
                <a:gd name="T5" fmla="*/ 15 h 15"/>
                <a:gd name="T6" fmla="*/ 0 w 16"/>
                <a:gd name="T7" fmla="*/ 7 h 15"/>
                <a:gd name="T8" fmla="*/ 7 w 16"/>
                <a:gd name="T9" fmla="*/ 0 h 15"/>
              </a:gdLst>
              <a:ahLst/>
              <a:cxnLst>
                <a:cxn ang="0">
                  <a:pos x="T0" y="T1"/>
                </a:cxn>
                <a:cxn ang="0">
                  <a:pos x="T2" y="T3"/>
                </a:cxn>
                <a:cxn ang="0">
                  <a:pos x="T4" y="T5"/>
                </a:cxn>
                <a:cxn ang="0">
                  <a:pos x="T6" y="T7"/>
                </a:cxn>
                <a:cxn ang="0">
                  <a:pos x="T8" y="T9"/>
                </a:cxn>
              </a:cxnLst>
              <a:rect l="0" t="0" r="r" b="b"/>
              <a:pathLst>
                <a:path w="16" h="15">
                  <a:moveTo>
                    <a:pt x="7" y="0"/>
                  </a:moveTo>
                  <a:lnTo>
                    <a:pt x="16" y="9"/>
                  </a:lnTo>
                  <a:lnTo>
                    <a:pt x="9" y="15"/>
                  </a:lnTo>
                  <a:lnTo>
                    <a:pt x="0" y="7"/>
                  </a:lnTo>
                  <a:lnTo>
                    <a:pt x="7"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5">
              <a:extLst>
                <a:ext uri="{FF2B5EF4-FFF2-40B4-BE49-F238E27FC236}">
                  <a16:creationId xmlns:a16="http://schemas.microsoft.com/office/drawing/2014/main" id="{DABE7399-4572-46F5-8D78-EDB2EB12E026}"/>
                </a:ext>
              </a:extLst>
            </p:cNvPr>
            <p:cNvSpPr>
              <a:spLocks/>
            </p:cNvSpPr>
            <p:nvPr userDrawn="1"/>
          </p:nvSpPr>
          <p:spPr bwMode="auto">
            <a:xfrm>
              <a:off x="4601" y="2096"/>
              <a:ext cx="15" cy="15"/>
            </a:xfrm>
            <a:custGeom>
              <a:avLst/>
              <a:gdLst>
                <a:gd name="T0" fmla="*/ 0 w 15"/>
                <a:gd name="T1" fmla="*/ 9 h 15"/>
                <a:gd name="T2" fmla="*/ 9 w 15"/>
                <a:gd name="T3" fmla="*/ 0 h 15"/>
                <a:gd name="T4" fmla="*/ 15 w 15"/>
                <a:gd name="T5" fmla="*/ 6 h 15"/>
                <a:gd name="T6" fmla="*/ 7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9" y="0"/>
                  </a:lnTo>
                  <a:lnTo>
                    <a:pt x="15" y="6"/>
                  </a:lnTo>
                  <a:lnTo>
                    <a:pt x="7"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6">
              <a:extLst>
                <a:ext uri="{FF2B5EF4-FFF2-40B4-BE49-F238E27FC236}">
                  <a16:creationId xmlns:a16="http://schemas.microsoft.com/office/drawing/2014/main" id="{863F82A1-0ABC-4BB6-A62A-A0332849BC44}"/>
                </a:ext>
              </a:extLst>
            </p:cNvPr>
            <p:cNvSpPr>
              <a:spLocks/>
            </p:cNvSpPr>
            <p:nvPr userDrawn="1"/>
          </p:nvSpPr>
          <p:spPr bwMode="auto">
            <a:xfrm>
              <a:off x="4530" y="2027"/>
              <a:ext cx="15" cy="15"/>
            </a:xfrm>
            <a:custGeom>
              <a:avLst/>
              <a:gdLst>
                <a:gd name="T0" fmla="*/ 0 w 15"/>
                <a:gd name="T1" fmla="*/ 9 h 15"/>
                <a:gd name="T2" fmla="*/ 8 w 15"/>
                <a:gd name="T3" fmla="*/ 0 h 15"/>
                <a:gd name="T4" fmla="*/ 15 w 15"/>
                <a:gd name="T5" fmla="*/ 7 h 15"/>
                <a:gd name="T6" fmla="*/ 6 w 15"/>
                <a:gd name="T7" fmla="*/ 15 h 15"/>
                <a:gd name="T8" fmla="*/ 0 w 15"/>
                <a:gd name="T9" fmla="*/ 9 h 15"/>
              </a:gdLst>
              <a:ahLst/>
              <a:cxnLst>
                <a:cxn ang="0">
                  <a:pos x="T0" y="T1"/>
                </a:cxn>
                <a:cxn ang="0">
                  <a:pos x="T2" y="T3"/>
                </a:cxn>
                <a:cxn ang="0">
                  <a:pos x="T4" y="T5"/>
                </a:cxn>
                <a:cxn ang="0">
                  <a:pos x="T6" y="T7"/>
                </a:cxn>
                <a:cxn ang="0">
                  <a:pos x="T8" y="T9"/>
                </a:cxn>
              </a:cxnLst>
              <a:rect l="0" t="0" r="r" b="b"/>
              <a:pathLst>
                <a:path w="15" h="15">
                  <a:moveTo>
                    <a:pt x="0" y="9"/>
                  </a:moveTo>
                  <a:lnTo>
                    <a:pt x="8" y="0"/>
                  </a:lnTo>
                  <a:lnTo>
                    <a:pt x="15" y="7"/>
                  </a:lnTo>
                  <a:lnTo>
                    <a:pt x="6" y="15"/>
                  </a:lnTo>
                  <a:lnTo>
                    <a:pt x="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73" name="Group 39">
            <a:extLst>
              <a:ext uri="{FF2B5EF4-FFF2-40B4-BE49-F238E27FC236}">
                <a16:creationId xmlns:a16="http://schemas.microsoft.com/office/drawing/2014/main" id="{89E7AA5B-86C5-4D0A-A9BB-FE7C55D9C560}"/>
              </a:ext>
            </a:extLst>
          </p:cNvPr>
          <p:cNvGrpSpPr>
            <a:grpSpLocks noChangeAspect="1"/>
          </p:cNvGrpSpPr>
          <p:nvPr userDrawn="1"/>
        </p:nvGrpSpPr>
        <p:grpSpPr bwMode="auto">
          <a:xfrm>
            <a:off x="1557338" y="3001963"/>
            <a:ext cx="696912" cy="695325"/>
            <a:chOff x="981" y="1891"/>
            <a:chExt cx="439" cy="438"/>
          </a:xfrm>
        </p:grpSpPr>
        <p:sp>
          <p:nvSpPr>
            <p:cNvPr id="74" name="AutoShape 38">
              <a:extLst>
                <a:ext uri="{FF2B5EF4-FFF2-40B4-BE49-F238E27FC236}">
                  <a16:creationId xmlns:a16="http://schemas.microsoft.com/office/drawing/2014/main" id="{24C2EC8B-58F5-4DAC-B9C9-30B81E355C7C}"/>
                </a:ext>
              </a:extLst>
            </p:cNvPr>
            <p:cNvSpPr>
              <a:spLocks noChangeAspect="1" noChangeArrowheads="1" noTextEdit="1"/>
            </p:cNvSpPr>
            <p:nvPr userDrawn="1"/>
          </p:nvSpPr>
          <p:spPr bwMode="auto">
            <a:xfrm>
              <a:off x="981" y="1891"/>
              <a:ext cx="43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40">
              <a:extLst>
                <a:ext uri="{FF2B5EF4-FFF2-40B4-BE49-F238E27FC236}">
                  <a16:creationId xmlns:a16="http://schemas.microsoft.com/office/drawing/2014/main" id="{3A46B932-934F-445C-967D-CC2D03DF4755}"/>
                </a:ext>
              </a:extLst>
            </p:cNvPr>
            <p:cNvSpPr>
              <a:spLocks noChangeArrowheads="1"/>
            </p:cNvSpPr>
            <p:nvPr userDrawn="1"/>
          </p:nvSpPr>
          <p:spPr bwMode="auto">
            <a:xfrm>
              <a:off x="981"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41">
              <a:extLst>
                <a:ext uri="{FF2B5EF4-FFF2-40B4-BE49-F238E27FC236}">
                  <a16:creationId xmlns:a16="http://schemas.microsoft.com/office/drawing/2014/main" id="{5288FDD8-2EFD-45E9-B437-6986CFBFC8D3}"/>
                </a:ext>
              </a:extLst>
            </p:cNvPr>
            <p:cNvSpPr>
              <a:spLocks noChangeArrowheads="1"/>
            </p:cNvSpPr>
            <p:nvPr userDrawn="1"/>
          </p:nvSpPr>
          <p:spPr bwMode="auto">
            <a:xfrm>
              <a:off x="981"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42">
              <a:extLst>
                <a:ext uri="{FF2B5EF4-FFF2-40B4-BE49-F238E27FC236}">
                  <a16:creationId xmlns:a16="http://schemas.microsoft.com/office/drawing/2014/main" id="{633F461D-FBDF-43BB-BD50-1812731FF9A2}"/>
                </a:ext>
              </a:extLst>
            </p:cNvPr>
            <p:cNvSpPr>
              <a:spLocks noChangeArrowheads="1"/>
            </p:cNvSpPr>
            <p:nvPr userDrawn="1"/>
          </p:nvSpPr>
          <p:spPr bwMode="auto">
            <a:xfrm>
              <a:off x="981"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43">
              <a:extLst>
                <a:ext uri="{FF2B5EF4-FFF2-40B4-BE49-F238E27FC236}">
                  <a16:creationId xmlns:a16="http://schemas.microsoft.com/office/drawing/2014/main" id="{E7959846-64FE-4A2D-BCE2-71373055719E}"/>
                </a:ext>
              </a:extLst>
            </p:cNvPr>
            <p:cNvSpPr>
              <a:spLocks noChangeArrowheads="1"/>
            </p:cNvSpPr>
            <p:nvPr userDrawn="1"/>
          </p:nvSpPr>
          <p:spPr bwMode="auto">
            <a:xfrm>
              <a:off x="981"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44">
              <a:extLst>
                <a:ext uri="{FF2B5EF4-FFF2-40B4-BE49-F238E27FC236}">
                  <a16:creationId xmlns:a16="http://schemas.microsoft.com/office/drawing/2014/main" id="{8296BB40-4EC2-4F84-8DA6-BA9CCCEC4D8C}"/>
                </a:ext>
              </a:extLst>
            </p:cNvPr>
            <p:cNvSpPr>
              <a:spLocks noChangeArrowheads="1"/>
            </p:cNvSpPr>
            <p:nvPr userDrawn="1"/>
          </p:nvSpPr>
          <p:spPr bwMode="auto">
            <a:xfrm>
              <a:off x="1392" y="1891"/>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45">
              <a:extLst>
                <a:ext uri="{FF2B5EF4-FFF2-40B4-BE49-F238E27FC236}">
                  <a16:creationId xmlns:a16="http://schemas.microsoft.com/office/drawing/2014/main" id="{8944ADE3-C66D-48C6-A110-0AF275C738E7}"/>
                </a:ext>
              </a:extLst>
            </p:cNvPr>
            <p:cNvSpPr>
              <a:spLocks noChangeArrowheads="1"/>
            </p:cNvSpPr>
            <p:nvPr userDrawn="1"/>
          </p:nvSpPr>
          <p:spPr bwMode="auto">
            <a:xfrm>
              <a:off x="1324" y="1891"/>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46">
              <a:extLst>
                <a:ext uri="{FF2B5EF4-FFF2-40B4-BE49-F238E27FC236}">
                  <a16:creationId xmlns:a16="http://schemas.microsoft.com/office/drawing/2014/main" id="{238C54DE-CD99-4BB4-B044-80116344DF9B}"/>
                </a:ext>
              </a:extLst>
            </p:cNvPr>
            <p:cNvSpPr>
              <a:spLocks noChangeArrowheads="1"/>
            </p:cNvSpPr>
            <p:nvPr userDrawn="1"/>
          </p:nvSpPr>
          <p:spPr bwMode="auto">
            <a:xfrm>
              <a:off x="1324" y="2302"/>
              <a:ext cx="96" cy="2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47">
              <a:extLst>
                <a:ext uri="{FF2B5EF4-FFF2-40B4-BE49-F238E27FC236}">
                  <a16:creationId xmlns:a16="http://schemas.microsoft.com/office/drawing/2014/main" id="{FB0C33A1-D319-41C6-943D-8ECF5F5F328F}"/>
                </a:ext>
              </a:extLst>
            </p:cNvPr>
            <p:cNvSpPr>
              <a:spLocks noChangeArrowheads="1"/>
            </p:cNvSpPr>
            <p:nvPr userDrawn="1"/>
          </p:nvSpPr>
          <p:spPr bwMode="auto">
            <a:xfrm>
              <a:off x="1392" y="2233"/>
              <a:ext cx="28" cy="96"/>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Oval 48">
              <a:extLst>
                <a:ext uri="{FF2B5EF4-FFF2-40B4-BE49-F238E27FC236}">
                  <a16:creationId xmlns:a16="http://schemas.microsoft.com/office/drawing/2014/main" id="{5BF0F975-214C-4689-B5E5-A3F142ED14A6}"/>
                </a:ext>
              </a:extLst>
            </p:cNvPr>
            <p:cNvSpPr>
              <a:spLocks noChangeArrowheads="1"/>
            </p:cNvSpPr>
            <p:nvPr userDrawn="1"/>
          </p:nvSpPr>
          <p:spPr bwMode="auto">
            <a:xfrm>
              <a:off x="1160" y="2014"/>
              <a:ext cx="82" cy="82"/>
            </a:xfrm>
            <a:prstGeom prst="ellipse">
              <a:avLst/>
            </a:pr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4" name="Freeform 49">
              <a:extLst>
                <a:ext uri="{FF2B5EF4-FFF2-40B4-BE49-F238E27FC236}">
                  <a16:creationId xmlns:a16="http://schemas.microsoft.com/office/drawing/2014/main" id="{661934E1-A3F7-4124-8742-122F01076112}"/>
                </a:ext>
              </a:extLst>
            </p:cNvPr>
            <p:cNvSpPr>
              <a:spLocks/>
            </p:cNvSpPr>
            <p:nvPr userDrawn="1"/>
          </p:nvSpPr>
          <p:spPr bwMode="auto">
            <a:xfrm>
              <a:off x="1118" y="2124"/>
              <a:ext cx="165" cy="82"/>
            </a:xfrm>
            <a:custGeom>
              <a:avLst/>
              <a:gdLst>
                <a:gd name="T0" fmla="*/ 0 w 512"/>
                <a:gd name="T1" fmla="*/ 256 h 256"/>
                <a:gd name="T2" fmla="*/ 256 w 512"/>
                <a:gd name="T3" fmla="*/ 0 h 256"/>
                <a:gd name="T4" fmla="*/ 512 w 512"/>
                <a:gd name="T5" fmla="*/ 256 h 256"/>
                <a:gd name="T6" fmla="*/ 0 w 512"/>
                <a:gd name="T7" fmla="*/ 256 h 256"/>
              </a:gdLst>
              <a:ahLst/>
              <a:cxnLst>
                <a:cxn ang="0">
                  <a:pos x="T0" y="T1"/>
                </a:cxn>
                <a:cxn ang="0">
                  <a:pos x="T2" y="T3"/>
                </a:cxn>
                <a:cxn ang="0">
                  <a:pos x="T4" y="T5"/>
                </a:cxn>
                <a:cxn ang="0">
                  <a:pos x="T6" y="T7"/>
                </a:cxn>
              </a:cxnLst>
              <a:rect l="0" t="0" r="r" b="b"/>
              <a:pathLst>
                <a:path w="512" h="256">
                  <a:moveTo>
                    <a:pt x="0" y="256"/>
                  </a:moveTo>
                  <a:cubicBezTo>
                    <a:pt x="0" y="115"/>
                    <a:pt x="115" y="0"/>
                    <a:pt x="256" y="0"/>
                  </a:cubicBezTo>
                  <a:cubicBezTo>
                    <a:pt x="397" y="0"/>
                    <a:pt x="512" y="115"/>
                    <a:pt x="512" y="256"/>
                  </a:cubicBezTo>
                  <a:lnTo>
                    <a:pt x="0" y="256"/>
                  </a:lnTo>
                  <a:close/>
                </a:path>
              </a:pathLst>
            </a:custGeom>
            <a:solidFill>
              <a:schemeClr val="accent2"/>
            </a:solidFill>
            <a:ln w="9525">
              <a:solidFill>
                <a:schemeClr val="accent2"/>
              </a:solidFill>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26860685"/>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1850334"/>
            <a:ext cx="6452279" cy="1434239"/>
          </a:xfrm>
        </p:spPr>
        <p:txBody>
          <a:bodyPr/>
          <a:lstStyle>
            <a:lvl1pPr>
              <a:defRPr sz="2000">
                <a:solidFill>
                  <a:schemeClr val="accent2"/>
                </a:solidFill>
              </a:defRPr>
            </a:lvl1pPr>
            <a:lvl2pPr marL="173038" indent="-173038">
              <a:buFont typeface="Arial" panose="020B0604020202020204" pitchFamily="34" charset="0"/>
              <a:buChar char="•"/>
              <a:defRPr sz="1400">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40C74339-5B57-4B6A-846D-3C46FD6994B5}"/>
              </a:ext>
            </a:extLst>
          </p:cNvPr>
          <p:cNvSpPr>
            <a:spLocks noGrp="1"/>
          </p:cNvSpPr>
          <p:nvPr>
            <p:ph type="body" sz="quarter" idx="12"/>
          </p:nvPr>
        </p:nvSpPr>
        <p:spPr>
          <a:xfrm>
            <a:off x="584199" y="967695"/>
            <a:ext cx="11018519"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
        <p:nvSpPr>
          <p:cNvPr id="2" name="Title 1">
            <a:extLst>
              <a:ext uri="{FF2B5EF4-FFF2-40B4-BE49-F238E27FC236}">
                <a16:creationId xmlns:a16="http://schemas.microsoft.com/office/drawing/2014/main" id="{FF46E3E4-84FF-4A78-BC12-0A2A3599B67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97591335"/>
      </p:ext>
    </p:extLst>
  </p:cSld>
  <p:clrMapOvr>
    <a:masterClrMapping/>
  </p:clrMapOvr>
  <p:transition>
    <p:fade/>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D6154656-3056-1436-1165-04AE3D46B0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26330331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itie and Su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sp>
        <p:nvSpPr>
          <p:cNvPr id="15" name="Text Placeholder 6">
            <a:extLst>
              <a:ext uri="{FF2B5EF4-FFF2-40B4-BE49-F238E27FC236}">
                <a16:creationId xmlns:a16="http://schemas.microsoft.com/office/drawing/2014/main" id="{1AED9DF8-15D3-4CED-BCE9-90F7A3452475}"/>
              </a:ext>
            </a:extLst>
          </p:cNvPr>
          <p:cNvSpPr>
            <a:spLocks noGrp="1"/>
          </p:cNvSpPr>
          <p:nvPr>
            <p:ph type="body" sz="quarter" idx="14"/>
          </p:nvPr>
        </p:nvSpPr>
        <p:spPr>
          <a:xfrm>
            <a:off x="581595" y="1067101"/>
            <a:ext cx="11025188" cy="307777"/>
          </a:xfrm>
        </p:spPr>
        <p:txBody>
          <a:bodyPr/>
          <a:lstStyle>
            <a:lvl1pPr marL="0" indent="0" algn="ctr">
              <a:buNone/>
              <a:defRPr sz="2000">
                <a:solidFill>
                  <a:schemeClr val="accent1">
                    <a:lumMod val="60000"/>
                    <a:lumOff val="40000"/>
                  </a:schemeClr>
                </a:solidFill>
                <a:latin typeface="+mn-lt"/>
              </a:defRPr>
            </a:lvl1pPr>
          </a:lstStyle>
          <a:p>
            <a:pPr lvl="0"/>
            <a:r>
              <a:rPr lang="en-US"/>
              <a:t>Edit Master text styles</a:t>
            </a:r>
          </a:p>
        </p:txBody>
      </p:sp>
    </p:spTree>
    <p:extLst>
      <p:ext uri="{BB962C8B-B14F-4D97-AF65-F5344CB8AC3E}">
        <p14:creationId xmlns:p14="http://schemas.microsoft.com/office/powerpoint/2010/main" val="2123488108"/>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guide id="3" pos="3840">
          <p15:clr>
            <a:srgbClr val="FBAE40"/>
          </p15:clr>
        </p15:guide>
        <p15:guide id="4" pos="1896">
          <p15:clr>
            <a:srgbClr val="FBAE40"/>
          </p15:clr>
        </p15:guide>
        <p15:guide id="5" pos="5832">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6916633" y="1850334"/>
            <a:ext cx="4543277" cy="2206758"/>
          </a:xfrm>
          <a:solidFill>
            <a:schemeClr val="accent1">
              <a:alpha val="26000"/>
            </a:schemeClr>
          </a:solidFill>
          <a:ln>
            <a:noFill/>
          </a:ln>
        </p:spPr>
        <p:txBody>
          <a:bodyPr lIns="365760" tIns="365760" rIns="365760" bIns="365760"/>
          <a:lstStyle>
            <a:lvl1pPr>
              <a:defRPr sz="2000">
                <a:solidFill>
                  <a:schemeClr val="tx1"/>
                </a:solidFill>
              </a:defRPr>
            </a:lvl1pPr>
            <a:lvl2pPr marL="0" indent="0">
              <a:spcBef>
                <a:spcPts val="1200"/>
              </a:spcBef>
              <a:spcAft>
                <a:spcPts val="0"/>
              </a:spcAft>
              <a:buFont typeface="Arial" panose="020B0604020202020204" pitchFamily="34" charset="0"/>
              <a:buNone/>
              <a:defRPr sz="1400" b="1">
                <a:solidFill>
                  <a:schemeClr val="tx2"/>
                </a:solidFill>
              </a:defRPr>
            </a:lvl2pPr>
            <a:lvl3pPr>
              <a:defRPr sz="1200">
                <a:solidFill>
                  <a:schemeClr val="tx2"/>
                </a:solidFill>
              </a:defRPr>
            </a:lvl3pPr>
            <a:lvl4pPr>
              <a:defRPr sz="1100">
                <a:solidFill>
                  <a:schemeClr val="tx2"/>
                </a:solidFill>
              </a:defRPr>
            </a:lvl4pPr>
            <a:lvl5pPr>
              <a:defRPr sz="1100">
                <a:solidFill>
                  <a:schemeClr val="tx2"/>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DD2A3B-10EE-4819-8FE4-E73D1B31AA9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3104476"/>
      </p:ext>
    </p:extLst>
  </p:cSld>
  <p:clrMapOvr>
    <a:masterClrMapping/>
  </p:clrMapOvr>
  <p:transition>
    <p:fade/>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4" y="2862297"/>
            <a:ext cx="3992212" cy="492443"/>
          </a:xfrm>
        </p:spPr>
        <p:txBody>
          <a:bodyPr anchor="b"/>
          <a:lstStyle>
            <a:lvl1pPr algn="l">
              <a:defRPr>
                <a:solidFill>
                  <a:schemeClr val="tx1"/>
                </a:solidFill>
              </a:defRPr>
            </a:lvl1pPr>
          </a:lstStyle>
          <a:p>
            <a:r>
              <a:rPr lang="en-US"/>
              <a:t>Click to edit Master</a:t>
            </a:r>
          </a:p>
        </p:txBody>
      </p:sp>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8264" y="3429000"/>
            <a:ext cx="4043371" cy="1957324"/>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1003572"/>
      </p:ext>
    </p:extLst>
  </p:cSld>
  <p:clrMapOvr>
    <a:masterClrMapping/>
  </p:clrMapOvr>
  <p:transition>
    <p:fade/>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1ED0B55-BEE6-44FE-A0B2-59B9E157D92F}"/>
              </a:ext>
            </a:extLst>
          </p:cNvPr>
          <p:cNvSpPr/>
          <p:nvPr userDrawn="1"/>
        </p:nvSpPr>
        <p:spPr>
          <a:xfrm>
            <a:off x="6239619" y="2645549"/>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4" name="Rectangle 3">
            <a:extLst>
              <a:ext uri="{FF2B5EF4-FFF2-40B4-BE49-F238E27FC236}">
                <a16:creationId xmlns:a16="http://schemas.microsoft.com/office/drawing/2014/main" id="{9F5FE248-E008-4D5B-B496-4C16DD3B73C1}"/>
              </a:ext>
            </a:extLst>
          </p:cNvPr>
          <p:cNvSpPr/>
          <p:nvPr userDrawn="1"/>
        </p:nvSpPr>
        <p:spPr>
          <a:xfrm>
            <a:off x="62593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5" name="Rectangle 4">
            <a:extLst>
              <a:ext uri="{FF2B5EF4-FFF2-40B4-BE49-F238E27FC236}">
                <a16:creationId xmlns:a16="http://schemas.microsoft.com/office/drawing/2014/main" id="{75633F4A-4D31-437B-9F1A-75AC415749C1}"/>
              </a:ext>
            </a:extLst>
          </p:cNvPr>
          <p:cNvSpPr/>
          <p:nvPr userDrawn="1"/>
        </p:nvSpPr>
        <p:spPr>
          <a:xfrm>
            <a:off x="3432776" y="264679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6" name="Rectangle 5">
            <a:extLst>
              <a:ext uri="{FF2B5EF4-FFF2-40B4-BE49-F238E27FC236}">
                <a16:creationId xmlns:a16="http://schemas.microsoft.com/office/drawing/2014/main" id="{606C4D1A-77C5-4349-ACF2-F07969E17BEA}"/>
              </a:ext>
            </a:extLst>
          </p:cNvPr>
          <p:cNvSpPr/>
          <p:nvPr userDrawn="1"/>
        </p:nvSpPr>
        <p:spPr>
          <a:xfrm>
            <a:off x="9046463" y="2642967"/>
            <a:ext cx="2560320" cy="2550267"/>
          </a:xfrm>
          <a:prstGeom prst="rect">
            <a:avLst/>
          </a:prstGeom>
          <a:solidFill>
            <a:schemeClr val="bg1"/>
          </a:solidFill>
          <a:ln w="3175">
            <a:solidFill>
              <a:schemeClr val="accent1">
                <a:lumMod val="60000"/>
                <a:lumOff val="40000"/>
                <a:alpha val="67000"/>
              </a:schemeClr>
            </a:solidFill>
            <a:headEnd type="none" w="med" len="med"/>
            <a:tailEnd type="none" w="med" len="med"/>
          </a:ln>
          <a:effectLst>
            <a:outerShdw blurRad="304800" sx="102000" sy="102000" algn="ctr" rotWithShape="0">
              <a:schemeClr val="accent1"/>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lvl="0" algn="ctr" defTabSz="932472" fontAlgn="base">
              <a:spcBef>
                <a:spcPct val="0"/>
              </a:spcBef>
              <a:spcAft>
                <a:spcPct val="0"/>
              </a:spcAft>
            </a:pPr>
            <a:endParaRPr lang="en-US" sz="2000" noProof="0">
              <a:solidFill>
                <a:schemeClr val="accent1">
                  <a:lumMod val="60000"/>
                  <a:lumOff val="40000"/>
                </a:schemeClr>
              </a:solidFill>
              <a:cs typeface="Segoe UI" pitchFamily="34" charset="0"/>
            </a:endParaRPr>
          </a:p>
        </p:txBody>
      </p:sp>
      <p:sp>
        <p:nvSpPr>
          <p:cNvPr id="12" name="Text Placeholder 3">
            <a:extLst>
              <a:ext uri="{FF2B5EF4-FFF2-40B4-BE49-F238E27FC236}">
                <a16:creationId xmlns:a16="http://schemas.microsoft.com/office/drawing/2014/main" id="{CFF3042A-522F-4C25-8B66-C0EB7FED3989}"/>
              </a:ext>
            </a:extLst>
          </p:cNvPr>
          <p:cNvSpPr>
            <a:spLocks noGrp="1"/>
          </p:cNvSpPr>
          <p:nvPr>
            <p:ph type="body" sz="quarter" idx="17"/>
          </p:nvPr>
        </p:nvSpPr>
        <p:spPr>
          <a:xfrm>
            <a:off x="3569936"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3" name="Text Placeholder 3">
            <a:extLst>
              <a:ext uri="{FF2B5EF4-FFF2-40B4-BE49-F238E27FC236}">
                <a16:creationId xmlns:a16="http://schemas.microsoft.com/office/drawing/2014/main" id="{6611A15A-0519-4A60-90A1-E95F5CF60D96}"/>
              </a:ext>
            </a:extLst>
          </p:cNvPr>
          <p:cNvSpPr>
            <a:spLocks noGrp="1"/>
          </p:cNvSpPr>
          <p:nvPr>
            <p:ph type="body" sz="quarter" idx="18"/>
          </p:nvPr>
        </p:nvSpPr>
        <p:spPr>
          <a:xfrm>
            <a:off x="6376779"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14" name="Text Placeholder 3">
            <a:extLst>
              <a:ext uri="{FF2B5EF4-FFF2-40B4-BE49-F238E27FC236}">
                <a16:creationId xmlns:a16="http://schemas.microsoft.com/office/drawing/2014/main" id="{5415B8D4-14BD-43DC-957C-578C933ED210}"/>
              </a:ext>
            </a:extLst>
          </p:cNvPr>
          <p:cNvSpPr>
            <a:spLocks noGrp="1"/>
          </p:cNvSpPr>
          <p:nvPr>
            <p:ph type="body" sz="quarter" idx="19"/>
          </p:nvPr>
        </p:nvSpPr>
        <p:spPr>
          <a:xfrm>
            <a:off x="9183623" y="4268570"/>
            <a:ext cx="2286000" cy="276999"/>
          </a:xfrm>
        </p:spPr>
        <p:txBody>
          <a:bodyPr/>
          <a:lstStyle>
            <a:lvl1pPr marL="0" marR="0" indent="0" algn="ctr"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lang="en-US" sz="1800" kern="1200" spc="0" baseline="0" dirty="0">
                <a:solidFill>
                  <a:schemeClr val="accent2"/>
                </a:solidFill>
                <a:latin typeface="+mn-lt"/>
                <a:ea typeface="+mn-ea"/>
                <a:cs typeface="Segoe UI" panose="020B0502040204020203" pitchFamily="34" charset="0"/>
              </a:defRPr>
            </a:lvl1pPr>
            <a:lvl2pPr marL="0" indent="0" algn="ctr">
              <a:spcBef>
                <a:spcPts val="0"/>
              </a:spcBef>
              <a:spcAft>
                <a:spcPts val="600"/>
              </a:spcAft>
              <a:buNone/>
              <a:defRPr sz="1400" b="0">
                <a:solidFill>
                  <a:schemeClr val="tx1"/>
                </a:solidFill>
              </a:defRPr>
            </a:lvl2pPr>
            <a:lvl3pPr marL="0" indent="0" algn="ctr">
              <a:spcBef>
                <a:spcPts val="0"/>
              </a:spcBef>
              <a:spcAft>
                <a:spcPts val="600"/>
              </a:spcAft>
              <a:buNone/>
              <a:defRPr sz="1400" b="1">
                <a:solidFill>
                  <a:schemeClr val="tx1"/>
                </a:solidFill>
              </a:defRPr>
            </a:lvl3pPr>
            <a:lvl4pPr marL="0" indent="0" algn="ctr">
              <a:spcBef>
                <a:spcPts val="0"/>
              </a:spcBef>
              <a:spcAft>
                <a:spcPts val="600"/>
              </a:spcAft>
              <a:buNone/>
              <a:defRPr sz="1400" b="0">
                <a:solidFill>
                  <a:schemeClr val="tx1"/>
                </a:solidFill>
              </a:defRPr>
            </a:lvl4pPr>
            <a:lvl5pPr marL="0" indent="0" algn="ctr">
              <a:spcBef>
                <a:spcPts val="0"/>
              </a:spcBef>
              <a:spcAft>
                <a:spcPts val="600"/>
              </a:spcAft>
              <a:buNone/>
              <a:defRPr sz="1400" b="0">
                <a:solidFill>
                  <a:schemeClr val="tx1"/>
                </a:solidFill>
              </a:defRPr>
            </a:lvl5pPr>
          </a:lstStyle>
          <a:p>
            <a:pPr lvl="0"/>
            <a:r>
              <a:rPr lang="en-US"/>
              <a:t>Click to edit Master</a:t>
            </a:r>
          </a:p>
        </p:txBody>
      </p:sp>
      <p:sp>
        <p:nvSpPr>
          <p:cNvPr id="2" name="Title 1">
            <a:extLst>
              <a:ext uri="{FF2B5EF4-FFF2-40B4-BE49-F238E27FC236}">
                <a16:creationId xmlns:a16="http://schemas.microsoft.com/office/drawing/2014/main" id="{FABE8937-081E-4F89-A6B4-662049ED496D}"/>
              </a:ext>
            </a:extLst>
          </p:cNvPr>
          <p:cNvSpPr>
            <a:spLocks noGrp="1"/>
          </p:cNvSpPr>
          <p:nvPr>
            <p:ph type="title"/>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11AD21C-81F9-4999-B2C4-D518EF263794}"/>
              </a:ext>
            </a:extLst>
          </p:cNvPr>
          <p:cNvSpPr>
            <a:spLocks noGrp="1"/>
          </p:cNvSpPr>
          <p:nvPr>
            <p:ph type="body" sz="quarter" idx="20"/>
          </p:nvPr>
        </p:nvSpPr>
        <p:spPr>
          <a:xfrm>
            <a:off x="769443" y="4268570"/>
            <a:ext cx="2273300" cy="812530"/>
          </a:xfrm>
        </p:spPr>
        <p:txBody>
          <a:bodyPr/>
          <a:lstStyle>
            <a:lvl1pPr algn="ctr">
              <a:defRPr sz="1800">
                <a:solidFill>
                  <a:schemeClr val="accent2"/>
                </a:solidFill>
              </a:defRPr>
            </a:lvl1pPr>
            <a:lvl2pPr algn="ctr">
              <a:defRPr sz="1400">
                <a:solidFill>
                  <a:schemeClr val="accent2"/>
                </a:solidFill>
              </a:defRPr>
            </a:lvl2pPr>
            <a:lvl3pPr>
              <a:defRPr sz="1100">
                <a:solidFill>
                  <a:schemeClr val="accent2"/>
                </a:solidFill>
              </a:defRPr>
            </a:lvl3pPr>
            <a:lvl4pPr>
              <a:defRPr sz="1050">
                <a:solidFill>
                  <a:schemeClr val="accent2"/>
                </a:solidFill>
              </a:defRPr>
            </a:lvl4pPr>
            <a:lvl5pPr>
              <a:defRPr sz="1050">
                <a:solidFill>
                  <a:schemeClr val="accent2"/>
                </a:solidFill>
              </a:defRPr>
            </a:lvl5pPr>
          </a:lstStyle>
          <a:p>
            <a:pPr lvl="0"/>
            <a:r>
              <a:rPr lang="en-US"/>
              <a:t>Click to edit Master text styles</a:t>
            </a:r>
          </a:p>
          <a:p>
            <a:pPr lvl="1"/>
            <a:r>
              <a:rPr lang="en-US"/>
              <a:t>Second level</a:t>
            </a:r>
          </a:p>
        </p:txBody>
      </p:sp>
      <p:grpSp>
        <p:nvGrpSpPr>
          <p:cNvPr id="49" name="Group 48">
            <a:extLst>
              <a:ext uri="{FF2B5EF4-FFF2-40B4-BE49-F238E27FC236}">
                <a16:creationId xmlns:a16="http://schemas.microsoft.com/office/drawing/2014/main" id="{B988A210-464A-4E4A-A5EC-6A9F188993AC}"/>
              </a:ext>
            </a:extLst>
          </p:cNvPr>
          <p:cNvGrpSpPr/>
          <p:nvPr userDrawn="1"/>
        </p:nvGrpSpPr>
        <p:grpSpPr>
          <a:xfrm>
            <a:off x="4254385" y="2884146"/>
            <a:ext cx="917103" cy="847023"/>
            <a:chOff x="9664969" y="2124583"/>
            <a:chExt cx="917103" cy="847023"/>
          </a:xfrm>
        </p:grpSpPr>
        <p:grpSp>
          <p:nvGrpSpPr>
            <p:cNvPr id="19" name="Group 18">
              <a:extLst>
                <a:ext uri="{FF2B5EF4-FFF2-40B4-BE49-F238E27FC236}">
                  <a16:creationId xmlns:a16="http://schemas.microsoft.com/office/drawing/2014/main" id="{1DFF98CA-7D40-4D07-8AB0-F9FABEA06766}"/>
                </a:ext>
              </a:extLst>
            </p:cNvPr>
            <p:cNvGrpSpPr/>
            <p:nvPr/>
          </p:nvGrpSpPr>
          <p:grpSpPr>
            <a:xfrm>
              <a:off x="9664969" y="2309869"/>
              <a:ext cx="470966" cy="246457"/>
              <a:chOff x="13721512" y="1085822"/>
              <a:chExt cx="3673755" cy="1922480"/>
            </a:xfrm>
          </p:grpSpPr>
          <p:grpSp>
            <p:nvGrpSpPr>
              <p:cNvPr id="44" name="Group 43">
                <a:extLst>
                  <a:ext uri="{FF2B5EF4-FFF2-40B4-BE49-F238E27FC236}">
                    <a16:creationId xmlns:a16="http://schemas.microsoft.com/office/drawing/2014/main" id="{465ADB1D-47B6-4762-915F-B976A6371677}"/>
                  </a:ext>
                </a:extLst>
              </p:cNvPr>
              <p:cNvGrpSpPr/>
              <p:nvPr/>
            </p:nvGrpSpPr>
            <p:grpSpPr>
              <a:xfrm>
                <a:off x="13727467" y="1202243"/>
                <a:ext cx="3341598" cy="1806059"/>
                <a:chOff x="13727467" y="1202243"/>
                <a:chExt cx="3341598" cy="1806059"/>
              </a:xfrm>
            </p:grpSpPr>
            <p:sp>
              <p:nvSpPr>
                <p:cNvPr id="46" name="Isosceles Triangle 45">
                  <a:extLst>
                    <a:ext uri="{FF2B5EF4-FFF2-40B4-BE49-F238E27FC236}">
                      <a16:creationId xmlns:a16="http://schemas.microsoft.com/office/drawing/2014/main" id="{AE8FAB45-8D4E-4823-87F3-E901BBF377D6}"/>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7" name="Isosceles Triangle 46">
                  <a:extLst>
                    <a:ext uri="{FF2B5EF4-FFF2-40B4-BE49-F238E27FC236}">
                      <a16:creationId xmlns:a16="http://schemas.microsoft.com/office/drawing/2014/main" id="{12445C1B-6F26-4CE8-B389-B66A16B90A9C}"/>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8" name="Isosceles Triangle 375">
                  <a:extLst>
                    <a:ext uri="{FF2B5EF4-FFF2-40B4-BE49-F238E27FC236}">
                      <a16:creationId xmlns:a16="http://schemas.microsoft.com/office/drawing/2014/main" id="{C9386C8D-757A-417F-B53C-81F49DD30971}"/>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45" name="Freeform: Shape 44">
                <a:extLst>
                  <a:ext uri="{FF2B5EF4-FFF2-40B4-BE49-F238E27FC236}">
                    <a16:creationId xmlns:a16="http://schemas.microsoft.com/office/drawing/2014/main" id="{154FF891-D191-414F-8957-99FA4FA604E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0" name="Group 19">
              <a:extLst>
                <a:ext uri="{FF2B5EF4-FFF2-40B4-BE49-F238E27FC236}">
                  <a16:creationId xmlns:a16="http://schemas.microsoft.com/office/drawing/2014/main" id="{DFEC75A4-3A06-4C74-A1BE-E649840B9A18}"/>
                </a:ext>
              </a:extLst>
            </p:cNvPr>
            <p:cNvGrpSpPr/>
            <p:nvPr/>
          </p:nvGrpSpPr>
          <p:grpSpPr>
            <a:xfrm>
              <a:off x="9978266" y="2222938"/>
              <a:ext cx="323597" cy="360640"/>
              <a:chOff x="9978266" y="2222938"/>
              <a:chExt cx="323597" cy="360640"/>
            </a:xfrm>
          </p:grpSpPr>
          <p:sp>
            <p:nvSpPr>
              <p:cNvPr id="41" name="Isosceles Triangle 40">
                <a:extLst>
                  <a:ext uri="{FF2B5EF4-FFF2-40B4-BE49-F238E27FC236}">
                    <a16:creationId xmlns:a16="http://schemas.microsoft.com/office/drawing/2014/main" id="{75259615-2187-4F94-A969-DCA5190858F0}"/>
                  </a:ext>
                </a:extLst>
              </p:cNvPr>
              <p:cNvSpPr/>
              <p:nvPr/>
            </p:nvSpPr>
            <p:spPr bwMode="auto">
              <a:xfrm rot="13393209">
                <a:off x="9978266" y="2222938"/>
                <a:ext cx="313134" cy="149847"/>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2" name="Isosceles Triangle 41">
                <a:extLst>
                  <a:ext uri="{FF2B5EF4-FFF2-40B4-BE49-F238E27FC236}">
                    <a16:creationId xmlns:a16="http://schemas.microsoft.com/office/drawing/2014/main" id="{99B77C10-4771-48E4-91E2-103A8F870215}"/>
                  </a:ext>
                </a:extLst>
              </p:cNvPr>
              <p:cNvSpPr/>
              <p:nvPr/>
            </p:nvSpPr>
            <p:spPr bwMode="auto">
              <a:xfrm rot="3787336">
                <a:off x="10125858" y="2299763"/>
                <a:ext cx="168530" cy="183481"/>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3" name="Isosceles Triangle 375">
                <a:extLst>
                  <a:ext uri="{FF2B5EF4-FFF2-40B4-BE49-F238E27FC236}">
                    <a16:creationId xmlns:a16="http://schemas.microsoft.com/office/drawing/2014/main" id="{5A7483F9-456F-4639-8FB3-89BCDBA59816}"/>
                  </a:ext>
                </a:extLst>
              </p:cNvPr>
              <p:cNvSpPr/>
              <p:nvPr/>
            </p:nvSpPr>
            <p:spPr bwMode="auto">
              <a:xfrm rot="5172541">
                <a:off x="10016540" y="2440081"/>
                <a:ext cx="220647" cy="66348"/>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1" name="Freeform: Shape 20">
              <a:extLst>
                <a:ext uri="{FF2B5EF4-FFF2-40B4-BE49-F238E27FC236}">
                  <a16:creationId xmlns:a16="http://schemas.microsoft.com/office/drawing/2014/main" id="{D6FF55D4-9AB4-4E0C-BACF-4340818E43BD}"/>
                </a:ext>
              </a:extLst>
            </p:cNvPr>
            <p:cNvSpPr/>
            <p:nvPr/>
          </p:nvSpPr>
          <p:spPr bwMode="auto">
            <a:xfrm rot="5254367">
              <a:off x="9956136" y="2247079"/>
              <a:ext cx="470966" cy="22597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22" name="Group 21">
              <a:extLst>
                <a:ext uri="{FF2B5EF4-FFF2-40B4-BE49-F238E27FC236}">
                  <a16:creationId xmlns:a16="http://schemas.microsoft.com/office/drawing/2014/main" id="{6BBE2167-AFCF-45E2-863F-76B98D874DD1}"/>
                </a:ext>
              </a:extLst>
            </p:cNvPr>
            <p:cNvGrpSpPr/>
            <p:nvPr/>
          </p:nvGrpSpPr>
          <p:grpSpPr>
            <a:xfrm rot="2124180" flipH="1" flipV="1">
              <a:off x="9911732" y="2725149"/>
              <a:ext cx="470966" cy="246457"/>
              <a:chOff x="13721512" y="1085822"/>
              <a:chExt cx="3673755" cy="1922480"/>
            </a:xfrm>
          </p:grpSpPr>
          <p:grpSp>
            <p:nvGrpSpPr>
              <p:cNvPr id="36" name="Group 35">
                <a:extLst>
                  <a:ext uri="{FF2B5EF4-FFF2-40B4-BE49-F238E27FC236}">
                    <a16:creationId xmlns:a16="http://schemas.microsoft.com/office/drawing/2014/main" id="{9A03488A-F40D-44D0-A2AB-94FECFB418ED}"/>
                  </a:ext>
                </a:extLst>
              </p:cNvPr>
              <p:cNvGrpSpPr/>
              <p:nvPr/>
            </p:nvGrpSpPr>
            <p:grpSpPr>
              <a:xfrm>
                <a:off x="13727467" y="1202243"/>
                <a:ext cx="3341598" cy="1806059"/>
                <a:chOff x="13727467" y="1202243"/>
                <a:chExt cx="3341598" cy="1806059"/>
              </a:xfrm>
            </p:grpSpPr>
            <p:sp>
              <p:nvSpPr>
                <p:cNvPr id="38" name="Isosceles Triangle 37">
                  <a:extLst>
                    <a:ext uri="{FF2B5EF4-FFF2-40B4-BE49-F238E27FC236}">
                      <a16:creationId xmlns:a16="http://schemas.microsoft.com/office/drawing/2014/main" id="{1E1BC72D-9C0C-4F7E-B0F2-07C1A8924939}"/>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EA716B81-1D05-4CD9-AB09-CAE56B00D710}"/>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Isosceles Triangle 375">
                  <a:extLst>
                    <a:ext uri="{FF2B5EF4-FFF2-40B4-BE49-F238E27FC236}">
                      <a16:creationId xmlns:a16="http://schemas.microsoft.com/office/drawing/2014/main" id="{25F1B473-A080-4957-AFA3-52B3626596CC}"/>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7" name="Freeform: Shape 36">
                <a:extLst>
                  <a:ext uri="{FF2B5EF4-FFF2-40B4-BE49-F238E27FC236}">
                    <a16:creationId xmlns:a16="http://schemas.microsoft.com/office/drawing/2014/main" id="{2A7EE5E8-7587-4E38-981B-C7A689EF4F5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3" name="Group 22">
              <a:extLst>
                <a:ext uri="{FF2B5EF4-FFF2-40B4-BE49-F238E27FC236}">
                  <a16:creationId xmlns:a16="http://schemas.microsoft.com/office/drawing/2014/main" id="{4ED7F3E0-DE9F-49C1-B15A-1D1B46C85976}"/>
                </a:ext>
              </a:extLst>
            </p:cNvPr>
            <p:cNvGrpSpPr/>
            <p:nvPr/>
          </p:nvGrpSpPr>
          <p:grpSpPr>
            <a:xfrm rot="17317314">
              <a:off x="9632120" y="2608617"/>
              <a:ext cx="470966" cy="246457"/>
              <a:chOff x="13721512" y="1085822"/>
              <a:chExt cx="3673755" cy="1922480"/>
            </a:xfrm>
          </p:grpSpPr>
          <p:grpSp>
            <p:nvGrpSpPr>
              <p:cNvPr id="31" name="Group 30">
                <a:extLst>
                  <a:ext uri="{FF2B5EF4-FFF2-40B4-BE49-F238E27FC236}">
                    <a16:creationId xmlns:a16="http://schemas.microsoft.com/office/drawing/2014/main" id="{BB76E0AE-3B21-4BD3-9F7A-EB2047D3F4EA}"/>
                  </a:ext>
                </a:extLst>
              </p:cNvPr>
              <p:cNvGrpSpPr/>
              <p:nvPr/>
            </p:nvGrpSpPr>
            <p:grpSpPr>
              <a:xfrm>
                <a:off x="13727467" y="1202243"/>
                <a:ext cx="3341598" cy="1806059"/>
                <a:chOff x="13727467" y="1202243"/>
                <a:chExt cx="3341598" cy="1806059"/>
              </a:xfrm>
            </p:grpSpPr>
            <p:sp>
              <p:nvSpPr>
                <p:cNvPr id="33" name="Isosceles Triangle 32">
                  <a:extLst>
                    <a:ext uri="{FF2B5EF4-FFF2-40B4-BE49-F238E27FC236}">
                      <a16:creationId xmlns:a16="http://schemas.microsoft.com/office/drawing/2014/main" id="{198F8398-E0B7-4182-9E09-E9C37B294C24}"/>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4" name="Isosceles Triangle 33">
                  <a:extLst>
                    <a:ext uri="{FF2B5EF4-FFF2-40B4-BE49-F238E27FC236}">
                      <a16:creationId xmlns:a16="http://schemas.microsoft.com/office/drawing/2014/main" id="{CF5A8EE3-8C03-4611-A75D-774E4B5F9DCF}"/>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Isosceles Triangle 375">
                  <a:extLst>
                    <a:ext uri="{FF2B5EF4-FFF2-40B4-BE49-F238E27FC236}">
                      <a16:creationId xmlns:a16="http://schemas.microsoft.com/office/drawing/2014/main" id="{DC611FC2-D5BC-41FE-B053-C17A9C1C7C5D}"/>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32" name="Freeform: Shape 31">
                <a:extLst>
                  <a:ext uri="{FF2B5EF4-FFF2-40B4-BE49-F238E27FC236}">
                    <a16:creationId xmlns:a16="http://schemas.microsoft.com/office/drawing/2014/main" id="{5A22793B-B22A-4AB8-949B-0219C862632F}"/>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8F496923-2DD6-494A-AF13-C39351250AD6}"/>
                </a:ext>
              </a:extLst>
            </p:cNvPr>
            <p:cNvGrpSpPr/>
            <p:nvPr/>
          </p:nvGrpSpPr>
          <p:grpSpPr>
            <a:xfrm rot="8733085">
              <a:off x="10111106" y="2505403"/>
              <a:ext cx="470966" cy="246457"/>
              <a:chOff x="13721512" y="1085822"/>
              <a:chExt cx="3673755" cy="1922480"/>
            </a:xfrm>
          </p:grpSpPr>
          <p:grpSp>
            <p:nvGrpSpPr>
              <p:cNvPr id="26" name="Group 25">
                <a:extLst>
                  <a:ext uri="{FF2B5EF4-FFF2-40B4-BE49-F238E27FC236}">
                    <a16:creationId xmlns:a16="http://schemas.microsoft.com/office/drawing/2014/main" id="{9C0C8A6D-177D-4363-AD87-C1A4976794D7}"/>
                  </a:ext>
                </a:extLst>
              </p:cNvPr>
              <p:cNvGrpSpPr/>
              <p:nvPr/>
            </p:nvGrpSpPr>
            <p:grpSpPr>
              <a:xfrm>
                <a:off x="13727467" y="1202243"/>
                <a:ext cx="3341598" cy="1806059"/>
                <a:chOff x="13727467" y="1202243"/>
                <a:chExt cx="3341598" cy="1806059"/>
              </a:xfrm>
            </p:grpSpPr>
            <p:sp>
              <p:nvSpPr>
                <p:cNvPr id="28" name="Isosceles Triangle 27">
                  <a:extLst>
                    <a:ext uri="{FF2B5EF4-FFF2-40B4-BE49-F238E27FC236}">
                      <a16:creationId xmlns:a16="http://schemas.microsoft.com/office/drawing/2014/main" id="{E3BEB39B-8E7E-4F75-B874-4802AA070D2D}"/>
                    </a:ext>
                  </a:extLst>
                </p:cNvPr>
                <p:cNvSpPr/>
                <p:nvPr/>
              </p:nvSpPr>
              <p:spPr bwMode="auto">
                <a:xfrm rot="9223278">
                  <a:off x="13727467" y="1627700"/>
                  <a:ext cx="2442594" cy="1168873"/>
                </a:xfrm>
                <a:prstGeom prst="triangle">
                  <a:avLst>
                    <a:gd name="adj" fmla="val 49227"/>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9" name="Isosceles Triangle 28">
                  <a:extLst>
                    <a:ext uri="{FF2B5EF4-FFF2-40B4-BE49-F238E27FC236}">
                      <a16:creationId xmlns:a16="http://schemas.microsoft.com/office/drawing/2014/main" id="{A8D5B2A7-864C-4DC5-9F21-F1045F20E4F7}"/>
                    </a:ext>
                  </a:extLst>
                </p:cNvPr>
                <p:cNvSpPr/>
                <p:nvPr/>
              </p:nvSpPr>
              <p:spPr bwMode="auto">
                <a:xfrm rot="21217405">
                  <a:off x="15181338" y="1202243"/>
                  <a:ext cx="1314611" cy="1431238"/>
                </a:xfrm>
                <a:prstGeom prst="triangle">
                  <a:avLst>
                    <a:gd name="adj" fmla="val 52028"/>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0" name="Isosceles Triangle 375">
                  <a:extLst>
                    <a:ext uri="{FF2B5EF4-FFF2-40B4-BE49-F238E27FC236}">
                      <a16:creationId xmlns:a16="http://schemas.microsoft.com/office/drawing/2014/main" id="{1BD5B9D0-97DD-4A0E-A035-D5A829C207BE}"/>
                    </a:ext>
                  </a:extLst>
                </p:cNvPr>
                <p:cNvSpPr/>
                <p:nvPr/>
              </p:nvSpPr>
              <p:spPr bwMode="auto">
                <a:xfrm rot="1002610">
                  <a:off x="15347915" y="2490756"/>
                  <a:ext cx="1721150" cy="517546"/>
                </a:xfrm>
                <a:custGeom>
                  <a:avLst/>
                  <a:gdLst>
                    <a:gd name="connsiteX0" fmla="*/ 0 w 1721150"/>
                    <a:gd name="connsiteY0" fmla="*/ 766109 h 766109"/>
                    <a:gd name="connsiteX1" fmla="*/ 847271 w 1721150"/>
                    <a:gd name="connsiteY1" fmla="*/ 0 h 766109"/>
                    <a:gd name="connsiteX2" fmla="*/ 1721150 w 1721150"/>
                    <a:gd name="connsiteY2" fmla="*/ 766109 h 766109"/>
                    <a:gd name="connsiteX3" fmla="*/ 0 w 1721150"/>
                    <a:gd name="connsiteY3" fmla="*/ 766109 h 766109"/>
                    <a:gd name="connsiteX0" fmla="*/ 0 w 1721150"/>
                    <a:gd name="connsiteY0" fmla="*/ 516245 h 516245"/>
                    <a:gd name="connsiteX1" fmla="*/ 922282 w 1721150"/>
                    <a:gd name="connsiteY1" fmla="*/ 0 h 516245"/>
                    <a:gd name="connsiteX2" fmla="*/ 1721150 w 1721150"/>
                    <a:gd name="connsiteY2" fmla="*/ 516245 h 516245"/>
                    <a:gd name="connsiteX3" fmla="*/ 0 w 1721150"/>
                    <a:gd name="connsiteY3" fmla="*/ 516245 h 516245"/>
                    <a:gd name="connsiteX0" fmla="*/ 0 w 1721150"/>
                    <a:gd name="connsiteY0" fmla="*/ 517546 h 517546"/>
                    <a:gd name="connsiteX1" fmla="*/ 1128243 w 1721150"/>
                    <a:gd name="connsiteY1" fmla="*/ 0 h 517546"/>
                    <a:gd name="connsiteX2" fmla="*/ 1721150 w 1721150"/>
                    <a:gd name="connsiteY2" fmla="*/ 517546 h 517546"/>
                    <a:gd name="connsiteX3" fmla="*/ 0 w 1721150"/>
                    <a:gd name="connsiteY3" fmla="*/ 517546 h 517546"/>
                  </a:gdLst>
                  <a:ahLst/>
                  <a:cxnLst>
                    <a:cxn ang="0">
                      <a:pos x="connsiteX0" y="connsiteY0"/>
                    </a:cxn>
                    <a:cxn ang="0">
                      <a:pos x="connsiteX1" y="connsiteY1"/>
                    </a:cxn>
                    <a:cxn ang="0">
                      <a:pos x="connsiteX2" y="connsiteY2"/>
                    </a:cxn>
                    <a:cxn ang="0">
                      <a:pos x="connsiteX3" y="connsiteY3"/>
                    </a:cxn>
                  </a:cxnLst>
                  <a:rect l="l" t="t" r="r" b="b"/>
                  <a:pathLst>
                    <a:path w="1721150" h="517546">
                      <a:moveTo>
                        <a:pt x="0" y="517546"/>
                      </a:moveTo>
                      <a:lnTo>
                        <a:pt x="1128243" y="0"/>
                      </a:lnTo>
                      <a:lnTo>
                        <a:pt x="1721150" y="517546"/>
                      </a:lnTo>
                      <a:lnTo>
                        <a:pt x="0" y="517546"/>
                      </a:ln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7" name="Freeform: Shape 26">
                <a:extLst>
                  <a:ext uri="{FF2B5EF4-FFF2-40B4-BE49-F238E27FC236}">
                    <a16:creationId xmlns:a16="http://schemas.microsoft.com/office/drawing/2014/main" id="{96DFB6AF-0ED0-4007-9D6A-63249BBF97B8}"/>
                  </a:ext>
                </a:extLst>
              </p:cNvPr>
              <p:cNvSpPr/>
              <p:nvPr/>
            </p:nvSpPr>
            <p:spPr bwMode="auto">
              <a:xfrm rot="1084436">
                <a:off x="13721512" y="1085822"/>
                <a:ext cx="3673755" cy="1762693"/>
              </a:xfrm>
              <a:custGeom>
                <a:avLst/>
                <a:gdLst>
                  <a:gd name="connsiteX0" fmla="*/ 2961640 w 3673755"/>
                  <a:gd name="connsiteY0" fmla="*/ 1159502 h 1762693"/>
                  <a:gd name="connsiteX1" fmla="*/ 1920959 w 3673755"/>
                  <a:gd name="connsiteY1" fmla="*/ 1671814 h 1762693"/>
                  <a:gd name="connsiteX2" fmla="*/ 3494551 w 3673755"/>
                  <a:gd name="connsiteY2" fmla="*/ 1651896 h 1762693"/>
                  <a:gd name="connsiteX3" fmla="*/ 1749948 w 3673755"/>
                  <a:gd name="connsiteY3" fmla="*/ 144160 h 1762693"/>
                  <a:gd name="connsiteX4" fmla="*/ 148734 w 3673755"/>
                  <a:gd name="connsiteY4" fmla="*/ 1694247 h 1762693"/>
                  <a:gd name="connsiteX5" fmla="*/ 1749948 w 3673755"/>
                  <a:gd name="connsiteY5" fmla="*/ 1673979 h 1762693"/>
                  <a:gd name="connsiteX6" fmla="*/ 1815732 w 3673755"/>
                  <a:gd name="connsiteY6" fmla="*/ 100719 h 1762693"/>
                  <a:gd name="connsiteX7" fmla="*/ 1815732 w 3673755"/>
                  <a:gd name="connsiteY7" fmla="*/ 1650293 h 1762693"/>
                  <a:gd name="connsiteX8" fmla="*/ 2909867 w 3673755"/>
                  <a:gd name="connsiteY8" fmla="*/ 1111666 h 1762693"/>
                  <a:gd name="connsiteX9" fmla="*/ 1803661 w 3673755"/>
                  <a:gd name="connsiteY9" fmla="*/ 0 h 1762693"/>
                  <a:gd name="connsiteX10" fmla="*/ 3590178 w 3673755"/>
                  <a:gd name="connsiteY10" fmla="*/ 1650685 h 1762693"/>
                  <a:gd name="connsiteX11" fmla="*/ 3673755 w 3673755"/>
                  <a:gd name="connsiteY11" fmla="*/ 1724371 h 1762693"/>
                  <a:gd name="connsiteX12" fmla="*/ 0 w 3673755"/>
                  <a:gd name="connsiteY12" fmla="*/ 1762693 h 1762693"/>
                  <a:gd name="connsiteX13" fmla="*/ 57536 w 3673755"/>
                  <a:gd name="connsiteY13" fmla="*/ 1695401 h 1762693"/>
                  <a:gd name="connsiteX14" fmla="*/ 1798259 w 3673755"/>
                  <a:gd name="connsiteY14" fmla="*/ 5846 h 1762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3755" h="1762693">
                    <a:moveTo>
                      <a:pt x="2961640" y="1159502"/>
                    </a:moveTo>
                    <a:lnTo>
                      <a:pt x="1920959" y="1671814"/>
                    </a:lnTo>
                    <a:lnTo>
                      <a:pt x="3494551" y="1651896"/>
                    </a:lnTo>
                    <a:close/>
                    <a:moveTo>
                      <a:pt x="1749948" y="144160"/>
                    </a:moveTo>
                    <a:lnTo>
                      <a:pt x="148734" y="1694247"/>
                    </a:lnTo>
                    <a:lnTo>
                      <a:pt x="1749948" y="1673979"/>
                    </a:lnTo>
                    <a:close/>
                    <a:moveTo>
                      <a:pt x="1815732" y="100719"/>
                    </a:moveTo>
                    <a:lnTo>
                      <a:pt x="1815732" y="1650293"/>
                    </a:lnTo>
                    <a:lnTo>
                      <a:pt x="2909867" y="1111666"/>
                    </a:lnTo>
                    <a:close/>
                    <a:moveTo>
                      <a:pt x="1803661" y="0"/>
                    </a:moveTo>
                    <a:cubicBezTo>
                      <a:pt x="2399166" y="550229"/>
                      <a:pt x="2994672" y="1100456"/>
                      <a:pt x="3590178" y="1650685"/>
                    </a:cubicBezTo>
                    <a:cubicBezTo>
                      <a:pt x="3618037" y="1675247"/>
                      <a:pt x="3645896" y="1699810"/>
                      <a:pt x="3673755" y="1724371"/>
                    </a:cubicBezTo>
                    <a:lnTo>
                      <a:pt x="0" y="1762693"/>
                    </a:lnTo>
                    <a:lnTo>
                      <a:pt x="57536" y="1695401"/>
                    </a:lnTo>
                    <a:lnTo>
                      <a:pt x="1798259" y="5846"/>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
          <p:nvSpPr>
            <p:cNvPr id="25" name="Oval 24">
              <a:extLst>
                <a:ext uri="{FF2B5EF4-FFF2-40B4-BE49-F238E27FC236}">
                  <a16:creationId xmlns:a16="http://schemas.microsoft.com/office/drawing/2014/main" id="{2D9AE606-1D99-4CDC-BF50-869AAFD51524}"/>
                </a:ext>
              </a:extLst>
            </p:cNvPr>
            <p:cNvSpPr/>
            <p:nvPr/>
          </p:nvSpPr>
          <p:spPr bwMode="auto">
            <a:xfrm>
              <a:off x="10070950" y="2577554"/>
              <a:ext cx="38496" cy="3849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grpSp>
        <p:nvGrpSpPr>
          <p:cNvPr id="53" name="Group 52">
            <a:extLst>
              <a:ext uri="{FF2B5EF4-FFF2-40B4-BE49-F238E27FC236}">
                <a16:creationId xmlns:a16="http://schemas.microsoft.com/office/drawing/2014/main" id="{48C29746-3C18-4714-8B67-8FE0404AA717}"/>
              </a:ext>
            </a:extLst>
          </p:cNvPr>
          <p:cNvGrpSpPr/>
          <p:nvPr userDrawn="1"/>
        </p:nvGrpSpPr>
        <p:grpSpPr>
          <a:xfrm>
            <a:off x="9988208" y="2904614"/>
            <a:ext cx="676830" cy="806086"/>
            <a:chOff x="10360925" y="1869605"/>
            <a:chExt cx="513810" cy="611934"/>
          </a:xfrm>
        </p:grpSpPr>
        <p:sp>
          <p:nvSpPr>
            <p:cNvPr id="51" name="Freeform 128">
              <a:extLst>
                <a:ext uri="{FF2B5EF4-FFF2-40B4-BE49-F238E27FC236}">
                  <a16:creationId xmlns:a16="http://schemas.microsoft.com/office/drawing/2014/main" id="{2A0515F8-9584-4B8A-8585-DD59C46148CB}"/>
                </a:ext>
              </a:extLst>
            </p:cNvPr>
            <p:cNvSpPr>
              <a:spLocks/>
            </p:cNvSpPr>
            <p:nvPr/>
          </p:nvSpPr>
          <p:spPr bwMode="auto">
            <a:xfrm>
              <a:off x="10360925" y="1869605"/>
              <a:ext cx="513810" cy="611934"/>
            </a:xfrm>
            <a:custGeom>
              <a:avLst/>
              <a:gdLst>
                <a:gd name="T0" fmla="*/ 69 w 138"/>
                <a:gd name="T1" fmla="*/ 173 h 173"/>
                <a:gd name="T2" fmla="*/ 69 w 138"/>
                <a:gd name="T3" fmla="*/ 173 h 173"/>
                <a:gd name="T4" fmla="*/ 0 w 138"/>
                <a:gd name="T5" fmla="*/ 77 h 173"/>
                <a:gd name="T6" fmla="*/ 0 w 138"/>
                <a:gd name="T7" fmla="*/ 29 h 173"/>
                <a:gd name="T8" fmla="*/ 4 w 138"/>
                <a:gd name="T9" fmla="*/ 29 h 173"/>
                <a:gd name="T10" fmla="*/ 67 w 138"/>
                <a:gd name="T11" fmla="*/ 2 h 173"/>
                <a:gd name="T12" fmla="*/ 69 w 138"/>
                <a:gd name="T13" fmla="*/ 0 h 173"/>
                <a:gd name="T14" fmla="*/ 72 w 138"/>
                <a:gd name="T15" fmla="*/ 2 h 173"/>
                <a:gd name="T16" fmla="*/ 135 w 138"/>
                <a:gd name="T17" fmla="*/ 29 h 173"/>
                <a:gd name="T18" fmla="*/ 138 w 138"/>
                <a:gd name="T19" fmla="*/ 29 h 173"/>
                <a:gd name="T20" fmla="*/ 138 w 138"/>
                <a:gd name="T21" fmla="*/ 78 h 173"/>
                <a:gd name="T22" fmla="*/ 69 w 138"/>
                <a:gd name="T23"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8" h="173">
                  <a:moveTo>
                    <a:pt x="69" y="173"/>
                  </a:moveTo>
                  <a:cubicBezTo>
                    <a:pt x="69" y="173"/>
                    <a:pt x="69" y="173"/>
                    <a:pt x="69" y="173"/>
                  </a:cubicBezTo>
                  <a:cubicBezTo>
                    <a:pt x="50" y="173"/>
                    <a:pt x="0" y="140"/>
                    <a:pt x="0" y="77"/>
                  </a:cubicBezTo>
                  <a:cubicBezTo>
                    <a:pt x="0" y="29"/>
                    <a:pt x="0" y="29"/>
                    <a:pt x="0" y="29"/>
                  </a:cubicBezTo>
                  <a:cubicBezTo>
                    <a:pt x="4" y="29"/>
                    <a:pt x="4" y="29"/>
                    <a:pt x="4" y="29"/>
                  </a:cubicBezTo>
                  <a:cubicBezTo>
                    <a:pt x="4" y="29"/>
                    <a:pt x="35" y="32"/>
                    <a:pt x="67" y="2"/>
                  </a:cubicBezTo>
                  <a:cubicBezTo>
                    <a:pt x="69" y="0"/>
                    <a:pt x="69" y="0"/>
                    <a:pt x="69" y="0"/>
                  </a:cubicBezTo>
                  <a:cubicBezTo>
                    <a:pt x="72" y="2"/>
                    <a:pt x="72" y="2"/>
                    <a:pt x="72" y="2"/>
                  </a:cubicBezTo>
                  <a:cubicBezTo>
                    <a:pt x="106" y="29"/>
                    <a:pt x="135" y="29"/>
                    <a:pt x="135" y="29"/>
                  </a:cubicBezTo>
                  <a:cubicBezTo>
                    <a:pt x="138" y="29"/>
                    <a:pt x="138" y="29"/>
                    <a:pt x="138" y="29"/>
                  </a:cubicBezTo>
                  <a:cubicBezTo>
                    <a:pt x="138" y="78"/>
                    <a:pt x="138" y="78"/>
                    <a:pt x="138" y="78"/>
                  </a:cubicBezTo>
                  <a:cubicBezTo>
                    <a:pt x="138" y="140"/>
                    <a:pt x="88" y="173"/>
                    <a:pt x="69" y="173"/>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52" name="check">
              <a:extLst>
                <a:ext uri="{FF2B5EF4-FFF2-40B4-BE49-F238E27FC236}">
                  <a16:creationId xmlns:a16="http://schemas.microsoft.com/office/drawing/2014/main" id="{9DDE635B-6509-4AA2-B1F5-2ED3DE273026}"/>
                </a:ext>
              </a:extLst>
            </p:cNvPr>
            <p:cNvSpPr>
              <a:spLocks noChangeAspect="1"/>
            </p:cNvSpPr>
            <p:nvPr/>
          </p:nvSpPr>
          <p:spPr bwMode="auto">
            <a:xfrm>
              <a:off x="10515895" y="2103594"/>
              <a:ext cx="203870" cy="143956"/>
            </a:xfrm>
            <a:custGeom>
              <a:avLst/>
              <a:gdLst>
                <a:gd name="T0" fmla="*/ 245 w 245"/>
                <a:gd name="T1" fmla="*/ 0 h 173"/>
                <a:gd name="T2" fmla="*/ 73 w 245"/>
                <a:gd name="T3" fmla="*/ 173 h 173"/>
                <a:gd name="T4" fmla="*/ 0 w 245"/>
                <a:gd name="T5" fmla="*/ 101 h 173"/>
              </a:gdLst>
              <a:ahLst/>
              <a:cxnLst>
                <a:cxn ang="0">
                  <a:pos x="T0" y="T1"/>
                </a:cxn>
                <a:cxn ang="0">
                  <a:pos x="T2" y="T3"/>
                </a:cxn>
                <a:cxn ang="0">
                  <a:pos x="T4" y="T5"/>
                </a:cxn>
              </a:cxnLst>
              <a:rect l="0" t="0" r="r" b="b"/>
              <a:pathLst>
                <a:path w="245" h="173">
                  <a:moveTo>
                    <a:pt x="245" y="0"/>
                  </a:moveTo>
                  <a:lnTo>
                    <a:pt x="73" y="173"/>
                  </a:lnTo>
                  <a:lnTo>
                    <a:pt x="0" y="101"/>
                  </a:lnTo>
                </a:path>
              </a:pathLst>
            </a:custGeom>
            <a:noFill/>
            <a:ln w="28575" cap="sq">
              <a:solidFill>
                <a:schemeClr val="accent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82" b="0" i="0" u="none" strike="noStrike" kern="1200" cap="none" spc="0" normalizeH="0" baseline="0" noProof="0">
                <a:ln>
                  <a:solidFill>
                    <a:srgbClr val="50E6FF"/>
                  </a:solidFill>
                </a:ln>
                <a:solidFill>
                  <a:srgbClr val="FFFFFF"/>
                </a:solidFill>
                <a:effectLst/>
                <a:uLnTx/>
                <a:uFillTx/>
                <a:latin typeface="Segoe UI"/>
                <a:ea typeface="+mn-ea"/>
                <a:cs typeface="+mn-cs"/>
              </a:endParaRPr>
            </a:p>
          </p:txBody>
        </p:sp>
      </p:grpSp>
      <p:grpSp>
        <p:nvGrpSpPr>
          <p:cNvPr id="95" name="Group 94">
            <a:extLst>
              <a:ext uri="{FF2B5EF4-FFF2-40B4-BE49-F238E27FC236}">
                <a16:creationId xmlns:a16="http://schemas.microsoft.com/office/drawing/2014/main" id="{43FFE3D1-4751-42F9-83F3-070D7C8A28D5}"/>
              </a:ext>
            </a:extLst>
          </p:cNvPr>
          <p:cNvGrpSpPr/>
          <p:nvPr userDrawn="1"/>
        </p:nvGrpSpPr>
        <p:grpSpPr>
          <a:xfrm>
            <a:off x="7065062" y="2946916"/>
            <a:ext cx="909435" cy="721482"/>
            <a:chOff x="4262868" y="2183779"/>
            <a:chExt cx="909435" cy="721482"/>
          </a:xfrm>
        </p:grpSpPr>
        <p:sp>
          <p:nvSpPr>
            <p:cNvPr id="55" name="Arrow: Bent 22">
              <a:extLst>
                <a:ext uri="{FF2B5EF4-FFF2-40B4-BE49-F238E27FC236}">
                  <a16:creationId xmlns:a16="http://schemas.microsoft.com/office/drawing/2014/main" id="{F31B69A7-78DF-45F3-8771-36ACE038A37D}"/>
                </a:ext>
              </a:extLst>
            </p:cNvPr>
            <p:cNvSpPr/>
            <p:nvPr/>
          </p:nvSpPr>
          <p:spPr bwMode="auto">
            <a:xfrm rot="16200000">
              <a:off x="4397652" y="2468630"/>
              <a:ext cx="106041" cy="164625"/>
            </a:xfrm>
            <a:custGeom>
              <a:avLst/>
              <a:gdLst>
                <a:gd name="connsiteX0" fmla="*/ 0 w 306806"/>
                <a:gd name="connsiteY0" fmla="*/ 0 h 442882"/>
                <a:gd name="connsiteX1" fmla="*/ 306806 w 306806"/>
                <a:gd name="connsiteY1" fmla="*/ 0 h 442882"/>
                <a:gd name="connsiteX2" fmla="*/ 306806 w 306806"/>
                <a:gd name="connsiteY2" fmla="*/ 442882 h 442882"/>
                <a:gd name="connsiteX3" fmla="*/ 0 w 306806"/>
                <a:gd name="connsiteY3" fmla="*/ 442882 h 442882"/>
                <a:gd name="connsiteX4" fmla="*/ 0 w 306806"/>
                <a:gd name="connsiteY4" fmla="*/ 0 h 442882"/>
                <a:gd name="connsiteX0" fmla="*/ 306806 w 398246"/>
                <a:gd name="connsiteY0" fmla="*/ 442882 h 534322"/>
                <a:gd name="connsiteX1" fmla="*/ 0 w 398246"/>
                <a:gd name="connsiteY1" fmla="*/ 442882 h 534322"/>
                <a:gd name="connsiteX2" fmla="*/ 0 w 398246"/>
                <a:gd name="connsiteY2" fmla="*/ 0 h 534322"/>
                <a:gd name="connsiteX3" fmla="*/ 306806 w 398246"/>
                <a:gd name="connsiteY3" fmla="*/ 0 h 534322"/>
                <a:gd name="connsiteX4" fmla="*/ 398246 w 398246"/>
                <a:gd name="connsiteY4" fmla="*/ 534322 h 534322"/>
                <a:gd name="connsiteX0" fmla="*/ 0 w 398246"/>
                <a:gd name="connsiteY0" fmla="*/ 442882 h 534322"/>
                <a:gd name="connsiteX1" fmla="*/ 0 w 398246"/>
                <a:gd name="connsiteY1" fmla="*/ 0 h 534322"/>
                <a:gd name="connsiteX2" fmla="*/ 306806 w 398246"/>
                <a:gd name="connsiteY2" fmla="*/ 0 h 534322"/>
                <a:gd name="connsiteX3" fmla="*/ 398246 w 398246"/>
                <a:gd name="connsiteY3" fmla="*/ 534322 h 534322"/>
                <a:gd name="connsiteX0" fmla="*/ 0 w 306806"/>
                <a:gd name="connsiteY0" fmla="*/ 442882 h 442882"/>
                <a:gd name="connsiteX1" fmla="*/ 0 w 306806"/>
                <a:gd name="connsiteY1" fmla="*/ 0 h 442882"/>
                <a:gd name="connsiteX2" fmla="*/ 306806 w 306806"/>
                <a:gd name="connsiteY2" fmla="*/ 0 h 442882"/>
              </a:gdLst>
              <a:ahLst/>
              <a:cxnLst>
                <a:cxn ang="0">
                  <a:pos x="connsiteX0" y="connsiteY0"/>
                </a:cxn>
                <a:cxn ang="0">
                  <a:pos x="connsiteX1" y="connsiteY1"/>
                </a:cxn>
                <a:cxn ang="0">
                  <a:pos x="connsiteX2" y="connsiteY2"/>
                </a:cxn>
              </a:cxnLst>
              <a:rect l="l" t="t" r="r" b="b"/>
              <a:pathLst>
                <a:path w="306806" h="442882">
                  <a:moveTo>
                    <a:pt x="0" y="442882"/>
                  </a:moveTo>
                  <a:lnTo>
                    <a:pt x="0" y="0"/>
                  </a:lnTo>
                  <a:lnTo>
                    <a:pt x="306806"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6" name="Arrow: Bent 24">
              <a:extLst>
                <a:ext uri="{FF2B5EF4-FFF2-40B4-BE49-F238E27FC236}">
                  <a16:creationId xmlns:a16="http://schemas.microsoft.com/office/drawing/2014/main" id="{8200DDF9-CF34-45B3-93DD-0B2B81F633E4}"/>
                </a:ext>
              </a:extLst>
            </p:cNvPr>
            <p:cNvSpPr/>
            <p:nvPr/>
          </p:nvSpPr>
          <p:spPr bwMode="auto">
            <a:xfrm rot="16200000">
              <a:off x="4803569" y="2731149"/>
              <a:ext cx="92731" cy="211516"/>
            </a:xfrm>
            <a:custGeom>
              <a:avLst/>
              <a:gdLst>
                <a:gd name="connsiteX0" fmla="*/ 0 w 228567"/>
                <a:gd name="connsiteY0" fmla="*/ 0 h 569032"/>
                <a:gd name="connsiteX1" fmla="*/ 228567 w 228567"/>
                <a:gd name="connsiteY1" fmla="*/ 0 h 569032"/>
                <a:gd name="connsiteX2" fmla="*/ 228567 w 228567"/>
                <a:gd name="connsiteY2" fmla="*/ 569032 h 569032"/>
                <a:gd name="connsiteX3" fmla="*/ 0 w 228567"/>
                <a:gd name="connsiteY3" fmla="*/ 569032 h 569032"/>
                <a:gd name="connsiteX4" fmla="*/ 0 w 228567"/>
                <a:gd name="connsiteY4" fmla="*/ 0 h 569032"/>
                <a:gd name="connsiteX0" fmla="*/ 228567 w 320007"/>
                <a:gd name="connsiteY0" fmla="*/ 569032 h 660472"/>
                <a:gd name="connsiteX1" fmla="*/ 0 w 320007"/>
                <a:gd name="connsiteY1" fmla="*/ 569032 h 660472"/>
                <a:gd name="connsiteX2" fmla="*/ 0 w 320007"/>
                <a:gd name="connsiteY2" fmla="*/ 0 h 660472"/>
                <a:gd name="connsiteX3" fmla="*/ 228567 w 320007"/>
                <a:gd name="connsiteY3" fmla="*/ 0 h 660472"/>
                <a:gd name="connsiteX4" fmla="*/ 320007 w 320007"/>
                <a:gd name="connsiteY4" fmla="*/ 660472 h 660472"/>
                <a:gd name="connsiteX0" fmla="*/ 0 w 320007"/>
                <a:gd name="connsiteY0" fmla="*/ 569032 h 660472"/>
                <a:gd name="connsiteX1" fmla="*/ 0 w 320007"/>
                <a:gd name="connsiteY1" fmla="*/ 0 h 660472"/>
                <a:gd name="connsiteX2" fmla="*/ 228567 w 320007"/>
                <a:gd name="connsiteY2" fmla="*/ 0 h 660472"/>
                <a:gd name="connsiteX3" fmla="*/ 320007 w 320007"/>
                <a:gd name="connsiteY3" fmla="*/ 660472 h 660472"/>
                <a:gd name="connsiteX0" fmla="*/ 0 w 228567"/>
                <a:gd name="connsiteY0" fmla="*/ 569032 h 569032"/>
                <a:gd name="connsiteX1" fmla="*/ 0 w 228567"/>
                <a:gd name="connsiteY1" fmla="*/ 0 h 569032"/>
                <a:gd name="connsiteX2" fmla="*/ 228567 w 228567"/>
                <a:gd name="connsiteY2" fmla="*/ 0 h 569032"/>
              </a:gdLst>
              <a:ahLst/>
              <a:cxnLst>
                <a:cxn ang="0">
                  <a:pos x="connsiteX0" y="connsiteY0"/>
                </a:cxn>
                <a:cxn ang="0">
                  <a:pos x="connsiteX1" y="connsiteY1"/>
                </a:cxn>
                <a:cxn ang="0">
                  <a:pos x="connsiteX2" y="connsiteY2"/>
                </a:cxn>
              </a:cxnLst>
              <a:rect l="l" t="t" r="r" b="b"/>
              <a:pathLst>
                <a:path w="228567" h="569032">
                  <a:moveTo>
                    <a:pt x="0" y="569032"/>
                  </a:moveTo>
                  <a:lnTo>
                    <a:pt x="0" y="0"/>
                  </a:lnTo>
                  <a:lnTo>
                    <a:pt x="228567"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7" name="Arrow: Bent 76">
              <a:extLst>
                <a:ext uri="{FF2B5EF4-FFF2-40B4-BE49-F238E27FC236}">
                  <a16:creationId xmlns:a16="http://schemas.microsoft.com/office/drawing/2014/main" id="{E5E0C78A-0848-4C86-838C-B667ECE01E1F}"/>
                </a:ext>
              </a:extLst>
            </p:cNvPr>
            <p:cNvSpPr/>
            <p:nvPr/>
          </p:nvSpPr>
          <p:spPr bwMode="auto">
            <a:xfrm rot="5400000">
              <a:off x="4661716" y="2163798"/>
              <a:ext cx="290763" cy="529173"/>
            </a:xfrm>
            <a:custGeom>
              <a:avLst/>
              <a:gdLst>
                <a:gd name="connsiteX0" fmla="*/ 0 w 920098"/>
                <a:gd name="connsiteY0" fmla="*/ 0 h 1506443"/>
                <a:gd name="connsiteX1" fmla="*/ 920098 w 920098"/>
                <a:gd name="connsiteY1" fmla="*/ 0 h 1506443"/>
                <a:gd name="connsiteX2" fmla="*/ 920098 w 920098"/>
                <a:gd name="connsiteY2" fmla="*/ 1506443 h 1506443"/>
                <a:gd name="connsiteX3" fmla="*/ 0 w 920098"/>
                <a:gd name="connsiteY3" fmla="*/ 1506443 h 1506443"/>
                <a:gd name="connsiteX4" fmla="*/ 0 w 920098"/>
                <a:gd name="connsiteY4" fmla="*/ 0 h 1506443"/>
                <a:gd name="connsiteX0" fmla="*/ 920098 w 1011538"/>
                <a:gd name="connsiteY0" fmla="*/ 1506443 h 1597883"/>
                <a:gd name="connsiteX1" fmla="*/ 0 w 1011538"/>
                <a:gd name="connsiteY1" fmla="*/ 1506443 h 1597883"/>
                <a:gd name="connsiteX2" fmla="*/ 0 w 1011538"/>
                <a:gd name="connsiteY2" fmla="*/ 0 h 1597883"/>
                <a:gd name="connsiteX3" fmla="*/ 920098 w 1011538"/>
                <a:gd name="connsiteY3" fmla="*/ 0 h 1597883"/>
                <a:gd name="connsiteX4" fmla="*/ 1011538 w 1011538"/>
                <a:gd name="connsiteY4" fmla="*/ 1597883 h 1597883"/>
                <a:gd name="connsiteX0" fmla="*/ 0 w 1011538"/>
                <a:gd name="connsiteY0" fmla="*/ 1506443 h 1597883"/>
                <a:gd name="connsiteX1" fmla="*/ 0 w 1011538"/>
                <a:gd name="connsiteY1" fmla="*/ 0 h 1597883"/>
                <a:gd name="connsiteX2" fmla="*/ 920098 w 1011538"/>
                <a:gd name="connsiteY2" fmla="*/ 0 h 1597883"/>
                <a:gd name="connsiteX3" fmla="*/ 1011538 w 1011538"/>
                <a:gd name="connsiteY3" fmla="*/ 1597883 h 1597883"/>
                <a:gd name="connsiteX0" fmla="*/ 0 w 920098"/>
                <a:gd name="connsiteY0" fmla="*/ 1506443 h 1506443"/>
                <a:gd name="connsiteX1" fmla="*/ 0 w 920098"/>
                <a:gd name="connsiteY1" fmla="*/ 0 h 1506443"/>
                <a:gd name="connsiteX2" fmla="*/ 920098 w 920098"/>
                <a:gd name="connsiteY2" fmla="*/ 0 h 1506443"/>
              </a:gdLst>
              <a:ahLst/>
              <a:cxnLst>
                <a:cxn ang="0">
                  <a:pos x="connsiteX0" y="connsiteY0"/>
                </a:cxn>
                <a:cxn ang="0">
                  <a:pos x="connsiteX1" y="connsiteY1"/>
                </a:cxn>
                <a:cxn ang="0">
                  <a:pos x="connsiteX2" y="connsiteY2"/>
                </a:cxn>
              </a:cxnLst>
              <a:rect l="l" t="t" r="r" b="b"/>
              <a:pathLst>
                <a:path w="920098" h="1506443">
                  <a:moveTo>
                    <a:pt x="0" y="1506443"/>
                  </a:moveTo>
                  <a:lnTo>
                    <a:pt x="0" y="0"/>
                  </a:lnTo>
                  <a:lnTo>
                    <a:pt x="920098" y="0"/>
                  </a:lnTo>
                </a:path>
              </a:pathLst>
            </a:custGeom>
            <a:noFill/>
            <a:ln w="19050" cap="sq">
              <a:solidFill>
                <a:schemeClr val="accent1">
                  <a:lumMod val="60000"/>
                  <a:lumOff val="40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285695" marR="0" lvl="0" indent="-285695" algn="l" defTabSz="932293"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1400" b="0" i="0" u="none" strike="noStrike" kern="0" cap="none" spc="0" normalizeH="0" baseline="0" noProof="0">
                <a:ln>
                  <a:noFill/>
                </a:ln>
                <a:solidFill>
                  <a:srgbClr val="505050"/>
                </a:solidFill>
                <a:effectLst/>
                <a:uLnTx/>
                <a:uFillTx/>
                <a:latin typeface="Segoe UI Semilight"/>
                <a:ea typeface="Segoe UI" pitchFamily="34" charset="0"/>
                <a:cs typeface="Segoe UI" pitchFamily="34" charset="0"/>
              </a:endParaRPr>
            </a:p>
          </p:txBody>
        </p:sp>
        <p:sp>
          <p:nvSpPr>
            <p:cNvPr id="58" name="Rectangle 57">
              <a:extLst>
                <a:ext uri="{FF2B5EF4-FFF2-40B4-BE49-F238E27FC236}">
                  <a16:creationId xmlns:a16="http://schemas.microsoft.com/office/drawing/2014/main" id="{19721FB2-7138-4FCE-BBA9-4DD6AB59C018}"/>
                </a:ext>
              </a:extLst>
            </p:cNvPr>
            <p:cNvSpPr/>
            <p:nvPr/>
          </p:nvSpPr>
          <p:spPr bwMode="auto">
            <a:xfrm>
              <a:off x="454251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59" name="Rectangle 58">
              <a:extLst>
                <a:ext uri="{FF2B5EF4-FFF2-40B4-BE49-F238E27FC236}">
                  <a16:creationId xmlns:a16="http://schemas.microsoft.com/office/drawing/2014/main" id="{10A63D7B-2FDE-4DED-85FF-1EF546410461}"/>
                </a:ext>
              </a:extLst>
            </p:cNvPr>
            <p:cNvSpPr/>
            <p:nvPr/>
          </p:nvSpPr>
          <p:spPr bwMode="auto">
            <a:xfrm>
              <a:off x="4649998"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0" name="Rectangle 59">
              <a:extLst>
                <a:ext uri="{FF2B5EF4-FFF2-40B4-BE49-F238E27FC236}">
                  <a16:creationId xmlns:a16="http://schemas.microsoft.com/office/drawing/2014/main" id="{0CA2CD59-914C-452F-8365-6B24A01380A6}"/>
                </a:ext>
              </a:extLst>
            </p:cNvPr>
            <p:cNvSpPr/>
            <p:nvPr/>
          </p:nvSpPr>
          <p:spPr bwMode="auto">
            <a:xfrm>
              <a:off x="4762482" y="2409446"/>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1" name="Rectangle 60">
              <a:extLst>
                <a:ext uri="{FF2B5EF4-FFF2-40B4-BE49-F238E27FC236}">
                  <a16:creationId xmlns:a16="http://schemas.microsoft.com/office/drawing/2014/main" id="{85B8CF8B-0BBB-4641-A127-B04DA519EC34}"/>
                </a:ext>
              </a:extLst>
            </p:cNvPr>
            <p:cNvSpPr/>
            <p:nvPr/>
          </p:nvSpPr>
          <p:spPr bwMode="auto">
            <a:xfrm>
              <a:off x="4542512" y="253300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2" name="Rectangle 61">
              <a:extLst>
                <a:ext uri="{FF2B5EF4-FFF2-40B4-BE49-F238E27FC236}">
                  <a16:creationId xmlns:a16="http://schemas.microsoft.com/office/drawing/2014/main" id="{E6F0EF1F-3C23-4827-8577-ED04AEEBBDDC}"/>
                </a:ext>
              </a:extLst>
            </p:cNvPr>
            <p:cNvSpPr/>
            <p:nvPr/>
          </p:nvSpPr>
          <p:spPr bwMode="auto">
            <a:xfrm>
              <a:off x="4649998"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3" name="Rectangle 62">
              <a:extLst>
                <a:ext uri="{FF2B5EF4-FFF2-40B4-BE49-F238E27FC236}">
                  <a16:creationId xmlns:a16="http://schemas.microsoft.com/office/drawing/2014/main" id="{27221916-C3DF-4BE5-AA77-B270C9B42B12}"/>
                </a:ext>
              </a:extLst>
            </p:cNvPr>
            <p:cNvSpPr/>
            <p:nvPr/>
          </p:nvSpPr>
          <p:spPr bwMode="auto">
            <a:xfrm>
              <a:off x="4762482" y="253300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4" name="Rectangle 63">
              <a:extLst>
                <a:ext uri="{FF2B5EF4-FFF2-40B4-BE49-F238E27FC236}">
                  <a16:creationId xmlns:a16="http://schemas.microsoft.com/office/drawing/2014/main" id="{AB1DD898-F3FF-4481-9E22-5AD0FED8D3CC}"/>
                </a:ext>
              </a:extLst>
            </p:cNvPr>
            <p:cNvSpPr/>
            <p:nvPr/>
          </p:nvSpPr>
          <p:spPr bwMode="auto">
            <a:xfrm>
              <a:off x="4542512" y="2659361"/>
              <a:ext cx="73794" cy="83144"/>
            </a:xfrm>
            <a:prstGeom prst="rect">
              <a:avLst/>
            </a:prstGeom>
            <a:solidFill>
              <a:srgbClr val="0078D4"/>
            </a:solidFill>
            <a:ln w="12700" cap="sq">
              <a:no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5" name="Rectangle 64">
              <a:extLst>
                <a:ext uri="{FF2B5EF4-FFF2-40B4-BE49-F238E27FC236}">
                  <a16:creationId xmlns:a16="http://schemas.microsoft.com/office/drawing/2014/main" id="{87D6CFD7-CF81-4435-8900-32F759AF4C79}"/>
                </a:ext>
              </a:extLst>
            </p:cNvPr>
            <p:cNvSpPr/>
            <p:nvPr/>
          </p:nvSpPr>
          <p:spPr bwMode="auto">
            <a:xfrm>
              <a:off x="4649998"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6" name="Rectangle 65">
              <a:extLst>
                <a:ext uri="{FF2B5EF4-FFF2-40B4-BE49-F238E27FC236}">
                  <a16:creationId xmlns:a16="http://schemas.microsoft.com/office/drawing/2014/main" id="{248284E4-608D-43F6-8E19-DA2183749DA1}"/>
                </a:ext>
              </a:extLst>
            </p:cNvPr>
            <p:cNvSpPr/>
            <p:nvPr/>
          </p:nvSpPr>
          <p:spPr bwMode="auto">
            <a:xfrm>
              <a:off x="4762482" y="2659361"/>
              <a:ext cx="73794" cy="83144"/>
            </a:xfrm>
            <a:prstGeom prst="rect">
              <a:avLst/>
            </a:prstGeom>
            <a:solidFill>
              <a:srgbClr val="50E6FF"/>
            </a:solidFill>
            <a:ln w="6350" cap="sq">
              <a:solidFill>
                <a:schemeClr val="accent1">
                  <a:lumMod val="60000"/>
                  <a:lumOff val="40000"/>
                </a:schemeClr>
              </a:solidFill>
              <a:prstDash val="solid"/>
              <a:miter lim="800000"/>
              <a:headEnd/>
              <a:tailEnd/>
            </a:ln>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sp>
          <p:nvSpPr>
            <p:cNvPr id="67" name="Rectangle 66">
              <a:extLst>
                <a:ext uri="{FF2B5EF4-FFF2-40B4-BE49-F238E27FC236}">
                  <a16:creationId xmlns:a16="http://schemas.microsoft.com/office/drawing/2014/main" id="{683342F8-83D2-4D1D-8B02-CF4BE6958AB3}"/>
                </a:ext>
              </a:extLst>
            </p:cNvPr>
            <p:cNvSpPr/>
            <p:nvPr/>
          </p:nvSpPr>
          <p:spPr bwMode="auto">
            <a:xfrm>
              <a:off x="4631082" y="2512568"/>
              <a:ext cx="224300" cy="252475"/>
            </a:xfrm>
            <a:prstGeom prst="rect">
              <a:avLst/>
            </a:prstGeom>
            <a:noFill/>
            <a:ln w="3175" cap="sq">
              <a:solidFill>
                <a:schemeClr val="accent2">
                  <a:lumMod val="75000"/>
                </a:schemeClr>
              </a:solidFill>
              <a:prstDash val="sysDash"/>
              <a:miter lim="800000"/>
              <a:headEnd/>
              <a:tailEnd/>
            </a:ln>
            <a:extLst>
              <a:ext uri="{909E8E84-426E-40DD-AFC4-6F175D3DCCD1}">
                <a14:hiddenFill xmlns:a14="http://schemas.microsoft.com/office/drawing/2010/main">
                  <a:noFill/>
                </a14:hiddenFill>
              </a:ext>
            </a:extLst>
          </p:spPr>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Semilight"/>
                <a:ea typeface="MS PGothic" charset="0"/>
                <a:cs typeface="+mn-cs"/>
              </a:endParaRPr>
            </a:p>
          </p:txBody>
        </p:sp>
        <p:cxnSp>
          <p:nvCxnSpPr>
            <p:cNvPr id="68" name="Straight Connector 67">
              <a:extLst>
                <a:ext uri="{FF2B5EF4-FFF2-40B4-BE49-F238E27FC236}">
                  <a16:creationId xmlns:a16="http://schemas.microsoft.com/office/drawing/2014/main" id="{51887851-B14E-45B1-9C85-DA7492F639D1}"/>
                </a:ext>
              </a:extLst>
            </p:cNvPr>
            <p:cNvCxnSpPr>
              <a:cxnSpLocks/>
              <a:stCxn id="65" idx="3"/>
              <a:endCxn id="66" idx="1"/>
            </p:cNvCxnSpPr>
            <p:nvPr/>
          </p:nvCxnSpPr>
          <p:spPr>
            <a:xfrm>
              <a:off x="4723793" y="2574570"/>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69" name="Straight Connector 68">
              <a:extLst>
                <a:ext uri="{FF2B5EF4-FFF2-40B4-BE49-F238E27FC236}">
                  <a16:creationId xmlns:a16="http://schemas.microsoft.com/office/drawing/2014/main" id="{22F4E327-FC3B-4CB2-917A-711D09A6178F}"/>
                </a:ext>
              </a:extLst>
            </p:cNvPr>
            <p:cNvCxnSpPr>
              <a:cxnSpLocks/>
              <a:stCxn id="68" idx="3"/>
              <a:endCxn id="69" idx="1"/>
            </p:cNvCxnSpPr>
            <p:nvPr/>
          </p:nvCxnSpPr>
          <p:spPr>
            <a:xfrm>
              <a:off x="4723793" y="2700933"/>
              <a:ext cx="35639" cy="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0" name="Straight Connector 69">
              <a:extLst>
                <a:ext uri="{FF2B5EF4-FFF2-40B4-BE49-F238E27FC236}">
                  <a16:creationId xmlns:a16="http://schemas.microsoft.com/office/drawing/2014/main" id="{E84B0F77-79C8-45D8-897A-C9C9A191B9D6}"/>
                </a:ext>
              </a:extLst>
            </p:cNvPr>
            <p:cNvCxnSpPr>
              <a:cxnSpLocks/>
              <a:stCxn id="65" idx="2"/>
              <a:endCxn id="68" idx="0"/>
            </p:cNvCxnSpPr>
            <p:nvPr/>
          </p:nvCxnSpPr>
          <p:spPr>
            <a:xfrm>
              <a:off x="4686894"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1" name="Straight Connector 70">
              <a:extLst>
                <a:ext uri="{FF2B5EF4-FFF2-40B4-BE49-F238E27FC236}">
                  <a16:creationId xmlns:a16="http://schemas.microsoft.com/office/drawing/2014/main" id="{312389F5-1C4E-430D-B2A9-B28E01258D3E}"/>
                </a:ext>
              </a:extLst>
            </p:cNvPr>
            <p:cNvCxnSpPr>
              <a:cxnSpLocks/>
            </p:cNvCxnSpPr>
            <p:nvPr/>
          </p:nvCxnSpPr>
          <p:spPr>
            <a:xfrm>
              <a:off x="4799379" y="2616144"/>
              <a:ext cx="0" cy="43216"/>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cxnSp>
          <p:nvCxnSpPr>
            <p:cNvPr id="72" name="Straight Connector 71">
              <a:extLst>
                <a:ext uri="{FF2B5EF4-FFF2-40B4-BE49-F238E27FC236}">
                  <a16:creationId xmlns:a16="http://schemas.microsoft.com/office/drawing/2014/main" id="{2C012619-946A-4E06-B449-A2C8D2D4E1B5}"/>
                </a:ext>
              </a:extLst>
            </p:cNvPr>
            <p:cNvCxnSpPr>
              <a:cxnSpLocks/>
            </p:cNvCxnSpPr>
            <p:nvPr/>
          </p:nvCxnSpPr>
          <p:spPr>
            <a:xfrm flipH="1">
              <a:off x="4709015" y="2592285"/>
              <a:ext cx="75588" cy="84790"/>
            </a:xfrm>
            <a:prstGeom prst="line">
              <a:avLst/>
            </a:prstGeom>
            <a:noFill/>
            <a:ln w="9525" cap="sq">
              <a:solidFill>
                <a:schemeClr val="accent1">
                  <a:lumMod val="60000"/>
                  <a:lumOff val="40000"/>
                </a:schemeClr>
              </a:solidFill>
              <a:prstDash val="solid"/>
              <a:miter lim="800000"/>
              <a:headEnd/>
              <a:tailEnd/>
            </a:ln>
            <a:extLst>
              <a:ext uri="{909E8E84-426E-40DD-AFC4-6F175D3DCCD1}">
                <a14:hiddenFill xmlns:a14="http://schemas.microsoft.com/office/drawing/2010/main">
                  <a:noFill/>
                </a14:hiddenFill>
              </a:ext>
            </a:extLst>
          </p:spPr>
        </p:cxnSp>
        <p:grpSp>
          <p:nvGrpSpPr>
            <p:cNvPr id="73" name="Group 4">
              <a:extLst>
                <a:ext uri="{FF2B5EF4-FFF2-40B4-BE49-F238E27FC236}">
                  <a16:creationId xmlns:a16="http://schemas.microsoft.com/office/drawing/2014/main" id="{395A33EB-9808-443D-9F91-1A249A808D4D}"/>
                </a:ext>
              </a:extLst>
            </p:cNvPr>
            <p:cNvGrpSpPr>
              <a:grpSpLocks noChangeAspect="1"/>
            </p:cNvGrpSpPr>
            <p:nvPr/>
          </p:nvGrpSpPr>
          <p:grpSpPr bwMode="auto">
            <a:xfrm>
              <a:off x="4987026" y="2624845"/>
              <a:ext cx="185277" cy="280416"/>
              <a:chOff x="1057" y="999"/>
              <a:chExt cx="225" cy="312"/>
            </a:xfrm>
            <a:solidFill>
              <a:srgbClr val="0078D4"/>
            </a:solidFill>
          </p:grpSpPr>
          <p:sp>
            <p:nvSpPr>
              <p:cNvPr id="91" name="Oval 5">
                <a:extLst>
                  <a:ext uri="{FF2B5EF4-FFF2-40B4-BE49-F238E27FC236}">
                    <a16:creationId xmlns:a16="http://schemas.microsoft.com/office/drawing/2014/main" id="{615B87A2-F85D-4301-A5E2-4F0838D026BE}"/>
                  </a:ext>
                </a:extLst>
              </p:cNvPr>
              <p:cNvSpPr>
                <a:spLocks noChangeArrowheads="1"/>
              </p:cNvSpPr>
              <p:nvPr/>
            </p:nvSpPr>
            <p:spPr bwMode="auto">
              <a:xfrm>
                <a:off x="1057" y="999"/>
                <a:ext cx="225" cy="224"/>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2" name="Freeform 6">
                <a:extLst>
                  <a:ext uri="{FF2B5EF4-FFF2-40B4-BE49-F238E27FC236}">
                    <a16:creationId xmlns:a16="http://schemas.microsoft.com/office/drawing/2014/main" id="{7EB3038B-1E67-40EC-829F-B5DF5E9776EF}"/>
                  </a:ext>
                </a:extLst>
              </p:cNvPr>
              <p:cNvSpPr>
                <a:spLocks/>
              </p:cNvSpPr>
              <p:nvPr/>
            </p:nvSpPr>
            <p:spPr bwMode="auto">
              <a:xfrm>
                <a:off x="1121" y="1282"/>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99"/>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99"/>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3" name="Freeform 7">
                <a:extLst>
                  <a:ext uri="{FF2B5EF4-FFF2-40B4-BE49-F238E27FC236}">
                    <a16:creationId xmlns:a16="http://schemas.microsoft.com/office/drawing/2014/main" id="{BA099CE9-A374-4911-8936-49A8EBAF8D61}"/>
                  </a:ext>
                </a:extLst>
              </p:cNvPr>
              <p:cNvSpPr>
                <a:spLocks/>
              </p:cNvSpPr>
              <p:nvPr/>
            </p:nvSpPr>
            <p:spPr bwMode="auto">
              <a:xfrm>
                <a:off x="1121" y="1243"/>
                <a:ext cx="97" cy="29"/>
              </a:xfrm>
              <a:custGeom>
                <a:avLst/>
                <a:gdLst>
                  <a:gd name="T0" fmla="*/ 362 w 426"/>
                  <a:gd name="T1" fmla="*/ 128 h 128"/>
                  <a:gd name="T2" fmla="*/ 64 w 426"/>
                  <a:gd name="T3" fmla="*/ 128 h 128"/>
                  <a:gd name="T4" fmla="*/ 0 w 426"/>
                  <a:gd name="T5" fmla="*/ 64 h 128"/>
                  <a:gd name="T6" fmla="*/ 0 w 426"/>
                  <a:gd name="T7" fmla="*/ 64 h 128"/>
                  <a:gd name="T8" fmla="*/ 64 w 426"/>
                  <a:gd name="T9" fmla="*/ 0 h 128"/>
                  <a:gd name="T10" fmla="*/ 362 w 426"/>
                  <a:gd name="T11" fmla="*/ 0 h 128"/>
                  <a:gd name="T12" fmla="*/ 426 w 426"/>
                  <a:gd name="T13" fmla="*/ 64 h 128"/>
                  <a:gd name="T14" fmla="*/ 426 w 426"/>
                  <a:gd name="T15" fmla="*/ 64 h 128"/>
                  <a:gd name="T16" fmla="*/ 362 w 426"/>
                  <a:gd name="T17"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28">
                    <a:moveTo>
                      <a:pt x="362" y="128"/>
                    </a:moveTo>
                    <a:cubicBezTo>
                      <a:pt x="64" y="128"/>
                      <a:pt x="64" y="128"/>
                      <a:pt x="64" y="128"/>
                    </a:cubicBezTo>
                    <a:cubicBezTo>
                      <a:pt x="28" y="128"/>
                      <a:pt x="0" y="100"/>
                      <a:pt x="0" y="64"/>
                    </a:cubicBezTo>
                    <a:cubicBezTo>
                      <a:pt x="0" y="64"/>
                      <a:pt x="0" y="64"/>
                      <a:pt x="0" y="64"/>
                    </a:cubicBezTo>
                    <a:cubicBezTo>
                      <a:pt x="0" y="29"/>
                      <a:pt x="28" y="0"/>
                      <a:pt x="64" y="0"/>
                    </a:cubicBezTo>
                    <a:cubicBezTo>
                      <a:pt x="362" y="0"/>
                      <a:pt x="362" y="0"/>
                      <a:pt x="362" y="0"/>
                    </a:cubicBezTo>
                    <a:cubicBezTo>
                      <a:pt x="398" y="0"/>
                      <a:pt x="426" y="29"/>
                      <a:pt x="426" y="64"/>
                    </a:cubicBezTo>
                    <a:cubicBezTo>
                      <a:pt x="426" y="64"/>
                      <a:pt x="426" y="64"/>
                      <a:pt x="426" y="64"/>
                    </a:cubicBezTo>
                    <a:cubicBezTo>
                      <a:pt x="426" y="100"/>
                      <a:pt x="398" y="128"/>
                      <a:pt x="362" y="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4" name="Freeform 8">
                <a:extLst>
                  <a:ext uri="{FF2B5EF4-FFF2-40B4-BE49-F238E27FC236}">
                    <a16:creationId xmlns:a16="http://schemas.microsoft.com/office/drawing/2014/main" id="{70A51006-036C-4A3F-9C95-359EDF0842C3}"/>
                  </a:ext>
                </a:extLst>
              </p:cNvPr>
              <p:cNvSpPr>
                <a:spLocks/>
              </p:cNvSpPr>
              <p:nvPr/>
            </p:nvSpPr>
            <p:spPr bwMode="auto">
              <a:xfrm>
                <a:off x="1121" y="1194"/>
                <a:ext cx="97" cy="39"/>
              </a:xfrm>
              <a:custGeom>
                <a:avLst/>
                <a:gdLst>
                  <a:gd name="T0" fmla="*/ 341 w 426"/>
                  <a:gd name="T1" fmla="*/ 171 h 171"/>
                  <a:gd name="T2" fmla="*/ 85 w 426"/>
                  <a:gd name="T3" fmla="*/ 171 h 171"/>
                  <a:gd name="T4" fmla="*/ 0 w 426"/>
                  <a:gd name="T5" fmla="*/ 85 h 171"/>
                  <a:gd name="T6" fmla="*/ 0 w 426"/>
                  <a:gd name="T7" fmla="*/ 85 h 171"/>
                  <a:gd name="T8" fmla="*/ 85 w 426"/>
                  <a:gd name="T9" fmla="*/ 0 h 171"/>
                  <a:gd name="T10" fmla="*/ 341 w 426"/>
                  <a:gd name="T11" fmla="*/ 0 h 171"/>
                  <a:gd name="T12" fmla="*/ 426 w 426"/>
                  <a:gd name="T13" fmla="*/ 85 h 171"/>
                  <a:gd name="T14" fmla="*/ 426 w 426"/>
                  <a:gd name="T15" fmla="*/ 85 h 171"/>
                  <a:gd name="T16" fmla="*/ 341 w 426"/>
                  <a:gd name="T17" fmla="*/ 17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6" h="171">
                    <a:moveTo>
                      <a:pt x="341" y="171"/>
                    </a:moveTo>
                    <a:cubicBezTo>
                      <a:pt x="85" y="171"/>
                      <a:pt x="85" y="171"/>
                      <a:pt x="85" y="171"/>
                    </a:cubicBezTo>
                    <a:cubicBezTo>
                      <a:pt x="38" y="171"/>
                      <a:pt x="0" y="133"/>
                      <a:pt x="0" y="85"/>
                    </a:cubicBezTo>
                    <a:cubicBezTo>
                      <a:pt x="0" y="85"/>
                      <a:pt x="0" y="85"/>
                      <a:pt x="0" y="85"/>
                    </a:cubicBezTo>
                    <a:cubicBezTo>
                      <a:pt x="0" y="38"/>
                      <a:pt x="38" y="0"/>
                      <a:pt x="85" y="0"/>
                    </a:cubicBezTo>
                    <a:cubicBezTo>
                      <a:pt x="341" y="0"/>
                      <a:pt x="341" y="0"/>
                      <a:pt x="341" y="0"/>
                    </a:cubicBezTo>
                    <a:cubicBezTo>
                      <a:pt x="388" y="0"/>
                      <a:pt x="426" y="38"/>
                      <a:pt x="426" y="85"/>
                    </a:cubicBezTo>
                    <a:cubicBezTo>
                      <a:pt x="426" y="85"/>
                      <a:pt x="426" y="85"/>
                      <a:pt x="426" y="85"/>
                    </a:cubicBezTo>
                    <a:cubicBezTo>
                      <a:pt x="426" y="133"/>
                      <a:pt x="388" y="171"/>
                      <a:pt x="341" y="171"/>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nvGrpSpPr>
            <p:cNvPr id="74" name="Group 96">
              <a:extLst>
                <a:ext uri="{FF2B5EF4-FFF2-40B4-BE49-F238E27FC236}">
                  <a16:creationId xmlns:a16="http://schemas.microsoft.com/office/drawing/2014/main" id="{FE094829-C44C-417E-8938-638BF4CA9EE2}"/>
                </a:ext>
              </a:extLst>
            </p:cNvPr>
            <p:cNvGrpSpPr>
              <a:grpSpLocks noChangeAspect="1"/>
            </p:cNvGrpSpPr>
            <p:nvPr/>
          </p:nvGrpSpPr>
          <p:grpSpPr bwMode="auto">
            <a:xfrm>
              <a:off x="4262868" y="2183779"/>
              <a:ext cx="270894" cy="276711"/>
              <a:chOff x="2208" y="2791"/>
              <a:chExt cx="312" cy="292"/>
            </a:xfrm>
          </p:grpSpPr>
          <p:sp>
            <p:nvSpPr>
              <p:cNvPr id="75" name="Rectangle 98">
                <a:extLst>
                  <a:ext uri="{FF2B5EF4-FFF2-40B4-BE49-F238E27FC236}">
                    <a16:creationId xmlns:a16="http://schemas.microsoft.com/office/drawing/2014/main" id="{55B0D739-9E35-49C9-80A1-D25B2653A9EF}"/>
                  </a:ext>
                </a:extLst>
              </p:cNvPr>
              <p:cNvSpPr>
                <a:spLocks noChangeArrowheads="1"/>
              </p:cNvSpPr>
              <p:nvPr/>
            </p:nvSpPr>
            <p:spPr bwMode="auto">
              <a:xfrm>
                <a:off x="2208" y="2791"/>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6" name="Rectangle 99">
                <a:extLst>
                  <a:ext uri="{FF2B5EF4-FFF2-40B4-BE49-F238E27FC236}">
                    <a16:creationId xmlns:a16="http://schemas.microsoft.com/office/drawing/2014/main" id="{4E4CD28B-0E06-4298-97D4-C06DBEBD455D}"/>
                  </a:ext>
                </a:extLst>
              </p:cNvPr>
              <p:cNvSpPr>
                <a:spLocks noChangeArrowheads="1"/>
              </p:cNvSpPr>
              <p:nvPr/>
            </p:nvSpPr>
            <p:spPr bwMode="auto">
              <a:xfrm>
                <a:off x="2208" y="2869"/>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7" name="Rectangle 100">
                <a:extLst>
                  <a:ext uri="{FF2B5EF4-FFF2-40B4-BE49-F238E27FC236}">
                    <a16:creationId xmlns:a16="http://schemas.microsoft.com/office/drawing/2014/main" id="{C13A6990-43F7-4A53-89C8-130B95FA52D9}"/>
                  </a:ext>
                </a:extLst>
              </p:cNvPr>
              <p:cNvSpPr>
                <a:spLocks noChangeArrowheads="1"/>
              </p:cNvSpPr>
              <p:nvPr/>
            </p:nvSpPr>
            <p:spPr bwMode="auto">
              <a:xfrm>
                <a:off x="2208" y="2947"/>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8" name="Rectangle 101">
                <a:extLst>
                  <a:ext uri="{FF2B5EF4-FFF2-40B4-BE49-F238E27FC236}">
                    <a16:creationId xmlns:a16="http://schemas.microsoft.com/office/drawing/2014/main" id="{2E4600EE-2E9E-4695-A5FB-35994ACB1816}"/>
                  </a:ext>
                </a:extLst>
              </p:cNvPr>
              <p:cNvSpPr>
                <a:spLocks noChangeArrowheads="1"/>
              </p:cNvSpPr>
              <p:nvPr/>
            </p:nvSpPr>
            <p:spPr bwMode="auto">
              <a:xfrm>
                <a:off x="2208" y="3025"/>
                <a:ext cx="312" cy="58"/>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79" name="Oval 102">
                <a:extLst>
                  <a:ext uri="{FF2B5EF4-FFF2-40B4-BE49-F238E27FC236}">
                    <a16:creationId xmlns:a16="http://schemas.microsoft.com/office/drawing/2014/main" id="{4A9E4340-0555-4B88-AEC9-1E14BC5B1211}"/>
                  </a:ext>
                </a:extLst>
              </p:cNvPr>
              <p:cNvSpPr>
                <a:spLocks noChangeArrowheads="1"/>
              </p:cNvSpPr>
              <p:nvPr/>
            </p:nvSpPr>
            <p:spPr bwMode="auto">
              <a:xfrm>
                <a:off x="2227"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0" name="Oval 103">
                <a:extLst>
                  <a:ext uri="{FF2B5EF4-FFF2-40B4-BE49-F238E27FC236}">
                    <a16:creationId xmlns:a16="http://schemas.microsoft.com/office/drawing/2014/main" id="{76A5DFD4-457A-4EAC-A62C-62F1F40CB9A7}"/>
                  </a:ext>
                </a:extLst>
              </p:cNvPr>
              <p:cNvSpPr>
                <a:spLocks noChangeArrowheads="1"/>
              </p:cNvSpPr>
              <p:nvPr/>
            </p:nvSpPr>
            <p:spPr bwMode="auto">
              <a:xfrm>
                <a:off x="2271" y="3040"/>
                <a:ext cx="30" cy="29"/>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1" name="Oval 104">
                <a:extLst>
                  <a:ext uri="{FF2B5EF4-FFF2-40B4-BE49-F238E27FC236}">
                    <a16:creationId xmlns:a16="http://schemas.microsoft.com/office/drawing/2014/main" id="{53F5A1D5-4F35-455D-B23A-ACB9A23A1A4E}"/>
                  </a:ext>
                </a:extLst>
              </p:cNvPr>
              <p:cNvSpPr>
                <a:spLocks noChangeArrowheads="1"/>
              </p:cNvSpPr>
              <p:nvPr/>
            </p:nvSpPr>
            <p:spPr bwMode="auto">
              <a:xfrm>
                <a:off x="2315" y="3040"/>
                <a:ext cx="29" cy="2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2" name="Oval 105">
                <a:extLst>
                  <a:ext uri="{FF2B5EF4-FFF2-40B4-BE49-F238E27FC236}">
                    <a16:creationId xmlns:a16="http://schemas.microsoft.com/office/drawing/2014/main" id="{04A95074-6193-41D9-A6E7-4D43A4AEFB71}"/>
                  </a:ext>
                </a:extLst>
              </p:cNvPr>
              <p:cNvSpPr>
                <a:spLocks noChangeArrowheads="1"/>
              </p:cNvSpPr>
              <p:nvPr/>
            </p:nvSpPr>
            <p:spPr bwMode="auto">
              <a:xfrm>
                <a:off x="2227"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3" name="Oval 106">
                <a:extLst>
                  <a:ext uri="{FF2B5EF4-FFF2-40B4-BE49-F238E27FC236}">
                    <a16:creationId xmlns:a16="http://schemas.microsoft.com/office/drawing/2014/main" id="{DF8D2B3E-E600-413A-967E-CB6D7D9DE4EF}"/>
                  </a:ext>
                </a:extLst>
              </p:cNvPr>
              <p:cNvSpPr>
                <a:spLocks noChangeArrowheads="1"/>
              </p:cNvSpPr>
              <p:nvPr/>
            </p:nvSpPr>
            <p:spPr bwMode="auto">
              <a:xfrm>
                <a:off x="2271" y="2961"/>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4" name="Oval 107">
                <a:extLst>
                  <a:ext uri="{FF2B5EF4-FFF2-40B4-BE49-F238E27FC236}">
                    <a16:creationId xmlns:a16="http://schemas.microsoft.com/office/drawing/2014/main" id="{3EB033C7-8D9E-462F-887D-2561B93C91F2}"/>
                  </a:ext>
                </a:extLst>
              </p:cNvPr>
              <p:cNvSpPr>
                <a:spLocks noChangeArrowheads="1"/>
              </p:cNvSpPr>
              <p:nvPr/>
            </p:nvSpPr>
            <p:spPr bwMode="auto">
              <a:xfrm>
                <a:off x="2315" y="2961"/>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5" name="Oval 108">
                <a:extLst>
                  <a:ext uri="{FF2B5EF4-FFF2-40B4-BE49-F238E27FC236}">
                    <a16:creationId xmlns:a16="http://schemas.microsoft.com/office/drawing/2014/main" id="{A703B681-65F4-4FFB-98C0-274C808438D1}"/>
                  </a:ext>
                </a:extLst>
              </p:cNvPr>
              <p:cNvSpPr>
                <a:spLocks noChangeArrowheads="1"/>
              </p:cNvSpPr>
              <p:nvPr/>
            </p:nvSpPr>
            <p:spPr bwMode="auto">
              <a:xfrm>
                <a:off x="2227"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6" name="Oval 109">
                <a:extLst>
                  <a:ext uri="{FF2B5EF4-FFF2-40B4-BE49-F238E27FC236}">
                    <a16:creationId xmlns:a16="http://schemas.microsoft.com/office/drawing/2014/main" id="{2D4178C4-55E9-41A0-91B9-6658C5D00E60}"/>
                  </a:ext>
                </a:extLst>
              </p:cNvPr>
              <p:cNvSpPr>
                <a:spLocks noChangeArrowheads="1"/>
              </p:cNvSpPr>
              <p:nvPr/>
            </p:nvSpPr>
            <p:spPr bwMode="auto">
              <a:xfrm>
                <a:off x="2271" y="2883"/>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7" name="Oval 110">
                <a:extLst>
                  <a:ext uri="{FF2B5EF4-FFF2-40B4-BE49-F238E27FC236}">
                    <a16:creationId xmlns:a16="http://schemas.microsoft.com/office/drawing/2014/main" id="{75332090-6C13-4D7F-B6E5-5002AF41BE04}"/>
                  </a:ext>
                </a:extLst>
              </p:cNvPr>
              <p:cNvSpPr>
                <a:spLocks noChangeArrowheads="1"/>
              </p:cNvSpPr>
              <p:nvPr/>
            </p:nvSpPr>
            <p:spPr bwMode="auto">
              <a:xfrm>
                <a:off x="2315" y="2883"/>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8" name="Oval 111">
                <a:extLst>
                  <a:ext uri="{FF2B5EF4-FFF2-40B4-BE49-F238E27FC236}">
                    <a16:creationId xmlns:a16="http://schemas.microsoft.com/office/drawing/2014/main" id="{B31DA10D-05D0-4340-838A-69F4CE631E5C}"/>
                  </a:ext>
                </a:extLst>
              </p:cNvPr>
              <p:cNvSpPr>
                <a:spLocks noChangeArrowheads="1"/>
              </p:cNvSpPr>
              <p:nvPr/>
            </p:nvSpPr>
            <p:spPr bwMode="auto">
              <a:xfrm>
                <a:off x="2227"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89" name="Oval 112">
                <a:extLst>
                  <a:ext uri="{FF2B5EF4-FFF2-40B4-BE49-F238E27FC236}">
                    <a16:creationId xmlns:a16="http://schemas.microsoft.com/office/drawing/2014/main" id="{178E97C9-25A9-4FE0-9943-2D208A521506}"/>
                  </a:ext>
                </a:extLst>
              </p:cNvPr>
              <p:cNvSpPr>
                <a:spLocks noChangeArrowheads="1"/>
              </p:cNvSpPr>
              <p:nvPr/>
            </p:nvSpPr>
            <p:spPr bwMode="auto">
              <a:xfrm>
                <a:off x="2271" y="2805"/>
                <a:ext cx="30" cy="30"/>
              </a:xfrm>
              <a:prstGeom prst="ellipse">
                <a:avLst/>
              </a:pr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sp>
            <p:nvSpPr>
              <p:cNvPr id="90" name="Oval 113">
                <a:extLst>
                  <a:ext uri="{FF2B5EF4-FFF2-40B4-BE49-F238E27FC236}">
                    <a16:creationId xmlns:a16="http://schemas.microsoft.com/office/drawing/2014/main" id="{FF0262A4-2EBD-4001-B4AF-073542013F7F}"/>
                  </a:ext>
                </a:extLst>
              </p:cNvPr>
              <p:cNvSpPr>
                <a:spLocks noChangeArrowheads="1"/>
              </p:cNvSpPr>
              <p:nvPr/>
            </p:nvSpPr>
            <p:spPr bwMode="auto">
              <a:xfrm>
                <a:off x="2315" y="2805"/>
                <a:ext cx="29" cy="3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Segoe UI"/>
                  <a:ea typeface="+mn-ea"/>
                  <a:cs typeface="+mn-cs"/>
                </a:endParaRPr>
              </a:p>
            </p:txBody>
          </p:sp>
        </p:grpSp>
      </p:grpSp>
      <p:pic>
        <p:nvPicPr>
          <p:cNvPr id="97" name="Picture 96">
            <a:extLst>
              <a:ext uri="{FF2B5EF4-FFF2-40B4-BE49-F238E27FC236}">
                <a16:creationId xmlns:a16="http://schemas.microsoft.com/office/drawing/2014/main" id="{149533A0-F5EF-4802-AFBD-E1CD5956CF08}"/>
              </a:ext>
            </a:extLst>
          </p:cNvPr>
          <p:cNvPicPr>
            <a:picLocks noChangeAspect="1"/>
          </p:cNvPicPr>
          <p:nvPr userDrawn="1"/>
        </p:nvPicPr>
        <p:blipFill>
          <a:blip r:embed="rId2"/>
          <a:stretch>
            <a:fillRect/>
          </a:stretch>
        </p:blipFill>
        <p:spPr>
          <a:xfrm>
            <a:off x="1530608" y="2932172"/>
            <a:ext cx="750971" cy="750971"/>
          </a:xfrm>
          <a:prstGeom prst="rect">
            <a:avLst/>
          </a:prstGeom>
        </p:spPr>
      </p:pic>
    </p:spTree>
    <p:extLst>
      <p:ext uri="{BB962C8B-B14F-4D97-AF65-F5344CB8AC3E}">
        <p14:creationId xmlns:p14="http://schemas.microsoft.com/office/powerpoint/2010/main" val="2099226768"/>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guide id="32" pos="3840">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8FF18-9BD3-49EC-8393-12EF9F3B421A}"/>
              </a:ext>
            </a:extLst>
          </p:cNvPr>
          <p:cNvSpPr>
            <a:spLocks noGrp="1"/>
          </p:cNvSpPr>
          <p:nvPr>
            <p:ph type="title"/>
          </p:nvPr>
        </p:nvSpPr>
        <p:spPr>
          <a:xfrm>
            <a:off x="588263" y="2484468"/>
            <a:ext cx="4644137" cy="870272"/>
          </a:xfrm>
        </p:spPr>
        <p:txBody>
          <a:bodyPr anchor="b"/>
          <a:lstStyle>
            <a:lvl1pPr algn="l">
              <a:defRPr>
                <a:solidFill>
                  <a:schemeClr val="tx2"/>
                </a:solidFill>
              </a:defRPr>
            </a:lvl1pPr>
          </a:lstStyle>
          <a:p>
            <a:r>
              <a:rPr lang="en-US"/>
              <a:t>Click to edit Master</a:t>
            </a:r>
          </a:p>
        </p:txBody>
      </p:sp>
    </p:spTree>
    <p:extLst>
      <p:ext uri="{BB962C8B-B14F-4D97-AF65-F5344CB8AC3E}">
        <p14:creationId xmlns:p14="http://schemas.microsoft.com/office/powerpoint/2010/main" val="687113481"/>
      </p:ext>
    </p:extLst>
  </p:cSld>
  <p:clrMapOvr>
    <a:masterClrMapping/>
  </p:clrMapOvr>
  <p:transition>
    <p:fade/>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E09CA30-1D13-4021-BE81-6A72FEAF7A8E}"/>
              </a:ext>
            </a:extLst>
          </p:cNvPr>
          <p:cNvSpPr>
            <a:spLocks noGrp="1"/>
          </p:cNvSpPr>
          <p:nvPr>
            <p:ph type="body" sz="quarter" idx="11"/>
          </p:nvPr>
        </p:nvSpPr>
        <p:spPr>
          <a:xfrm>
            <a:off x="584200" y="3429000"/>
            <a:ext cx="4043371" cy="1501950"/>
          </a:xfrm>
        </p:spPr>
        <p:txBody>
          <a:bodyPr/>
          <a:lstStyle>
            <a:lvl1pPr>
              <a:defRPr sz="2000">
                <a:solidFill>
                  <a:schemeClr val="accent2"/>
                </a:solidFill>
              </a:defRPr>
            </a:lvl1pPr>
            <a:lvl2pPr>
              <a:defRPr sz="1600">
                <a:solidFill>
                  <a:schemeClr val="accent2"/>
                </a:solidFill>
              </a:defRPr>
            </a:lvl2pPr>
            <a:lvl3pPr>
              <a:defRPr sz="1200">
                <a:solidFill>
                  <a:schemeClr val="accent2"/>
                </a:solidFill>
              </a:defRPr>
            </a:lvl3pPr>
            <a:lvl4pPr>
              <a:defRPr sz="1100">
                <a:solidFill>
                  <a:schemeClr val="accent2"/>
                </a:solidFill>
              </a:defRPr>
            </a:lvl4pPr>
            <a:lvl5pPr>
              <a:defRPr sz="1100">
                <a:solidFill>
                  <a:schemeClr val="accent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55AC74-6616-2D39-56B3-39F4AF6F6EA7}"/>
              </a:ext>
            </a:extLst>
          </p:cNvPr>
          <p:cNvSpPr>
            <a:spLocks noGrp="1"/>
          </p:cNvSpPr>
          <p:nvPr>
            <p:ph type="body" sz="quarter" idx="12"/>
          </p:nvPr>
        </p:nvSpPr>
        <p:spPr>
          <a:xfrm>
            <a:off x="6096000" y="922565"/>
            <a:ext cx="5507736" cy="1987010"/>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9E072F35-F29F-7350-ABFA-8808C32DC9DF}"/>
              </a:ext>
            </a:extLst>
          </p:cNvPr>
          <p:cNvSpPr>
            <a:spLocks noGrp="1"/>
          </p:cNvSpPr>
          <p:nvPr>
            <p:ph type="title"/>
          </p:nvPr>
        </p:nvSpPr>
        <p:spPr>
          <a:xfrm>
            <a:off x="588263" y="2369855"/>
            <a:ext cx="4131221" cy="984885"/>
          </a:xfrm>
        </p:spPr>
        <p:txBody>
          <a:bodyPr anchor="b"/>
          <a:lstStyle>
            <a:lvl1pPr algn="l">
              <a:defRPr/>
            </a:lvl1pPr>
          </a:lstStyle>
          <a:p>
            <a:r>
              <a:rPr lang="en-US"/>
              <a:t>Click to edit Master title style</a:t>
            </a:r>
          </a:p>
        </p:txBody>
      </p:sp>
    </p:spTree>
    <p:extLst>
      <p:ext uri="{BB962C8B-B14F-4D97-AF65-F5344CB8AC3E}">
        <p14:creationId xmlns:p14="http://schemas.microsoft.com/office/powerpoint/2010/main" val="2027231419"/>
      </p:ext>
    </p:extLst>
  </p:cSld>
  <p:clrMapOvr>
    <a:masterClrMapping/>
  </p:clrMapOvr>
  <p:transition>
    <p:fade/>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206307"/>
            <a:ext cx="3477325" cy="1107996"/>
          </a:xfrm>
        </p:spPr>
        <p:txBody>
          <a:bodyPr anchor="b"/>
          <a:lstStyle>
            <a:lvl1pPr algn="l">
              <a:defRPr>
                <a:gradFill>
                  <a:gsLst>
                    <a:gs pos="1250">
                      <a:schemeClr val="tx1"/>
                    </a:gs>
                    <a:gs pos="100000">
                      <a:schemeClr val="tx1"/>
                    </a:gs>
                  </a:gsLst>
                  <a:lin ang="5400000" scaled="0"/>
                </a:gradFill>
              </a:defRPr>
            </a:lvl1pPr>
          </a:lstStyle>
          <a:p>
            <a:r>
              <a:rPr lang="en-US"/>
              <a:t>Click to edit Master title style</a:t>
            </a:r>
          </a:p>
        </p:txBody>
      </p:sp>
      <p:sp>
        <p:nvSpPr>
          <p:cNvPr id="4" name="Text Placeholder 3">
            <a:extLst>
              <a:ext uri="{FF2B5EF4-FFF2-40B4-BE49-F238E27FC236}">
                <a16:creationId xmlns:a16="http://schemas.microsoft.com/office/drawing/2014/main" id="{372E9528-0A41-4157-9220-1A280716491F}"/>
              </a:ext>
            </a:extLst>
          </p:cNvPr>
          <p:cNvSpPr>
            <a:spLocks noGrp="1"/>
          </p:cNvSpPr>
          <p:nvPr>
            <p:ph type="body" sz="quarter" idx="10"/>
          </p:nvPr>
        </p:nvSpPr>
        <p:spPr>
          <a:xfrm>
            <a:off x="588963" y="3429000"/>
            <a:ext cx="3560762" cy="2111347"/>
          </a:xfrm>
        </p:spPr>
        <p:txBody>
          <a:bodyPr/>
          <a:lstStyle>
            <a:lvl1pPr>
              <a:defRPr>
                <a:solidFill>
                  <a:schemeClr val="accent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31896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743200"/>
            <a:ext cx="9144000" cy="615553"/>
          </a:xfrm>
          <a:noFill/>
        </p:spPr>
        <p:txBody>
          <a:bodyPr lIns="0" tIns="0" rIns="0" bIns="0" anchor="b" anchorCtr="0">
            <a:spAutoFit/>
          </a:bodyPr>
          <a:lstStyle>
            <a:lvl1pPr algn="l">
              <a:defRPr sz="4000" spc="-50" baseline="0">
                <a:solidFill>
                  <a:schemeClr val="accent1">
                    <a:lumMod val="60000"/>
                    <a:lumOff val="40000"/>
                  </a:schemeClr>
                </a:solidFill>
                <a:latin typeface="+mj-lt"/>
                <a:cs typeface="Segoe UI" panose="020B0502040204020203" pitchFamily="34" charset="0"/>
              </a:defRPr>
            </a:lvl1pPr>
          </a:lstStyle>
          <a:p>
            <a:r>
              <a:rPr lang="en-US"/>
              <a:t>Event name or presentation title </a:t>
            </a:r>
          </a:p>
        </p:txBody>
      </p:sp>
    </p:spTree>
    <p:extLst>
      <p:ext uri="{BB962C8B-B14F-4D97-AF65-F5344CB8AC3E}">
        <p14:creationId xmlns:p14="http://schemas.microsoft.com/office/powerpoint/2010/main" val="34976679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14E8F19-9339-4638-BAAF-9A70A3B172B3}"/>
              </a:ext>
            </a:extLst>
          </p:cNvPr>
          <p:cNvSpPr>
            <a:spLocks noGrp="1"/>
          </p:cNvSpPr>
          <p:nvPr>
            <p:ph type="pic" sz="quarter" idx="10"/>
          </p:nvPr>
        </p:nvSpPr>
        <p:spPr>
          <a:xfrm>
            <a:off x="638430" y="1806677"/>
            <a:ext cx="2057400" cy="2743200"/>
          </a:xfrm>
        </p:spPr>
        <p:txBody>
          <a:bodyPr/>
          <a:lstStyle/>
          <a:p>
            <a:endParaRPr lang="en-US"/>
          </a:p>
        </p:txBody>
      </p:sp>
      <p:sp>
        <p:nvSpPr>
          <p:cNvPr id="7" name="Picture Placeholder 5">
            <a:extLst>
              <a:ext uri="{FF2B5EF4-FFF2-40B4-BE49-F238E27FC236}">
                <a16:creationId xmlns:a16="http://schemas.microsoft.com/office/drawing/2014/main" id="{EFFC3D7B-6924-4F36-BDD0-59B81F0AB1E7}"/>
              </a:ext>
            </a:extLst>
          </p:cNvPr>
          <p:cNvSpPr>
            <a:spLocks noGrp="1"/>
          </p:cNvSpPr>
          <p:nvPr>
            <p:ph type="pic" sz="quarter" idx="11"/>
          </p:nvPr>
        </p:nvSpPr>
        <p:spPr>
          <a:xfrm>
            <a:off x="2886847" y="1806677"/>
            <a:ext cx="2057400" cy="2743200"/>
          </a:xfrm>
        </p:spPr>
        <p:txBody>
          <a:bodyPr/>
          <a:lstStyle/>
          <a:p>
            <a:endParaRPr lang="en-US"/>
          </a:p>
        </p:txBody>
      </p:sp>
      <p:sp>
        <p:nvSpPr>
          <p:cNvPr id="8" name="Picture Placeholder 5">
            <a:extLst>
              <a:ext uri="{FF2B5EF4-FFF2-40B4-BE49-F238E27FC236}">
                <a16:creationId xmlns:a16="http://schemas.microsoft.com/office/drawing/2014/main" id="{4F601CA1-79B8-45A1-88C9-AF36245C2321}"/>
              </a:ext>
            </a:extLst>
          </p:cNvPr>
          <p:cNvSpPr>
            <a:spLocks noGrp="1"/>
          </p:cNvSpPr>
          <p:nvPr>
            <p:ph type="pic" sz="quarter" idx="12"/>
          </p:nvPr>
        </p:nvSpPr>
        <p:spPr>
          <a:xfrm>
            <a:off x="5135264" y="1806677"/>
            <a:ext cx="2057400" cy="2743200"/>
          </a:xfrm>
        </p:spPr>
        <p:txBody>
          <a:bodyPr/>
          <a:lstStyle/>
          <a:p>
            <a:endParaRPr lang="en-US"/>
          </a:p>
        </p:txBody>
      </p:sp>
      <p:sp>
        <p:nvSpPr>
          <p:cNvPr id="9" name="Picture Placeholder 5">
            <a:extLst>
              <a:ext uri="{FF2B5EF4-FFF2-40B4-BE49-F238E27FC236}">
                <a16:creationId xmlns:a16="http://schemas.microsoft.com/office/drawing/2014/main" id="{EEB90C29-F682-42AE-9366-606669C57E71}"/>
              </a:ext>
            </a:extLst>
          </p:cNvPr>
          <p:cNvSpPr>
            <a:spLocks noGrp="1"/>
          </p:cNvSpPr>
          <p:nvPr>
            <p:ph type="pic" sz="quarter" idx="13"/>
          </p:nvPr>
        </p:nvSpPr>
        <p:spPr>
          <a:xfrm>
            <a:off x="7383681" y="1806677"/>
            <a:ext cx="2057400" cy="2743200"/>
          </a:xfrm>
        </p:spPr>
        <p:txBody>
          <a:bodyPr/>
          <a:lstStyle/>
          <a:p>
            <a:endParaRPr lang="en-US"/>
          </a:p>
        </p:txBody>
      </p:sp>
      <p:sp>
        <p:nvSpPr>
          <p:cNvPr id="10" name="Picture Placeholder 5">
            <a:extLst>
              <a:ext uri="{FF2B5EF4-FFF2-40B4-BE49-F238E27FC236}">
                <a16:creationId xmlns:a16="http://schemas.microsoft.com/office/drawing/2014/main" id="{B523E616-948E-49F2-8445-70B3501CF798}"/>
              </a:ext>
            </a:extLst>
          </p:cNvPr>
          <p:cNvSpPr>
            <a:spLocks noGrp="1"/>
          </p:cNvSpPr>
          <p:nvPr>
            <p:ph type="pic" sz="quarter" idx="14"/>
          </p:nvPr>
        </p:nvSpPr>
        <p:spPr>
          <a:xfrm>
            <a:off x="9632099" y="1806677"/>
            <a:ext cx="2057400" cy="2743200"/>
          </a:xfrm>
        </p:spPr>
        <p:txBody>
          <a:bodyPr/>
          <a:lstStyle/>
          <a:p>
            <a:endParaRPr lang="en-US"/>
          </a:p>
        </p:txBody>
      </p:sp>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7025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B5359982-D87D-4510-8C17-75850A9F0EFE}"/>
              </a:ext>
            </a:extLst>
          </p:cNvPr>
          <p:cNvSpPr>
            <a:spLocks noGrp="1"/>
          </p:cNvSpPr>
          <p:nvPr>
            <p:ph type="body" sz="quarter" idx="12"/>
          </p:nvPr>
        </p:nvSpPr>
        <p:spPr>
          <a:xfrm>
            <a:off x="588263" y="1436688"/>
            <a:ext cx="5363275" cy="369332"/>
          </a:xfrm>
        </p:spPr>
        <p:txBody>
          <a:bodyPr/>
          <a:lstStyle>
            <a:lvl1pPr>
              <a:defRPr sz="2400">
                <a:solidFill>
                  <a:schemeClr val="accent2"/>
                </a:solidFill>
              </a:defRPr>
            </a:lvl1pPr>
            <a:lvl2pPr>
              <a:defRPr sz="1800"/>
            </a:lvl2pPr>
            <a:lvl3pPr>
              <a:defRPr sz="1400"/>
            </a:lvl3pPr>
            <a:lvl4pPr>
              <a:defRPr sz="1200"/>
            </a:lvl4pPr>
            <a:lvl5pPr>
              <a:defRPr sz="1200"/>
            </a:lvl5pPr>
          </a:lstStyle>
          <a:p>
            <a:pPr lvl="0"/>
            <a:r>
              <a:rPr lang="en-US"/>
              <a:t>Click to edit Master text styles</a:t>
            </a:r>
          </a:p>
        </p:txBody>
      </p:sp>
      <p:sp>
        <p:nvSpPr>
          <p:cNvPr id="2" name="Title 1">
            <a:extLst>
              <a:ext uri="{FF2B5EF4-FFF2-40B4-BE49-F238E27FC236}">
                <a16:creationId xmlns:a16="http://schemas.microsoft.com/office/drawing/2014/main" id="{BE91932C-BE0C-0B1B-3C97-FC6937B6561E}"/>
              </a:ext>
            </a:extLst>
          </p:cNvPr>
          <p:cNvSpPr>
            <a:spLocks noGrp="1"/>
          </p:cNvSpPr>
          <p:nvPr>
            <p:ph type="title"/>
          </p:nvPr>
        </p:nvSpPr>
        <p:spPr>
          <a:xfrm>
            <a:off x="588263" y="457200"/>
            <a:ext cx="5753859" cy="492443"/>
          </a:xfrm>
        </p:spPr>
        <p:txBody>
          <a:bodyPr/>
          <a:lstStyle>
            <a:lvl1pPr algn="l">
              <a:defRPr/>
            </a:lvl1pPr>
          </a:lstStyle>
          <a:p>
            <a:r>
              <a:rPr lang="en-US"/>
              <a:t>Click to edit Master title style</a:t>
            </a:r>
          </a:p>
        </p:txBody>
      </p:sp>
      <p:sp>
        <p:nvSpPr>
          <p:cNvPr id="6" name="Text Placeholder 6">
            <a:extLst>
              <a:ext uri="{FF2B5EF4-FFF2-40B4-BE49-F238E27FC236}">
                <a16:creationId xmlns:a16="http://schemas.microsoft.com/office/drawing/2014/main" id="{E3B2EF26-51ED-E87E-B8E2-5C7FF41C8E2C}"/>
              </a:ext>
            </a:extLst>
          </p:cNvPr>
          <p:cNvSpPr>
            <a:spLocks noGrp="1"/>
          </p:cNvSpPr>
          <p:nvPr>
            <p:ph type="body" sz="quarter" idx="13"/>
          </p:nvPr>
        </p:nvSpPr>
        <p:spPr>
          <a:xfrm>
            <a:off x="588263"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20270AFD-2991-7D6B-9A65-B9B1D944A173}"/>
              </a:ext>
            </a:extLst>
          </p:cNvPr>
          <p:cNvSpPr>
            <a:spLocks noGrp="1"/>
          </p:cNvSpPr>
          <p:nvPr>
            <p:ph type="body" sz="quarter" idx="14"/>
          </p:nvPr>
        </p:nvSpPr>
        <p:spPr>
          <a:xfrm>
            <a:off x="6240462" y="2017713"/>
            <a:ext cx="5363275" cy="1674305"/>
          </a:xfrm>
        </p:spPr>
        <p:txBody>
          <a:bodyPr/>
          <a:lstStyle>
            <a:lvl1pPr>
              <a:defRPr sz="2000">
                <a:solidFill>
                  <a:schemeClr val="tx1"/>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740519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MS logo white - EMF" descr="Microsoft logo white text version">
            <a:extLst>
              <a:ext uri="{FF2B5EF4-FFF2-40B4-BE49-F238E27FC236}">
                <a16:creationId xmlns:a16="http://schemas.microsoft.com/office/drawing/2014/main" id="{0BBE5C7F-432C-E0D8-5884-1193BCAC9B1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7949468"/>
      </p:ext>
    </p:extLst>
  </p:cSld>
  <p:clrMapOvr>
    <a:masterClrMapping/>
  </p:clrMapOvr>
  <p:transition>
    <p:fade/>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996592"/>
      </p:ext>
    </p:extLst>
  </p:cSld>
  <p:clrMapOvr>
    <a:masterClrMapping/>
  </p:clrMapOvr>
  <p:transition>
    <p:fade/>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6_Three column photo">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A184DE-3669-45F4-ADE1-876E1808E989}"/>
              </a:ext>
            </a:extLst>
          </p:cNvPr>
          <p:cNvSpPr>
            <a:spLocks noGrp="1"/>
          </p:cNvSpPr>
          <p:nvPr>
            <p:ph type="title"/>
          </p:nvPr>
        </p:nvSpPr>
        <p:spPr/>
        <p:txBody>
          <a:bodyPr/>
          <a:lstStyle>
            <a:lvl1pPr algn="ctr">
              <a:defRPr/>
            </a:lvl1pPr>
          </a:lstStyle>
          <a:p>
            <a:r>
              <a:rPr lang="en-US"/>
              <a:t>Click to edit Master title style</a:t>
            </a:r>
          </a:p>
        </p:txBody>
      </p:sp>
      <p:pic>
        <p:nvPicPr>
          <p:cNvPr id="2" name="MS logo white - EMF" descr="Microsoft logo white text version">
            <a:extLst>
              <a:ext uri="{FF2B5EF4-FFF2-40B4-BE49-F238E27FC236}">
                <a16:creationId xmlns:a16="http://schemas.microsoft.com/office/drawing/2014/main" id="{B9E75CCB-6AD4-83FA-3C44-2A7A6DC75FC9}"/>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452914449"/>
      </p:ext>
    </p:extLst>
  </p:cSld>
  <p:clrMapOvr>
    <a:masterClrMapping/>
  </p:clrMapOvr>
  <p:transition>
    <p:fade/>
  </p:transition>
  <p:extLst>
    <p:ext uri="{DCECCB84-F9BA-43D5-87BE-67443E8EF086}">
      <p15:sldGuideLst xmlns:p15="http://schemas.microsoft.com/office/powerpoint/2012/main">
        <p15:guide id="1" orient="horz" pos="2352">
          <p15:clr>
            <a:srgbClr val="FBAE40"/>
          </p15:clr>
        </p15:guide>
        <p15:guide id="2" orient="horz" pos="1896">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2165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3273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353150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Section_Divider_Imag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6CBDFE-DBA2-D5FE-AD91-F3A467ED5D1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ext Placeholder 2">
            <a:extLst>
              <a:ext uri="{FF2B5EF4-FFF2-40B4-BE49-F238E27FC236}">
                <a16:creationId xmlns:a16="http://schemas.microsoft.com/office/drawing/2014/main" id="{0DB922C2-73CE-35BB-D875-2696454B8FCF}"/>
              </a:ext>
            </a:extLst>
          </p:cNvPr>
          <p:cNvSpPr>
            <a:spLocks noGrp="1"/>
          </p:cNvSpPr>
          <p:nvPr>
            <p:ph type="body" sz="quarter" idx="11" hasCustomPrompt="1"/>
          </p:nvPr>
        </p:nvSpPr>
        <p:spPr>
          <a:xfrm>
            <a:off x="584201" y="3646980"/>
            <a:ext cx="10480421" cy="1477328"/>
          </a:xfrm>
          <a:prstGeom prst="rect">
            <a:avLst/>
          </a:prstGeom>
        </p:spPr>
        <p:txBody>
          <a:bodyPr anchor="b">
            <a:noAutofit/>
          </a:bodyPr>
          <a:lstStyle>
            <a:lvl1pPr marL="0" indent="0">
              <a:buNone/>
              <a:defRPr sz="4800" b="1" i="0">
                <a:solidFill>
                  <a:schemeClr val="bg1"/>
                </a:solidFill>
                <a:latin typeface="+mj-lt"/>
                <a:cs typeface="Aharoni" panose="02010803020104030203" pitchFamily="2" charset="-79"/>
              </a:defRPr>
            </a:lvl1pPr>
            <a:lvl2pPr>
              <a:defRPr b="1" i="0">
                <a:solidFill>
                  <a:schemeClr val="tx1"/>
                </a:solidFill>
                <a:latin typeface="Segoe UI" panose="020B0502040204020203" pitchFamily="34" charset="0"/>
                <a:cs typeface="Segoe UI" panose="020B0502040204020203" pitchFamily="34" charset="0"/>
              </a:defRPr>
            </a:lvl2pPr>
            <a:lvl3pPr>
              <a:defRPr b="1" i="0">
                <a:solidFill>
                  <a:schemeClr val="tx1"/>
                </a:solidFill>
                <a:latin typeface="Segoe UI" panose="020B0502040204020203" pitchFamily="34" charset="0"/>
                <a:cs typeface="Segoe UI" panose="020B0502040204020203" pitchFamily="34" charset="0"/>
              </a:defRPr>
            </a:lvl3pPr>
            <a:lvl4pPr>
              <a:defRPr b="1" i="0">
                <a:solidFill>
                  <a:schemeClr val="tx1"/>
                </a:solidFill>
                <a:latin typeface="Segoe UI" panose="020B0502040204020203" pitchFamily="34" charset="0"/>
                <a:cs typeface="Segoe UI" panose="020B0502040204020203" pitchFamily="34" charset="0"/>
              </a:defRPr>
            </a:lvl4pPr>
            <a:lvl5pPr>
              <a:defRPr b="1" i="0">
                <a:solidFill>
                  <a:schemeClr val="tx1"/>
                </a:solidFill>
                <a:latin typeface="Segoe UI" panose="020B0502040204020203" pitchFamily="34" charset="0"/>
                <a:cs typeface="Segoe UI" panose="020B0502040204020203" pitchFamily="34" charset="0"/>
              </a:defRPr>
            </a:lvl5pPr>
          </a:lstStyle>
          <a:p>
            <a:pPr algn="l"/>
            <a:r>
              <a:rPr lang="en-US" sz="4800" b="1" i="0">
                <a:solidFill>
                  <a:schemeClr val="bg1"/>
                </a:solidFill>
                <a:latin typeface="Segoe UI Variable Display" pitchFamily="2" charset="0"/>
              </a:rPr>
              <a:t>Section Divider Title</a:t>
            </a:r>
          </a:p>
        </p:txBody>
      </p:sp>
      <p:sp>
        <p:nvSpPr>
          <p:cNvPr id="3" name="Footer Placeholder 1">
            <a:extLst>
              <a:ext uri="{FF2B5EF4-FFF2-40B4-BE49-F238E27FC236}">
                <a16:creationId xmlns:a16="http://schemas.microsoft.com/office/drawing/2014/main" id="{9941B265-3099-9A0A-FEFD-C067D0F991E3}"/>
              </a:ext>
            </a:extLst>
          </p:cNvPr>
          <p:cNvSpPr>
            <a:spLocks noGrp="1"/>
          </p:cNvSpPr>
          <p:nvPr>
            <p:ph type="ftr" sz="quarter" idx="13"/>
          </p:nvPr>
        </p:nvSpPr>
        <p:spPr>
          <a:xfrm>
            <a:off x="584200" y="6477356"/>
            <a:ext cx="4114800" cy="123111"/>
          </a:xfrm>
        </p:spPr>
        <p:txBody>
          <a:bodyPr/>
          <a:lstStyle>
            <a:lvl1pPr>
              <a:defRPr b="0" i="0">
                <a:solidFill>
                  <a:schemeClr val="bg1"/>
                </a:solidFill>
                <a:latin typeface="Segoe UI Variable Small Light" pitchFamily="2" charset="0"/>
              </a:defRPr>
            </a:lvl1pPr>
          </a:lstStyle>
          <a:p>
            <a:r>
              <a:rPr lang="en-US" dirty="0"/>
              <a:t>Microsoft Confidential</a:t>
            </a:r>
          </a:p>
        </p:txBody>
      </p:sp>
      <p:sp>
        <p:nvSpPr>
          <p:cNvPr id="5" name="Text Placeholder 4">
            <a:extLst>
              <a:ext uri="{FF2B5EF4-FFF2-40B4-BE49-F238E27FC236}">
                <a16:creationId xmlns:a16="http://schemas.microsoft.com/office/drawing/2014/main" id="{EF222949-29F5-AEDA-6D1E-81D071E885F9}"/>
              </a:ext>
            </a:extLst>
          </p:cNvPr>
          <p:cNvSpPr>
            <a:spLocks noGrp="1"/>
          </p:cNvSpPr>
          <p:nvPr>
            <p:ph type="body" sz="quarter" idx="14" hasCustomPrompt="1"/>
          </p:nvPr>
        </p:nvSpPr>
        <p:spPr>
          <a:xfrm>
            <a:off x="584200" y="5256152"/>
            <a:ext cx="10480421" cy="369332"/>
          </a:xfrm>
        </p:spPr>
        <p:txBody>
          <a:bodyPr/>
          <a:lstStyle>
            <a:lvl1pPr marL="0" indent="0">
              <a:buNone/>
              <a:defRPr sz="2400" b="0" i="0">
                <a:solidFill>
                  <a:schemeClr val="bg1"/>
                </a:solidFill>
                <a:latin typeface="Segoe UI Variable Display" pitchFamily="2" charset="0"/>
              </a:defRPr>
            </a:lvl1pPr>
          </a:lstStyle>
          <a:p>
            <a:pPr lvl="0"/>
            <a:r>
              <a:rPr lang="en-US"/>
              <a:t>Subtitle</a:t>
            </a:r>
          </a:p>
        </p:txBody>
      </p:sp>
      <p:pic>
        <p:nvPicPr>
          <p:cNvPr id="2" name="MS logo white - EMF" descr="Microsoft logo white text version">
            <a:extLst>
              <a:ext uri="{FF2B5EF4-FFF2-40B4-BE49-F238E27FC236}">
                <a16:creationId xmlns:a16="http://schemas.microsoft.com/office/drawing/2014/main" id="{8731A401-C3D3-E4B9-7D7A-BB96D8702406}"/>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229506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FE7F-0399-D089-1241-018D12F0EC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F999FF-DEE2-63FD-E711-B7F270DB5E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853F766-4B0A-D54F-8E71-882EF1A7FC08}"/>
              </a:ext>
            </a:extLst>
          </p:cNvPr>
          <p:cNvSpPr>
            <a:spLocks noGrp="1"/>
          </p:cNvSpPr>
          <p:nvPr>
            <p:ph type="dt" sz="half" idx="10"/>
          </p:nvPr>
        </p:nvSpPr>
        <p:spPr/>
        <p:txBody>
          <a:bodyPr/>
          <a:lstStyle/>
          <a:p>
            <a:fld id="{A435187F-8598-4DBE-A9FD-CE0BB684214E}" type="datetimeFigureOut">
              <a:rPr lang="en-GB" smtClean="0"/>
              <a:t>29/07/2026</a:t>
            </a:fld>
            <a:endParaRPr lang="en-GB"/>
          </a:p>
        </p:txBody>
      </p:sp>
      <p:sp>
        <p:nvSpPr>
          <p:cNvPr id="5" name="Footer Placeholder 4">
            <a:extLst>
              <a:ext uri="{FF2B5EF4-FFF2-40B4-BE49-F238E27FC236}">
                <a16:creationId xmlns:a16="http://schemas.microsoft.com/office/drawing/2014/main" id="{FFA684B8-3B2C-6921-CCCC-C02DBF93F5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D7E9E3D-991B-CE86-6857-C605F8D133A2}"/>
              </a:ext>
            </a:extLst>
          </p:cNvPr>
          <p:cNvSpPr>
            <a:spLocks noGrp="1"/>
          </p:cNvSpPr>
          <p:nvPr>
            <p:ph type="sldNum" sz="quarter" idx="12"/>
          </p:nvPr>
        </p:nvSpPr>
        <p:spPr/>
        <p:txBody>
          <a:bodyPr/>
          <a:lstStyle/>
          <a:p>
            <a:fld id="{03115682-8B3D-4D1D-BB17-A43D3E0D7699}" type="slidenum">
              <a:rPr lang="en-GB" smtClean="0"/>
              <a:t>‹#›</a:t>
            </a:fld>
            <a:endParaRPr lang="en-GB"/>
          </a:p>
        </p:txBody>
      </p:sp>
    </p:spTree>
    <p:extLst>
      <p:ext uri="{BB962C8B-B14F-4D97-AF65-F5344CB8AC3E}">
        <p14:creationId xmlns:p14="http://schemas.microsoft.com/office/powerpoint/2010/main" val="2918497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22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8"/>
            <a:ext cx="2926080" cy="2117503"/>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8"/>
            <a:ext cx="2926080" cy="2117503"/>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1AAE0BAC-B8C3-3884-BC3D-55E0EFAA76E4}"/>
              </a:ext>
            </a:extLst>
          </p:cNvPr>
          <p:cNvSpPr>
            <a:spLocks noGrp="1"/>
          </p:cNvSpPr>
          <p:nvPr>
            <p:ph type="body" sz="quarter" idx="10"/>
          </p:nvPr>
        </p:nvSpPr>
        <p:spPr>
          <a:xfrm>
            <a:off x="567953" y="1020932"/>
            <a:ext cx="11056094" cy="369332"/>
          </a:xfrm>
        </p:spPr>
        <p:txBody>
          <a:bodyPr/>
          <a:lstStyle>
            <a:lvl1pPr algn="ctr">
              <a:defRPr sz="2400">
                <a:solidFill>
                  <a:schemeClr val="accent1"/>
                </a:solidFill>
                <a:latin typeface="+mn-lt"/>
              </a:defRPr>
            </a:lvl1pPr>
            <a:lvl2pPr algn="ctr">
              <a:defRPr/>
            </a:lvl2pPr>
            <a:lvl3pPr algn="ctr">
              <a:defRPr/>
            </a:lvl3pPr>
            <a:lvl4pPr algn="ctr">
              <a:defRPr/>
            </a:lvl4pPr>
            <a:lvl5pPr algn="ctr">
              <a:defRPr/>
            </a:lvl5pPr>
          </a:lstStyle>
          <a:p>
            <a:pPr lvl="0"/>
            <a:r>
              <a:rPr lang="en-US"/>
              <a:t>Click to edit Master text styles</a:t>
            </a:r>
          </a:p>
        </p:txBody>
      </p:sp>
    </p:spTree>
    <p:extLst>
      <p:ext uri="{BB962C8B-B14F-4D97-AF65-F5344CB8AC3E}">
        <p14:creationId xmlns:p14="http://schemas.microsoft.com/office/powerpoint/2010/main" val="267274938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DAAA5-8D22-4214-BB05-9157E52DC9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4244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25_Title - Square Photo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8B3ECF-E4A4-4BBE-8FC7-9B89BFA966A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6">
            <a:extLst>
              <a:ext uri="{FF2B5EF4-FFF2-40B4-BE49-F238E27FC236}">
                <a16:creationId xmlns:a16="http://schemas.microsoft.com/office/drawing/2014/main" id="{0FDE2D20-95F6-4556-9D7B-553EF22926E5}"/>
              </a:ext>
            </a:extLst>
          </p:cNvPr>
          <p:cNvSpPr>
            <a:spLocks noGrp="1"/>
          </p:cNvSpPr>
          <p:nvPr>
            <p:ph type="body" sz="quarter" idx="12"/>
          </p:nvPr>
        </p:nvSpPr>
        <p:spPr>
          <a:xfrm>
            <a:off x="1133149"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3" name="Title 2">
            <a:extLst>
              <a:ext uri="{FF2B5EF4-FFF2-40B4-BE49-F238E27FC236}">
                <a16:creationId xmlns:a16="http://schemas.microsoft.com/office/drawing/2014/main" id="{2DC52D44-16D8-419F-8260-91CB57C5C457}"/>
              </a:ext>
            </a:extLst>
          </p:cNvPr>
          <p:cNvSpPr>
            <a:spLocks noGrp="1"/>
          </p:cNvSpPr>
          <p:nvPr>
            <p:ph type="title"/>
          </p:nvPr>
        </p:nvSpPr>
        <p:spPr/>
        <p:txBody>
          <a:bodyPr/>
          <a:lstStyle/>
          <a:p>
            <a:r>
              <a:rPr lang="en-US"/>
              <a:t>Click to edit Master title style</a:t>
            </a:r>
          </a:p>
        </p:txBody>
      </p:sp>
      <p:sp>
        <p:nvSpPr>
          <p:cNvPr id="11" name="Text Placeholder 6">
            <a:extLst>
              <a:ext uri="{FF2B5EF4-FFF2-40B4-BE49-F238E27FC236}">
                <a16:creationId xmlns:a16="http://schemas.microsoft.com/office/drawing/2014/main" id="{AA87BA51-719F-4C7D-AB1F-F0BF0D06CC60}"/>
              </a:ext>
            </a:extLst>
          </p:cNvPr>
          <p:cNvSpPr>
            <a:spLocks noGrp="1"/>
          </p:cNvSpPr>
          <p:nvPr>
            <p:ph type="body" sz="quarter" idx="13"/>
          </p:nvPr>
        </p:nvSpPr>
        <p:spPr>
          <a:xfrm>
            <a:off x="4608165"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2" name="Text Placeholder 6">
            <a:extLst>
              <a:ext uri="{FF2B5EF4-FFF2-40B4-BE49-F238E27FC236}">
                <a16:creationId xmlns:a16="http://schemas.microsoft.com/office/drawing/2014/main" id="{79B0A182-6219-4A2F-9348-2F9095865122}"/>
              </a:ext>
            </a:extLst>
          </p:cNvPr>
          <p:cNvSpPr>
            <a:spLocks noGrp="1"/>
          </p:cNvSpPr>
          <p:nvPr>
            <p:ph type="body" sz="quarter" idx="14"/>
          </p:nvPr>
        </p:nvSpPr>
        <p:spPr>
          <a:xfrm>
            <a:off x="8132773" y="3115457"/>
            <a:ext cx="2926080" cy="409575"/>
          </a:xfrm>
        </p:spPr>
        <p:txBody>
          <a:bodyPr anchor="ctr">
            <a:noAutofit/>
          </a:bodyPr>
          <a:lstStyle>
            <a:lvl1pPr>
              <a:spcBef>
                <a:spcPts val="0"/>
              </a:spcBef>
              <a:spcAft>
                <a:spcPts val="1200"/>
              </a:spcAft>
              <a:defRPr sz="1800">
                <a:solidFill>
                  <a:schemeClr val="accent1"/>
                </a:solidFill>
                <a:latin typeface="+mj-lt"/>
              </a:defRPr>
            </a:lvl1pPr>
            <a:lvl2pPr>
              <a:spcBef>
                <a:spcPts val="0"/>
              </a:spcBef>
              <a:spcAft>
                <a:spcPts val="1200"/>
              </a:spcAft>
              <a:defRPr sz="1600">
                <a:solidFill>
                  <a:schemeClr val="tx1"/>
                </a:solidFill>
              </a:defRPr>
            </a:lvl2pPr>
            <a:lvl3pPr marL="173004" indent="-173004">
              <a:spcBef>
                <a:spcPts val="0"/>
              </a:spcBef>
              <a:spcAft>
                <a:spcPts val="1200"/>
              </a:spcAft>
              <a:buFont typeface="Arial" panose="020B0604020202020204" pitchFamily="34" charset="0"/>
              <a:buChar char="•"/>
              <a:defRPr sz="1400">
                <a:solidFill>
                  <a:schemeClr val="tx1"/>
                </a:solidFill>
              </a:defRPr>
            </a:lvl3pPr>
            <a:lvl4pPr>
              <a:spcBef>
                <a:spcPts val="2400"/>
              </a:spcBef>
              <a:defRPr sz="1600">
                <a:solidFill>
                  <a:schemeClr val="accent1"/>
                </a:solidFill>
              </a:defRPr>
            </a:lvl4pPr>
            <a:lvl5pPr>
              <a:defRPr sz="1600">
                <a:solidFill>
                  <a:schemeClr val="tx1"/>
                </a:solidFill>
              </a:defRPr>
            </a:lvl5pPr>
          </a:lstStyle>
          <a:p>
            <a:pPr lvl="0"/>
            <a:r>
              <a:rPr lang="en-US"/>
              <a:t>Click to edit</a:t>
            </a:r>
          </a:p>
        </p:txBody>
      </p:sp>
      <p:sp>
        <p:nvSpPr>
          <p:cNvPr id="15" name="Text Placeholder 6">
            <a:extLst>
              <a:ext uri="{FF2B5EF4-FFF2-40B4-BE49-F238E27FC236}">
                <a16:creationId xmlns:a16="http://schemas.microsoft.com/office/drawing/2014/main" id="{D45D8E1D-1FBA-459D-A4BE-CC38544B48DF}"/>
              </a:ext>
            </a:extLst>
          </p:cNvPr>
          <p:cNvSpPr>
            <a:spLocks noGrp="1"/>
          </p:cNvSpPr>
          <p:nvPr>
            <p:ph type="body" sz="quarter" idx="17" hasCustomPrompt="1"/>
          </p:nvPr>
        </p:nvSpPr>
        <p:spPr>
          <a:xfrm>
            <a:off x="1133149" y="3685097"/>
            <a:ext cx="2926080" cy="1131269"/>
          </a:xfrm>
        </p:spPr>
        <p:txBody>
          <a:bodyPr>
            <a:noAutofit/>
          </a:bodyPr>
          <a:lstStyle>
            <a:lvl1pPr>
              <a:spcBef>
                <a:spcPts val="0"/>
              </a:spcBef>
              <a:spcAft>
                <a:spcPts val="1200"/>
              </a:spcAft>
              <a:defRPr sz="16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16" name="Text Placeholder 6">
            <a:extLst>
              <a:ext uri="{FF2B5EF4-FFF2-40B4-BE49-F238E27FC236}">
                <a16:creationId xmlns:a16="http://schemas.microsoft.com/office/drawing/2014/main" id="{DEFD8564-72B3-4749-8351-32B73F388B65}"/>
              </a:ext>
            </a:extLst>
          </p:cNvPr>
          <p:cNvSpPr>
            <a:spLocks noGrp="1"/>
          </p:cNvSpPr>
          <p:nvPr>
            <p:ph type="body" sz="quarter" idx="18" hasCustomPrompt="1"/>
          </p:nvPr>
        </p:nvSpPr>
        <p:spPr>
          <a:xfrm>
            <a:off x="4608165"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a:p>
            <a:pPr lvl="3"/>
            <a:endParaRPr lang="en-US"/>
          </a:p>
        </p:txBody>
      </p:sp>
      <p:sp>
        <p:nvSpPr>
          <p:cNvPr id="17" name="Text Placeholder 6">
            <a:extLst>
              <a:ext uri="{FF2B5EF4-FFF2-40B4-BE49-F238E27FC236}">
                <a16:creationId xmlns:a16="http://schemas.microsoft.com/office/drawing/2014/main" id="{712083B0-4636-4019-9A5F-03034238CDE1}"/>
              </a:ext>
            </a:extLst>
          </p:cNvPr>
          <p:cNvSpPr>
            <a:spLocks noGrp="1"/>
          </p:cNvSpPr>
          <p:nvPr>
            <p:ph type="body" sz="quarter" idx="19" hasCustomPrompt="1"/>
          </p:nvPr>
        </p:nvSpPr>
        <p:spPr>
          <a:xfrm>
            <a:off x="8132773" y="3685097"/>
            <a:ext cx="2926080" cy="1131269"/>
          </a:xfrm>
        </p:spPr>
        <p:txBody>
          <a:bodyPr>
            <a:noAutofit/>
          </a:bodyPr>
          <a:lstStyle>
            <a:lvl1pPr>
              <a:spcBef>
                <a:spcPts val="0"/>
              </a:spcBef>
              <a:spcAft>
                <a:spcPts val="1200"/>
              </a:spcAft>
              <a:defRPr sz="2000">
                <a:solidFill>
                  <a:schemeClr val="accent1"/>
                </a:solidFill>
              </a:defRPr>
            </a:lvl1pPr>
            <a:lvl2pPr>
              <a:spcBef>
                <a:spcPts val="0"/>
              </a:spcBef>
              <a:spcAft>
                <a:spcPts val="1200"/>
              </a:spcAft>
              <a:defRPr sz="1400">
                <a:solidFill>
                  <a:schemeClr val="tx1"/>
                </a:solidFill>
              </a:defRPr>
            </a:lvl2pPr>
            <a:lvl3pPr marL="173004" indent="-173004">
              <a:spcBef>
                <a:spcPts val="0"/>
              </a:spcBef>
              <a:spcAft>
                <a:spcPts val="1200"/>
              </a:spcAft>
              <a:buFont typeface="Arial" panose="020B0604020202020204" pitchFamily="34" charset="0"/>
              <a:buChar char="•"/>
              <a:defRPr sz="1200">
                <a:solidFill>
                  <a:schemeClr val="tx1"/>
                </a:solidFill>
              </a:defRPr>
            </a:lvl3pPr>
            <a:lvl4pPr>
              <a:spcBef>
                <a:spcPts val="2400"/>
              </a:spcBef>
              <a:defRPr sz="1400">
                <a:solidFill>
                  <a:schemeClr val="accent1"/>
                </a:solidFill>
              </a:defRPr>
            </a:lvl4pPr>
            <a:lvl5pPr>
              <a:defRPr sz="1400">
                <a:solidFill>
                  <a:schemeClr val="tx1"/>
                </a:solidFill>
              </a:defRPr>
            </a:lvl5pPr>
          </a:lstStyle>
          <a:p>
            <a:pPr lvl="1"/>
            <a:r>
              <a:rPr lang="en-US"/>
              <a:t>Second level</a:t>
            </a:r>
          </a:p>
          <a:p>
            <a:pPr lvl="2"/>
            <a:r>
              <a:rPr lang="en-US"/>
              <a:t>Third level</a:t>
            </a:r>
          </a:p>
        </p:txBody>
      </p:sp>
      <p:sp>
        <p:nvSpPr>
          <p:cNvPr id="4" name="Content Placeholder 3"/>
          <p:cNvSpPr>
            <a:spLocks noGrp="1"/>
          </p:cNvSpPr>
          <p:nvPr>
            <p:ph sz="quarter" idx="20"/>
          </p:nvPr>
        </p:nvSpPr>
        <p:spPr>
          <a:xfrm>
            <a:off x="2008982" y="4878052"/>
            <a:ext cx="7231062" cy="1612768"/>
          </a:xfrm>
        </p:spPr>
        <p:txBody>
          <a:bodyPr/>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122167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840">
          <p15:clr>
            <a:srgbClr val="C35EA4"/>
          </p15:clr>
        </p15:guide>
        <p15:guide id="11" pos="2993">
          <p15:clr>
            <a:srgbClr val="5ACBF0"/>
          </p15:clr>
        </p15:guide>
        <p15:guide id="12" pos="3543">
          <p15:clr>
            <a:srgbClr val="A4A3A4"/>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Blank_with Hea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dirty="0"/>
              <a:t>Click to edit Master title style</a:t>
            </a:r>
          </a:p>
        </p:txBody>
      </p:sp>
    </p:spTree>
    <p:extLst>
      <p:ext uri="{BB962C8B-B14F-4D97-AF65-F5344CB8AC3E}">
        <p14:creationId xmlns:p14="http://schemas.microsoft.com/office/powerpoint/2010/main" val="19345226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7514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12_Title and subtitle">
    <p:spTree>
      <p:nvGrpSpPr>
        <p:cNvPr id="1" name=""/>
        <p:cNvGrpSpPr/>
        <p:nvPr/>
      </p:nvGrpSpPr>
      <p:grpSpPr>
        <a:xfrm>
          <a:off x="0" y="0"/>
          <a:ext cx="0" cy="0"/>
          <a:chOff x="0" y="0"/>
          <a:chExt cx="0" cy="0"/>
        </a:xfrm>
      </p:grpSpPr>
      <p:sp>
        <p:nvSpPr>
          <p:cNvPr id="24" name="number">
            <a:extLst>
              <a:ext uri="{FF2B5EF4-FFF2-40B4-BE49-F238E27FC236}">
                <a16:creationId xmlns:a16="http://schemas.microsoft.com/office/drawing/2014/main" id="{CE093D44-4E18-4C38-B9B4-3DB9F01377E9}"/>
              </a:ext>
            </a:extLst>
          </p:cNvPr>
          <p:cNvSpPr>
            <a:spLocks noGrp="1"/>
          </p:cNvSpPr>
          <p:nvPr>
            <p:ph type="body" sz="quarter" idx="15" hasCustomPrompt="1"/>
          </p:nvPr>
        </p:nvSpPr>
        <p:spPr>
          <a:xfrm>
            <a:off x="422822" y="380078"/>
            <a:ext cx="594360" cy="594360"/>
          </a:xfrm>
          <a:prstGeom prst="ellipse">
            <a:avLst/>
          </a:prstGeom>
          <a:gradFill flip="none" rotWithShape="1">
            <a:gsLst>
              <a:gs pos="0">
                <a:schemeClr val="accent1"/>
              </a:gs>
              <a:gs pos="100000">
                <a:schemeClr val="accent2"/>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lvl1pPr algn="ctr">
              <a:defRPr lang="en-US" dirty="0">
                <a:solidFill>
                  <a:schemeClr val="bg1"/>
                </a:solidFill>
                <a:latin typeface="+mj-lt"/>
                <a:ea typeface="Segoe UI" pitchFamily="34" charset="0"/>
                <a:cs typeface="Segoe UI" pitchFamily="34" charset="0"/>
              </a:defRPr>
            </a:lvl1pPr>
          </a:lstStyle>
          <a:p>
            <a:pPr lvl="0" algn="ctr" defTabSz="932472" fontAlgn="base">
              <a:spcBef>
                <a:spcPct val="0"/>
              </a:spcBef>
              <a:spcAft>
                <a:spcPct val="0"/>
              </a:spcAft>
            </a:pPr>
            <a:r>
              <a:rPr lang="en-US"/>
              <a:t>#</a:t>
            </a:r>
          </a:p>
        </p:txBody>
      </p:sp>
      <p:sp>
        <p:nvSpPr>
          <p:cNvPr id="4" name="Title 3">
            <a:extLst>
              <a:ext uri="{FF2B5EF4-FFF2-40B4-BE49-F238E27FC236}">
                <a16:creationId xmlns:a16="http://schemas.microsoft.com/office/drawing/2014/main" id="{4997F61F-2ABF-415A-A24F-299F09599925}"/>
              </a:ext>
            </a:extLst>
          </p:cNvPr>
          <p:cNvSpPr>
            <a:spLocks noGrp="1"/>
          </p:cNvSpPr>
          <p:nvPr>
            <p:ph type="title"/>
          </p:nvPr>
        </p:nvSpPr>
        <p:spPr/>
        <p:txBody>
          <a:bodyPr/>
          <a:lstStyle/>
          <a:p>
            <a:r>
              <a:rPr lang="en-US"/>
              <a:t>Click to edit Master title style</a:t>
            </a:r>
          </a:p>
        </p:txBody>
      </p:sp>
      <p:sp>
        <p:nvSpPr>
          <p:cNvPr id="2" name="Text Placeholder 6">
            <a:extLst>
              <a:ext uri="{FF2B5EF4-FFF2-40B4-BE49-F238E27FC236}">
                <a16:creationId xmlns:a16="http://schemas.microsoft.com/office/drawing/2014/main" id="{252F3775-B27B-84A2-7896-4E97005349B3}"/>
              </a:ext>
            </a:extLst>
          </p:cNvPr>
          <p:cNvSpPr>
            <a:spLocks noGrp="1"/>
          </p:cNvSpPr>
          <p:nvPr>
            <p:ph type="body" sz="quarter" idx="11"/>
          </p:nvPr>
        </p:nvSpPr>
        <p:spPr>
          <a:xfrm>
            <a:off x="607614" y="967695"/>
            <a:ext cx="11001774" cy="492443"/>
          </a:xfrm>
        </p:spPr>
        <p:txBody>
          <a:bodyPr/>
          <a:lstStyle>
            <a:lvl1pPr marL="0" indent="0" algn="ctr">
              <a:buNone/>
              <a:defRPr sz="2000">
                <a:solidFill>
                  <a:schemeClr val="accent1"/>
                </a:solidFill>
                <a:latin typeface="+mn-lt"/>
              </a:defRPr>
            </a:lvl1pPr>
          </a:lstStyle>
          <a:p>
            <a:pPr lvl="0"/>
            <a:r>
              <a:rPr lang="en-US"/>
              <a:t>Edit Master text styles</a:t>
            </a:r>
          </a:p>
        </p:txBody>
      </p:sp>
      <p:sp>
        <p:nvSpPr>
          <p:cNvPr id="6" name="Text Placeholder 5">
            <a:extLst>
              <a:ext uri="{FF2B5EF4-FFF2-40B4-BE49-F238E27FC236}">
                <a16:creationId xmlns:a16="http://schemas.microsoft.com/office/drawing/2014/main" id="{8268CCBF-D4F4-B1D0-1FA3-D68D639F0F30}"/>
              </a:ext>
            </a:extLst>
          </p:cNvPr>
          <p:cNvSpPr>
            <a:spLocks noGrp="1"/>
          </p:cNvSpPr>
          <p:nvPr>
            <p:ph type="body" sz="quarter" idx="16"/>
          </p:nvPr>
        </p:nvSpPr>
        <p:spPr>
          <a:xfrm>
            <a:off x="663306" y="1779815"/>
            <a:ext cx="4154168" cy="1849737"/>
          </a:xfrm>
        </p:spPr>
        <p:txBody>
          <a:bodyPr/>
          <a:lstStyle>
            <a:lvl1pPr>
              <a:spcBef>
                <a:spcPts val="1800"/>
              </a:spcBef>
              <a:spcAft>
                <a:spcPts val="600"/>
              </a:spcAft>
              <a:defRPr lang="en-US" sz="2400" kern="1200" spc="0" baseline="0" dirty="0" smtClean="0">
                <a:gradFill flip="none" rotWithShape="1">
                  <a:gsLst>
                    <a:gs pos="0">
                      <a:schemeClr val="accent1"/>
                    </a:gs>
                    <a:gs pos="100000">
                      <a:schemeClr val="accent2"/>
                    </a:gs>
                  </a:gsLst>
                  <a:lin ang="2700000" scaled="1"/>
                  <a:tileRect/>
                </a:gradFill>
                <a:latin typeface="+mj-lt"/>
                <a:ea typeface="+mn-ea"/>
                <a:cs typeface="Segoe UI Light" panose="020B0502040204020203"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99553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1680">
          <p15:clr>
            <a:srgbClr val="5ACBF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74FE235F-02A3-CF25-8716-2552AE84423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71105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slideLayout" Target="../slideLayouts/slideLayout61.xml"/><Relationship Id="rId32" Type="http://schemas.openxmlformats.org/officeDocument/2006/relationships/slideLayout" Target="../slideLayouts/slideLayout62.xml"/><Relationship Id="rId33" Type="http://schemas.openxmlformats.org/officeDocument/2006/relationships/slideLayout" Target="../slideLayouts/slideLayout63.xml"/><Relationship Id="rId34" Type="http://schemas.openxmlformats.org/officeDocument/2006/relationships/slideLayout" Target="../slideLayouts/slideLayout64.xml"/><Relationship Id="rId35" Type="http://schemas.openxmlformats.org/officeDocument/2006/relationships/slideLayout" Target="../slideLayouts/slideLayout65.xml"/><Relationship Id="rId36" Type="http://schemas.openxmlformats.org/officeDocument/2006/relationships/slideLayout" Target="../slideLayouts/slideLayout66.xml"/><Relationship Id="rId37" Type="http://schemas.openxmlformats.org/officeDocument/2006/relationships/slideLayout" Target="../slideLayouts/slideLayout67.xml"/><Relationship Id="rId38" Type="http://schemas.openxmlformats.org/officeDocument/2006/relationships/slideLayout" Target="../slideLayouts/slideLayout68.xml"/><Relationship Id="rId39" Type="http://schemas.openxmlformats.org/officeDocument/2006/relationships/slideLayout" Target="../slideLayouts/slideLayout69.xml"/><Relationship Id="rId40" Type="http://schemas.openxmlformats.org/officeDocument/2006/relationships/slideLayout" Target="../slideLayouts/slideLayout70.xml"/><Relationship Id="rId41" Type="http://schemas.openxmlformats.org/officeDocument/2006/relationships/slideLayout" Target="../slideLayouts/slideLayout71.xml"/><Relationship Id="rId42" Type="http://schemas.openxmlformats.org/officeDocument/2006/relationships/slideLayout" Target="../slideLayouts/slideLayout72.xml"/><Relationship Id="rId43" Type="http://schemas.openxmlformats.org/officeDocument/2006/relationships/slideLayout" Target="../slideLayouts/slideLayout73.xml"/><Relationship Id="rId44" Type="http://schemas.openxmlformats.org/officeDocument/2006/relationships/slideLayout" Target="../slideLayouts/slideLayout74.xml"/><Relationship Id="rId45" Type="http://schemas.openxmlformats.org/officeDocument/2006/relationships/slideLayout" Target="../slideLayouts/slideLayout75.xml"/><Relationship Id="rId46" Type="http://schemas.openxmlformats.org/officeDocument/2006/relationships/slideLayout" Target="../slideLayouts/slideLayout76.xml"/><Relationship Id="rId47" Type="http://schemas.openxmlformats.org/officeDocument/2006/relationships/slideLayout" Target="../slideLayouts/slideLayout77.xml"/><Relationship Id="rId48" Type="http://schemas.openxmlformats.org/officeDocument/2006/relationships/slideLayout" Target="../slideLayouts/slideLayout78.xml"/><Relationship Id="rId49" Type="http://schemas.openxmlformats.org/officeDocument/2006/relationships/slideLayout" Target="../slideLayouts/slideLayout79.xml"/><Relationship Id="rId50" Type="http://schemas.openxmlformats.org/officeDocument/2006/relationships/slideLayout" Target="../slideLayouts/slideLayout80.xml"/><Relationship Id="rId51" Type="http://schemas.openxmlformats.org/officeDocument/2006/relationships/slideLayout" Target="../slideLayouts/slideLayout81.xml"/><Relationship Id="rId52" Type="http://schemas.openxmlformats.org/officeDocument/2006/relationships/slideLayout" Target="../slideLayouts/slideLayout82.xml"/><Relationship Id="rId53" Type="http://schemas.openxmlformats.org/officeDocument/2006/relationships/slideLayout" Target="../slideLayouts/slideLayout83.xml"/><Relationship Id="rId54" Type="http://schemas.openxmlformats.org/officeDocument/2006/relationships/theme" Target="../theme/theme2.xml"/><Relationship Id="rId55"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slideLayout" Target="../slideLayouts/slideLayout85.xml"/><Relationship Id="rId3" Type="http://schemas.openxmlformats.org/officeDocument/2006/relationships/slideLayout" Target="../slideLayouts/slideLayout86.xml"/><Relationship Id="rId4" Type="http://schemas.openxmlformats.org/officeDocument/2006/relationships/slideLayout" Target="../slideLayouts/slideLayout87.xml"/><Relationship Id="rId5" Type="http://schemas.openxmlformats.org/officeDocument/2006/relationships/slideLayout" Target="../slideLayouts/slideLayout88.xml"/><Relationship Id="rId6" Type="http://schemas.openxmlformats.org/officeDocument/2006/relationships/slideLayout" Target="../slideLayouts/slideLayout89.xml"/><Relationship Id="rId7" Type="http://schemas.openxmlformats.org/officeDocument/2006/relationships/slideLayout" Target="../slideLayouts/slideLayout90.xml"/><Relationship Id="rId8" Type="http://schemas.openxmlformats.org/officeDocument/2006/relationships/slideLayout" Target="../slideLayouts/slideLayout91.xml"/><Relationship Id="rId9" Type="http://schemas.openxmlformats.org/officeDocument/2006/relationships/slideLayout" Target="../slideLayouts/slideLayout92.xml"/><Relationship Id="rId10" Type="http://schemas.openxmlformats.org/officeDocument/2006/relationships/slideLayout" Target="../slideLayouts/slideLayout93.xml"/><Relationship Id="rId11" Type="http://schemas.openxmlformats.org/officeDocument/2006/relationships/slideLayout" Target="../slideLayouts/slideLayout94.xml"/><Relationship Id="rId12" Type="http://schemas.openxmlformats.org/officeDocument/2006/relationships/slideLayout" Target="../slideLayouts/slideLayout95.xml"/><Relationship Id="rId13" Type="http://schemas.openxmlformats.org/officeDocument/2006/relationships/slideLayout" Target="../slideLayouts/slideLayout96.xml"/><Relationship Id="rId14" Type="http://schemas.openxmlformats.org/officeDocument/2006/relationships/slideLayout" Target="../slideLayouts/slideLayout97.xml"/><Relationship Id="rId15" Type="http://schemas.openxmlformats.org/officeDocument/2006/relationships/slideLayout" Target="../slideLayouts/slideLayout98.xml"/><Relationship Id="rId16" Type="http://schemas.openxmlformats.org/officeDocument/2006/relationships/slideLayout" Target="../slideLayouts/slideLayout99.xml"/><Relationship Id="rId17" Type="http://schemas.openxmlformats.org/officeDocument/2006/relationships/slideLayout" Target="../slideLayouts/slideLayout100.xml"/><Relationship Id="rId18" Type="http://schemas.openxmlformats.org/officeDocument/2006/relationships/slideLayout" Target="../slideLayouts/slideLayout101.xml"/><Relationship Id="rId19" Type="http://schemas.openxmlformats.org/officeDocument/2006/relationships/slideLayout" Target="../slideLayouts/slideLayout102.xml"/><Relationship Id="rId20" Type="http://schemas.openxmlformats.org/officeDocument/2006/relationships/slideLayout" Target="../slideLayouts/slideLayout103.xml"/><Relationship Id="rId21" Type="http://schemas.openxmlformats.org/officeDocument/2006/relationships/slideLayout" Target="../slideLayouts/slideLayout104.xml"/><Relationship Id="rId22" Type="http://schemas.openxmlformats.org/officeDocument/2006/relationships/slideLayout" Target="../slideLayouts/slideLayout105.xml"/><Relationship Id="rId23" Type="http://schemas.openxmlformats.org/officeDocument/2006/relationships/slideLayout" Target="../slideLayouts/slideLayout106.xml"/><Relationship Id="rId24" Type="http://schemas.openxmlformats.org/officeDocument/2006/relationships/slideLayout" Target="../slideLayouts/slideLayout107.xml"/><Relationship Id="rId25" Type="http://schemas.openxmlformats.org/officeDocument/2006/relationships/slideLayout" Target="../slideLayouts/slideLayout108.xml"/><Relationship Id="rId26" Type="http://schemas.openxmlformats.org/officeDocument/2006/relationships/slideLayout" Target="../slideLayouts/slideLayout109.xml"/><Relationship Id="rId27" Type="http://schemas.openxmlformats.org/officeDocument/2006/relationships/slideLayout" Target="../slideLayouts/slideLayout110.xml"/><Relationship Id="rId28" Type="http://schemas.openxmlformats.org/officeDocument/2006/relationships/slideLayout" Target="../slideLayouts/slideLayout111.xml"/><Relationship Id="rId29" Type="http://schemas.openxmlformats.org/officeDocument/2006/relationships/slideLayout" Target="../slideLayouts/slideLayout112.xml"/><Relationship Id="rId30" Type="http://schemas.openxmlformats.org/officeDocument/2006/relationships/slideLayout" Target="../slideLayouts/slideLayout113.xml"/><Relationship Id="rId31" Type="http://schemas.openxmlformats.org/officeDocument/2006/relationships/slideLayout" Target="../slideLayouts/slideLayout114.xml"/><Relationship Id="rId32" Type="http://schemas.openxmlformats.org/officeDocument/2006/relationships/slideLayout" Target="../slideLayouts/slideLayout115.xml"/><Relationship Id="rId33" Type="http://schemas.openxmlformats.org/officeDocument/2006/relationships/slideLayout" Target="../slideLayouts/slideLayout116.xml"/><Relationship Id="rId34" Type="http://schemas.openxmlformats.org/officeDocument/2006/relationships/slideLayout" Target="../slideLayouts/slideLayout117.xml"/><Relationship Id="rId35" Type="http://schemas.openxmlformats.org/officeDocument/2006/relationships/slideLayout" Target="../slideLayouts/slideLayout118.xml"/><Relationship Id="rId36" Type="http://schemas.openxmlformats.org/officeDocument/2006/relationships/slideLayout" Target="../slideLayouts/slideLayout119.xml"/><Relationship Id="rId37" Type="http://schemas.openxmlformats.org/officeDocument/2006/relationships/slideLayout" Target="../slideLayouts/slideLayout120.xml"/><Relationship Id="rId38" Type="http://schemas.openxmlformats.org/officeDocument/2006/relationships/slideLayout" Target="../slideLayouts/slideLayout121.xml"/><Relationship Id="rId39" Type="http://schemas.openxmlformats.org/officeDocument/2006/relationships/slideLayout" Target="../slideLayouts/slideLayout122.xml"/><Relationship Id="rId40" Type="http://schemas.openxmlformats.org/officeDocument/2006/relationships/slideLayout" Target="../slideLayouts/slideLayout123.xml"/><Relationship Id="rId41" Type="http://schemas.openxmlformats.org/officeDocument/2006/relationships/slideLayout" Target="../slideLayouts/slideLayout124.xml"/><Relationship Id="rId42" Type="http://schemas.openxmlformats.org/officeDocument/2006/relationships/slideLayout" Target="../slideLayouts/slideLayout125.xml"/><Relationship Id="rId43" Type="http://schemas.openxmlformats.org/officeDocument/2006/relationships/slideLayout" Target="../slideLayouts/slideLayout126.xml"/><Relationship Id="rId44" Type="http://schemas.openxmlformats.org/officeDocument/2006/relationships/slideLayout" Target="../slideLayouts/slideLayout127.xml"/><Relationship Id="rId45" Type="http://schemas.openxmlformats.org/officeDocument/2006/relationships/slideLayout" Target="../slideLayouts/slideLayout128.xml"/><Relationship Id="rId46" Type="http://schemas.openxmlformats.org/officeDocument/2006/relationships/slideLayout" Target="../slideLayouts/slideLayout129.xml"/><Relationship Id="rId47" Type="http://schemas.openxmlformats.org/officeDocument/2006/relationships/slideLayout" Target="../slideLayouts/slideLayout130.xml"/><Relationship Id="rId48" Type="http://schemas.openxmlformats.org/officeDocument/2006/relationships/slideLayout" Target="../slideLayouts/slideLayout131.xml"/><Relationship Id="rId49" Type="http://schemas.openxmlformats.org/officeDocument/2006/relationships/slideLayout" Target="../slideLayouts/slideLayout132.xml"/><Relationship Id="rId50" Type="http://schemas.openxmlformats.org/officeDocument/2006/relationships/slideLayout" Target="../slideLayouts/slideLayout133.xml"/><Relationship Id="rId51" Type="http://schemas.openxmlformats.org/officeDocument/2006/relationships/slideLayout" Target="../slideLayouts/slideLayout134.xml"/><Relationship Id="rId52" Type="http://schemas.openxmlformats.org/officeDocument/2006/relationships/slideLayout" Target="../slideLayouts/slideLayout135.xml"/><Relationship Id="rId53" Type="http://schemas.openxmlformats.org/officeDocument/2006/relationships/theme" Target="../theme/theme3.xml"/><Relationship Id="rId54" Type="http://schemas.openxmlformats.org/officeDocument/2006/relationships/image" Target="../media/image29.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36.xml"/><Relationship Id="rId2" Type="http://schemas.openxmlformats.org/officeDocument/2006/relationships/slideLayout" Target="../slideLayouts/slideLayout137.xml"/><Relationship Id="rId3" Type="http://schemas.openxmlformats.org/officeDocument/2006/relationships/slideLayout" Target="../slideLayouts/slideLayout138.xml"/><Relationship Id="rId4" Type="http://schemas.openxmlformats.org/officeDocument/2006/relationships/slideLayout" Target="../slideLayouts/slideLayout139.xml"/><Relationship Id="rId5" Type="http://schemas.openxmlformats.org/officeDocument/2006/relationships/slideLayout" Target="../slideLayouts/slideLayout140.xml"/><Relationship Id="rId6" Type="http://schemas.openxmlformats.org/officeDocument/2006/relationships/slideLayout" Target="../slideLayouts/slideLayout141.xml"/><Relationship Id="rId7" Type="http://schemas.openxmlformats.org/officeDocument/2006/relationships/slideLayout" Target="../slideLayouts/slideLayout142.xml"/><Relationship Id="rId8" Type="http://schemas.openxmlformats.org/officeDocument/2006/relationships/slideLayout" Target="../slideLayouts/slideLayout143.xml"/><Relationship Id="rId9" Type="http://schemas.openxmlformats.org/officeDocument/2006/relationships/slideLayout" Target="../slideLayouts/slideLayout144.xml"/><Relationship Id="rId10" Type="http://schemas.openxmlformats.org/officeDocument/2006/relationships/slideLayout" Target="../slideLayouts/slideLayout145.xml"/><Relationship Id="rId11" Type="http://schemas.openxmlformats.org/officeDocument/2006/relationships/slideLayout" Target="../slideLayouts/slideLayout146.xml"/><Relationship Id="rId12" Type="http://schemas.openxmlformats.org/officeDocument/2006/relationships/slideLayout" Target="../slideLayouts/slideLayout147.xml"/><Relationship Id="rId13" Type="http://schemas.openxmlformats.org/officeDocument/2006/relationships/slideLayout" Target="../slideLayouts/slideLayout148.xml"/><Relationship Id="rId14" Type="http://schemas.openxmlformats.org/officeDocument/2006/relationships/slideLayout" Target="../slideLayouts/slideLayout149.xml"/><Relationship Id="rId15" Type="http://schemas.openxmlformats.org/officeDocument/2006/relationships/slideLayout" Target="../slideLayouts/slideLayout150.xml"/><Relationship Id="rId16" Type="http://schemas.openxmlformats.org/officeDocument/2006/relationships/slideLayout" Target="../slideLayouts/slideLayout151.xml"/><Relationship Id="rId17" Type="http://schemas.openxmlformats.org/officeDocument/2006/relationships/slideLayout" Target="../slideLayouts/slideLayout152.xml"/><Relationship Id="rId18" Type="http://schemas.openxmlformats.org/officeDocument/2006/relationships/slideLayout" Target="../slideLayouts/slideLayout153.xml"/><Relationship Id="rId19" Type="http://schemas.openxmlformats.org/officeDocument/2006/relationships/slideLayout" Target="../slideLayouts/slideLayout154.xml"/><Relationship Id="rId20" Type="http://schemas.openxmlformats.org/officeDocument/2006/relationships/slideLayout" Target="../slideLayouts/slideLayout155.xml"/><Relationship Id="rId21" Type="http://schemas.openxmlformats.org/officeDocument/2006/relationships/slideLayout" Target="../slideLayouts/slideLayout156.xml"/><Relationship Id="rId22" Type="http://schemas.openxmlformats.org/officeDocument/2006/relationships/slideLayout" Target="../slideLayouts/slideLayout157.xml"/><Relationship Id="rId23" Type="http://schemas.openxmlformats.org/officeDocument/2006/relationships/slideLayout" Target="../slideLayouts/slideLayout158.xml"/><Relationship Id="rId24" Type="http://schemas.openxmlformats.org/officeDocument/2006/relationships/slideLayout" Target="../slideLayouts/slideLayout159.xml"/><Relationship Id="rId25" Type="http://schemas.openxmlformats.org/officeDocument/2006/relationships/slideLayout" Target="../slideLayouts/slideLayout160.xml"/><Relationship Id="rId26" Type="http://schemas.openxmlformats.org/officeDocument/2006/relationships/slideLayout" Target="../slideLayouts/slideLayout161.xml"/><Relationship Id="rId27" Type="http://schemas.openxmlformats.org/officeDocument/2006/relationships/slideLayout" Target="../slideLayouts/slideLayout162.xml"/><Relationship Id="rId28" Type="http://schemas.openxmlformats.org/officeDocument/2006/relationships/slideLayout" Target="../slideLayouts/slideLayout163.xml"/><Relationship Id="rId29" Type="http://schemas.openxmlformats.org/officeDocument/2006/relationships/slideLayout" Target="../slideLayouts/slideLayout164.xml"/><Relationship Id="rId30" Type="http://schemas.openxmlformats.org/officeDocument/2006/relationships/slideLayout" Target="../slideLayouts/slideLayout165.xml"/><Relationship Id="rId31" Type="http://schemas.openxmlformats.org/officeDocument/2006/relationships/slideLayout" Target="../slideLayouts/slideLayout166.xml"/><Relationship Id="rId32" Type="http://schemas.openxmlformats.org/officeDocument/2006/relationships/slideLayout" Target="../slideLayouts/slideLayout167.xml"/><Relationship Id="rId33" Type="http://schemas.openxmlformats.org/officeDocument/2006/relationships/slideLayout" Target="../slideLayouts/slideLayout168.xml"/><Relationship Id="rId34" Type="http://schemas.openxmlformats.org/officeDocument/2006/relationships/slideLayout" Target="../slideLayouts/slideLayout169.xml"/><Relationship Id="rId35" Type="http://schemas.openxmlformats.org/officeDocument/2006/relationships/slideLayout" Target="../slideLayouts/slideLayout170.xml"/><Relationship Id="rId36" Type="http://schemas.openxmlformats.org/officeDocument/2006/relationships/slideLayout" Target="../slideLayouts/slideLayout171.xml"/><Relationship Id="rId37" Type="http://schemas.openxmlformats.org/officeDocument/2006/relationships/slideLayout" Target="../slideLayouts/slideLayout172.xml"/><Relationship Id="rId38" Type="http://schemas.openxmlformats.org/officeDocument/2006/relationships/slideLayout" Target="../slideLayouts/slideLayout173.xml"/><Relationship Id="rId39" Type="http://schemas.openxmlformats.org/officeDocument/2006/relationships/slideLayout" Target="../slideLayouts/slideLayout174.xml"/><Relationship Id="rId40" Type="http://schemas.openxmlformats.org/officeDocument/2006/relationships/slideLayout" Target="../slideLayouts/slideLayout175.xml"/><Relationship Id="rId41" Type="http://schemas.openxmlformats.org/officeDocument/2006/relationships/slideLayout" Target="../slideLayouts/slideLayout176.xml"/><Relationship Id="rId42" Type="http://schemas.openxmlformats.org/officeDocument/2006/relationships/slideLayout" Target="../slideLayouts/slideLayout177.xml"/><Relationship Id="rId43" Type="http://schemas.openxmlformats.org/officeDocument/2006/relationships/slideLayout" Target="../slideLayouts/slideLayout178.xml"/><Relationship Id="rId44" Type="http://schemas.openxmlformats.org/officeDocument/2006/relationships/slideLayout" Target="../slideLayouts/slideLayout179.xml"/><Relationship Id="rId45" Type="http://schemas.openxmlformats.org/officeDocument/2006/relationships/slideLayout" Target="../slideLayouts/slideLayout180.xml"/><Relationship Id="rId46" Type="http://schemas.openxmlformats.org/officeDocument/2006/relationships/slideLayout" Target="../slideLayouts/slideLayout181.xml"/><Relationship Id="rId47" Type="http://schemas.openxmlformats.org/officeDocument/2006/relationships/slideLayout" Target="../slideLayouts/slideLayout182.xml"/><Relationship Id="rId48" Type="http://schemas.openxmlformats.org/officeDocument/2006/relationships/slideLayout" Target="../slideLayouts/slideLayout183.xml"/><Relationship Id="rId49" Type="http://schemas.openxmlformats.org/officeDocument/2006/relationships/slideLayout" Target="../slideLayouts/slideLayout184.xml"/><Relationship Id="rId50" Type="http://schemas.openxmlformats.org/officeDocument/2006/relationships/slideLayout" Target="../slideLayouts/slideLayout185.xml"/><Relationship Id="rId51" Type="http://schemas.openxmlformats.org/officeDocument/2006/relationships/slideLayout" Target="../slideLayouts/slideLayout186.xml"/><Relationship Id="rId52" Type="http://schemas.openxmlformats.org/officeDocument/2006/relationships/slideLayout" Target="../slideLayouts/slideLayout187.xml"/><Relationship Id="rId53" Type="http://schemas.openxmlformats.org/officeDocument/2006/relationships/theme" Target="../theme/theme4.xml"/><Relationship Id="rId54" Type="http://schemas.openxmlformats.org/officeDocument/2006/relationships/image" Target="../media/image2.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88.xml"/><Relationship Id="rId2" Type="http://schemas.openxmlformats.org/officeDocument/2006/relationships/slideLayout" Target="../slideLayouts/slideLayout189.xml"/><Relationship Id="rId3" Type="http://schemas.openxmlformats.org/officeDocument/2006/relationships/slideLayout" Target="../slideLayouts/slideLayout190.xml"/><Relationship Id="rId4" Type="http://schemas.openxmlformats.org/officeDocument/2006/relationships/slideLayout" Target="../slideLayouts/slideLayout191.xml"/><Relationship Id="rId5" Type="http://schemas.openxmlformats.org/officeDocument/2006/relationships/slideLayout" Target="../slideLayouts/slideLayout192.xml"/><Relationship Id="rId6" Type="http://schemas.openxmlformats.org/officeDocument/2006/relationships/slideLayout" Target="../slideLayouts/slideLayout193.xml"/><Relationship Id="rId7" Type="http://schemas.openxmlformats.org/officeDocument/2006/relationships/slideLayout" Target="../slideLayouts/slideLayout194.xml"/><Relationship Id="rId8" Type="http://schemas.openxmlformats.org/officeDocument/2006/relationships/slideLayout" Target="../slideLayouts/slideLayout195.xml"/><Relationship Id="rId9" Type="http://schemas.openxmlformats.org/officeDocument/2006/relationships/slideLayout" Target="../slideLayouts/slideLayout196.xml"/><Relationship Id="rId10" Type="http://schemas.openxmlformats.org/officeDocument/2006/relationships/slideLayout" Target="../slideLayouts/slideLayout197.xml"/><Relationship Id="rId11" Type="http://schemas.openxmlformats.org/officeDocument/2006/relationships/slideLayout" Target="../slideLayouts/slideLayout198.xml"/><Relationship Id="rId12" Type="http://schemas.openxmlformats.org/officeDocument/2006/relationships/slideLayout" Target="../slideLayouts/slideLayout199.xml"/><Relationship Id="rId13" Type="http://schemas.openxmlformats.org/officeDocument/2006/relationships/slideLayout" Target="../slideLayouts/slideLayout200.xml"/><Relationship Id="rId14" Type="http://schemas.openxmlformats.org/officeDocument/2006/relationships/slideLayout" Target="../slideLayouts/slideLayout201.xml"/><Relationship Id="rId15" Type="http://schemas.openxmlformats.org/officeDocument/2006/relationships/slideLayout" Target="../slideLayouts/slideLayout202.xml"/><Relationship Id="rId16" Type="http://schemas.openxmlformats.org/officeDocument/2006/relationships/slideLayout" Target="../slideLayouts/slideLayout203.xml"/><Relationship Id="rId17" Type="http://schemas.openxmlformats.org/officeDocument/2006/relationships/slideLayout" Target="../slideLayouts/slideLayout204.xml"/><Relationship Id="rId18" Type="http://schemas.openxmlformats.org/officeDocument/2006/relationships/slideLayout" Target="../slideLayouts/slideLayout205.xml"/><Relationship Id="rId19" Type="http://schemas.openxmlformats.org/officeDocument/2006/relationships/slideLayout" Target="../slideLayouts/slideLayout206.xml"/><Relationship Id="rId20" Type="http://schemas.openxmlformats.org/officeDocument/2006/relationships/slideLayout" Target="../slideLayouts/slideLayout207.xml"/><Relationship Id="rId21" Type="http://schemas.openxmlformats.org/officeDocument/2006/relationships/slideLayout" Target="../slideLayouts/slideLayout208.xml"/><Relationship Id="rId22" Type="http://schemas.openxmlformats.org/officeDocument/2006/relationships/slideLayout" Target="../slideLayouts/slideLayout209.xml"/><Relationship Id="rId23" Type="http://schemas.openxmlformats.org/officeDocument/2006/relationships/slideLayout" Target="../slideLayouts/slideLayout210.xml"/><Relationship Id="rId24" Type="http://schemas.openxmlformats.org/officeDocument/2006/relationships/slideLayout" Target="../slideLayouts/slideLayout211.xml"/><Relationship Id="rId25" Type="http://schemas.openxmlformats.org/officeDocument/2006/relationships/slideLayout" Target="../slideLayouts/slideLayout212.xml"/><Relationship Id="rId26" Type="http://schemas.openxmlformats.org/officeDocument/2006/relationships/slideLayout" Target="../slideLayouts/slideLayout213.xml"/><Relationship Id="rId27" Type="http://schemas.openxmlformats.org/officeDocument/2006/relationships/slideLayout" Target="../slideLayouts/slideLayout214.xml"/><Relationship Id="rId28" Type="http://schemas.openxmlformats.org/officeDocument/2006/relationships/slideLayout" Target="../slideLayouts/slideLayout215.xml"/><Relationship Id="rId29" Type="http://schemas.openxmlformats.org/officeDocument/2006/relationships/slideLayout" Target="../slideLayouts/slideLayout216.xml"/><Relationship Id="rId30" Type="http://schemas.openxmlformats.org/officeDocument/2006/relationships/slideLayout" Target="../slideLayouts/slideLayout217.xml"/><Relationship Id="rId31" Type="http://schemas.openxmlformats.org/officeDocument/2006/relationships/slideLayout" Target="../slideLayouts/slideLayout218.xml"/><Relationship Id="rId32" Type="http://schemas.openxmlformats.org/officeDocument/2006/relationships/slideLayout" Target="../slideLayouts/slideLayout219.xml"/><Relationship Id="rId33" Type="http://schemas.openxmlformats.org/officeDocument/2006/relationships/slideLayout" Target="../slideLayouts/slideLayout220.xml"/><Relationship Id="rId34" Type="http://schemas.openxmlformats.org/officeDocument/2006/relationships/slideLayout" Target="../slideLayouts/slideLayout221.xml"/><Relationship Id="rId35" Type="http://schemas.openxmlformats.org/officeDocument/2006/relationships/slideLayout" Target="../slideLayouts/slideLayout222.xml"/><Relationship Id="rId36" Type="http://schemas.openxmlformats.org/officeDocument/2006/relationships/slideLayout" Target="../slideLayouts/slideLayout223.xml"/><Relationship Id="rId37" Type="http://schemas.openxmlformats.org/officeDocument/2006/relationships/slideLayout" Target="../slideLayouts/slideLayout224.xml"/><Relationship Id="rId38" Type="http://schemas.openxmlformats.org/officeDocument/2006/relationships/slideLayout" Target="../slideLayouts/slideLayout225.xml"/><Relationship Id="rId39" Type="http://schemas.openxmlformats.org/officeDocument/2006/relationships/slideLayout" Target="../slideLayouts/slideLayout226.xml"/><Relationship Id="rId40" Type="http://schemas.openxmlformats.org/officeDocument/2006/relationships/slideLayout" Target="../slideLayouts/slideLayout227.xml"/><Relationship Id="rId41" Type="http://schemas.openxmlformats.org/officeDocument/2006/relationships/slideLayout" Target="../slideLayouts/slideLayout228.xml"/><Relationship Id="rId42" Type="http://schemas.openxmlformats.org/officeDocument/2006/relationships/slideLayout" Target="../slideLayouts/slideLayout229.xml"/><Relationship Id="rId43" Type="http://schemas.openxmlformats.org/officeDocument/2006/relationships/slideLayout" Target="../slideLayouts/slideLayout230.xml"/><Relationship Id="rId4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1.xml"/><Relationship Id="rId2" Type="http://schemas.openxmlformats.org/officeDocument/2006/relationships/slideLayout" Target="../slideLayouts/slideLayout232.xml"/><Relationship Id="rId3" Type="http://schemas.openxmlformats.org/officeDocument/2006/relationships/slideLayout" Target="../slideLayouts/slideLayout233.xml"/><Relationship Id="rId4" Type="http://schemas.openxmlformats.org/officeDocument/2006/relationships/slideLayout" Target="../slideLayouts/slideLayout234.xml"/><Relationship Id="rId5" Type="http://schemas.openxmlformats.org/officeDocument/2006/relationships/slideLayout" Target="../slideLayouts/slideLayout235.xml"/><Relationship Id="rId6" Type="http://schemas.openxmlformats.org/officeDocument/2006/relationships/slideLayout" Target="../slideLayouts/slideLayout236.xml"/><Relationship Id="rId7" Type="http://schemas.openxmlformats.org/officeDocument/2006/relationships/slideLayout" Target="../slideLayouts/slideLayout237.xml"/><Relationship Id="rId8" Type="http://schemas.openxmlformats.org/officeDocument/2006/relationships/slideLayout" Target="../slideLayouts/slideLayout238.xml"/><Relationship Id="rId9" Type="http://schemas.openxmlformats.org/officeDocument/2006/relationships/slideLayout" Target="../slideLayouts/slideLayout239.xml"/><Relationship Id="rId10" Type="http://schemas.openxmlformats.org/officeDocument/2006/relationships/slideLayout" Target="../slideLayouts/slideLayout240.xml"/><Relationship Id="rId11" Type="http://schemas.openxmlformats.org/officeDocument/2006/relationships/slideLayout" Target="../slideLayouts/slideLayout241.xml"/><Relationship Id="rId12" Type="http://schemas.openxmlformats.org/officeDocument/2006/relationships/slideLayout" Target="../slideLayouts/slideLayout242.xml"/><Relationship Id="rId13" Type="http://schemas.openxmlformats.org/officeDocument/2006/relationships/slideLayout" Target="../slideLayouts/slideLayout243.xml"/><Relationship Id="rId14" Type="http://schemas.openxmlformats.org/officeDocument/2006/relationships/slideLayout" Target="../slideLayouts/slideLayout244.xml"/><Relationship Id="rId15" Type="http://schemas.openxmlformats.org/officeDocument/2006/relationships/slideLayout" Target="../slideLayouts/slideLayout245.xml"/><Relationship Id="rId16" Type="http://schemas.openxmlformats.org/officeDocument/2006/relationships/slideLayout" Target="../slideLayouts/slideLayout246.xml"/><Relationship Id="rId17" Type="http://schemas.openxmlformats.org/officeDocument/2006/relationships/slideLayout" Target="../slideLayouts/slideLayout247.xml"/><Relationship Id="rId18" Type="http://schemas.openxmlformats.org/officeDocument/2006/relationships/slideLayout" Target="../slideLayouts/slideLayout248.xml"/><Relationship Id="rId19" Type="http://schemas.openxmlformats.org/officeDocument/2006/relationships/slideLayout" Target="../slideLayouts/slideLayout249.xml"/><Relationship Id="rId20" Type="http://schemas.openxmlformats.org/officeDocument/2006/relationships/slideLayout" Target="../slideLayouts/slideLayout250.xml"/><Relationship Id="rId21" Type="http://schemas.openxmlformats.org/officeDocument/2006/relationships/slideLayout" Target="../slideLayouts/slideLayout251.xml"/><Relationship Id="rId22" Type="http://schemas.openxmlformats.org/officeDocument/2006/relationships/slideLayout" Target="../slideLayouts/slideLayout252.xml"/><Relationship Id="rId23" Type="http://schemas.openxmlformats.org/officeDocument/2006/relationships/slideLayout" Target="../slideLayouts/slideLayout253.xml"/><Relationship Id="rId24" Type="http://schemas.openxmlformats.org/officeDocument/2006/relationships/slideLayout" Target="../slideLayouts/slideLayout254.xml"/><Relationship Id="rId25" Type="http://schemas.openxmlformats.org/officeDocument/2006/relationships/slideLayout" Target="../slideLayouts/slideLayout255.xml"/><Relationship Id="rId26" Type="http://schemas.openxmlformats.org/officeDocument/2006/relationships/slideLayout" Target="../slideLayouts/slideLayout256.xml"/><Relationship Id="rId27" Type="http://schemas.openxmlformats.org/officeDocument/2006/relationships/slideLayout" Target="../slideLayouts/slideLayout257.xml"/><Relationship Id="rId28" Type="http://schemas.openxmlformats.org/officeDocument/2006/relationships/slideLayout" Target="../slideLayouts/slideLayout258.xml"/><Relationship Id="rId29" Type="http://schemas.openxmlformats.org/officeDocument/2006/relationships/slideLayout" Target="../slideLayouts/slideLayout259.xml"/><Relationship Id="rId30" Type="http://schemas.openxmlformats.org/officeDocument/2006/relationships/slideLayout" Target="../slideLayouts/slideLayout260.xml"/><Relationship Id="rId31" Type="http://schemas.openxmlformats.org/officeDocument/2006/relationships/slideLayout" Target="../slideLayouts/slideLayout261.xml"/><Relationship Id="rId32" Type="http://schemas.openxmlformats.org/officeDocument/2006/relationships/slideLayout" Target="../slideLayouts/slideLayout262.xml"/><Relationship Id="rId33" Type="http://schemas.openxmlformats.org/officeDocument/2006/relationships/slideLayout" Target="../slideLayouts/slideLayout263.xml"/><Relationship Id="rId34" Type="http://schemas.openxmlformats.org/officeDocument/2006/relationships/slideLayout" Target="../slideLayouts/slideLayout264.xml"/><Relationship Id="rId35" Type="http://schemas.openxmlformats.org/officeDocument/2006/relationships/slideLayout" Target="../slideLayouts/slideLayout265.xml"/><Relationship Id="rId36" Type="http://schemas.openxmlformats.org/officeDocument/2006/relationships/slideLayout" Target="../slideLayouts/slideLayout266.xml"/><Relationship Id="rId37" Type="http://schemas.openxmlformats.org/officeDocument/2006/relationships/slideLayout" Target="../slideLayouts/slideLayout267.xml"/><Relationship Id="rId38" Type="http://schemas.openxmlformats.org/officeDocument/2006/relationships/slideLayout" Target="../slideLayouts/slideLayout268.xml"/><Relationship Id="rId39" Type="http://schemas.openxmlformats.org/officeDocument/2006/relationships/slideLayout" Target="../slideLayouts/slideLayout269.xml"/><Relationship Id="rId40" Type="http://schemas.openxmlformats.org/officeDocument/2006/relationships/slideLayout" Target="../slideLayouts/slideLayout270.xml"/><Relationship Id="rId41" Type="http://schemas.openxmlformats.org/officeDocument/2006/relationships/slideLayout" Target="../slideLayouts/slideLayout271.xml"/><Relationship Id="rId42" Type="http://schemas.openxmlformats.org/officeDocument/2006/relationships/slideLayout" Target="../slideLayouts/slideLayout272.xml"/><Relationship Id="rId43" Type="http://schemas.openxmlformats.org/officeDocument/2006/relationships/slideLayout" Target="../slideLayouts/slideLayout273.xml"/><Relationship Id="rId44" Type="http://schemas.openxmlformats.org/officeDocument/2006/relationships/slideLayout" Target="../slideLayouts/slideLayout274.xml"/><Relationship Id="rId45" Type="http://schemas.openxmlformats.org/officeDocument/2006/relationships/slideLayout" Target="../slideLayouts/slideLayout275.xml"/><Relationship Id="rId46" Type="http://schemas.openxmlformats.org/officeDocument/2006/relationships/slideLayout" Target="../slideLayouts/slideLayout276.xml"/><Relationship Id="rId47" Type="http://schemas.openxmlformats.org/officeDocument/2006/relationships/slideLayout" Target="../slideLayouts/slideLayout277.xml"/><Relationship Id="rId48" Type="http://schemas.openxmlformats.org/officeDocument/2006/relationships/slideLayout" Target="../slideLayouts/slideLayout278.xml"/><Relationship Id="rId49" Type="http://schemas.openxmlformats.org/officeDocument/2006/relationships/slideLayout" Target="../slideLayouts/slideLayout279.xml"/><Relationship Id="rId50" Type="http://schemas.openxmlformats.org/officeDocument/2006/relationships/slideLayout" Target="../slideLayouts/slideLayout280.xml"/><Relationship Id="rId51" Type="http://schemas.openxmlformats.org/officeDocument/2006/relationships/slideLayout" Target="../slideLayouts/slideLayout281.xml"/><Relationship Id="rId52" Type="http://schemas.openxmlformats.org/officeDocument/2006/relationships/theme" Target="../theme/theme6.xml"/><Relationship Id="rId53" Type="http://schemas.openxmlformats.org/officeDocument/2006/relationships/image" Target="../media/image29.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82.xml"/><Relationship Id="rId2" Type="http://schemas.openxmlformats.org/officeDocument/2006/relationships/slideLayout" Target="../slideLayouts/slideLayout283.xml"/><Relationship Id="rId3" Type="http://schemas.openxmlformats.org/officeDocument/2006/relationships/slideLayout" Target="../slideLayouts/slideLayout284.xml"/><Relationship Id="rId4" Type="http://schemas.openxmlformats.org/officeDocument/2006/relationships/slideLayout" Target="../slideLayouts/slideLayout285.xml"/><Relationship Id="rId5" Type="http://schemas.openxmlformats.org/officeDocument/2006/relationships/slideLayout" Target="../slideLayouts/slideLayout286.xml"/><Relationship Id="rId6" Type="http://schemas.openxmlformats.org/officeDocument/2006/relationships/slideLayout" Target="../slideLayouts/slideLayout287.xml"/><Relationship Id="rId7" Type="http://schemas.openxmlformats.org/officeDocument/2006/relationships/slideLayout" Target="../slideLayouts/slideLayout288.xml"/><Relationship Id="rId8" Type="http://schemas.openxmlformats.org/officeDocument/2006/relationships/slideLayout" Target="../slideLayouts/slideLayout289.xml"/><Relationship Id="rId9" Type="http://schemas.openxmlformats.org/officeDocument/2006/relationships/slideLayout" Target="../slideLayouts/slideLayout290.xml"/><Relationship Id="rId10" Type="http://schemas.openxmlformats.org/officeDocument/2006/relationships/slideLayout" Target="../slideLayouts/slideLayout291.xml"/><Relationship Id="rId11" Type="http://schemas.openxmlformats.org/officeDocument/2006/relationships/slideLayout" Target="../slideLayouts/slideLayout292.xml"/><Relationship Id="rId12" Type="http://schemas.openxmlformats.org/officeDocument/2006/relationships/slideLayout" Target="../slideLayouts/slideLayout293.xml"/><Relationship Id="rId13" Type="http://schemas.openxmlformats.org/officeDocument/2006/relationships/slideLayout" Target="../slideLayouts/slideLayout294.xml"/><Relationship Id="rId14" Type="http://schemas.openxmlformats.org/officeDocument/2006/relationships/slideLayout" Target="../slideLayouts/slideLayout295.xml"/><Relationship Id="rId15" Type="http://schemas.openxmlformats.org/officeDocument/2006/relationships/slideLayout" Target="../slideLayouts/slideLayout296.xml"/><Relationship Id="rId16" Type="http://schemas.openxmlformats.org/officeDocument/2006/relationships/slideLayout" Target="../slideLayouts/slideLayout297.xml"/><Relationship Id="rId17" Type="http://schemas.openxmlformats.org/officeDocument/2006/relationships/slideLayout" Target="../slideLayouts/slideLayout298.xml"/><Relationship Id="rId18" Type="http://schemas.openxmlformats.org/officeDocument/2006/relationships/slideLayout" Target="../slideLayouts/slideLayout299.xml"/><Relationship Id="rId19" Type="http://schemas.openxmlformats.org/officeDocument/2006/relationships/slideLayout" Target="../slideLayouts/slideLayout300.xml"/><Relationship Id="rId20" Type="http://schemas.openxmlformats.org/officeDocument/2006/relationships/slideLayout" Target="../slideLayouts/slideLayout301.xml"/><Relationship Id="rId21" Type="http://schemas.openxmlformats.org/officeDocument/2006/relationships/slideLayout" Target="../slideLayouts/slideLayout302.xml"/><Relationship Id="rId22" Type="http://schemas.openxmlformats.org/officeDocument/2006/relationships/slideLayout" Target="../slideLayouts/slideLayout303.xml"/><Relationship Id="rId23" Type="http://schemas.openxmlformats.org/officeDocument/2006/relationships/slideLayout" Target="../slideLayouts/slideLayout304.xml"/><Relationship Id="rId24" Type="http://schemas.openxmlformats.org/officeDocument/2006/relationships/slideLayout" Target="../slideLayouts/slideLayout305.xml"/><Relationship Id="rId25" Type="http://schemas.openxmlformats.org/officeDocument/2006/relationships/slideLayout" Target="../slideLayouts/slideLayout306.xml"/><Relationship Id="rId26" Type="http://schemas.openxmlformats.org/officeDocument/2006/relationships/slideLayout" Target="../slideLayouts/slideLayout307.xml"/><Relationship Id="rId27" Type="http://schemas.openxmlformats.org/officeDocument/2006/relationships/slideLayout" Target="../slideLayouts/slideLayout308.xml"/><Relationship Id="rId28" Type="http://schemas.openxmlformats.org/officeDocument/2006/relationships/slideLayout" Target="../slideLayouts/slideLayout309.xml"/><Relationship Id="rId29" Type="http://schemas.openxmlformats.org/officeDocument/2006/relationships/slideLayout" Target="../slideLayouts/slideLayout310.xml"/><Relationship Id="rId30" Type="http://schemas.openxmlformats.org/officeDocument/2006/relationships/slideLayout" Target="../slideLayouts/slideLayout311.xml"/><Relationship Id="rId31" Type="http://schemas.openxmlformats.org/officeDocument/2006/relationships/slideLayout" Target="../slideLayouts/slideLayout312.xml"/><Relationship Id="rId3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4"/>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1"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rot="5400000">
            <a:off x="9509920" y="2743200"/>
            <a:ext cx="6858000" cy="1371600"/>
          </a:xfrm>
          <a:prstGeom prst="rect">
            <a:avLst/>
          </a:prstGeom>
        </p:spPr>
      </p:pic>
    </p:spTree>
    <p:extLst>
      <p:ext uri="{BB962C8B-B14F-4D97-AF65-F5344CB8AC3E}">
        <p14:creationId xmlns:p14="http://schemas.microsoft.com/office/powerpoint/2010/main" val="660727358"/>
      </p:ext>
    </p:extLst>
  </p:cSld>
  <p:clrMap bg1="dk1" tx1="lt1" bg2="dk2" tx2="lt2" accent1="accent1" accent2="accent2" accent3="accent3" accent4="accent4" accent5="accent5" accent6="accent6" hlink="hlink" folHlink="folHlink"/>
  <p:sldLayoutIdLst>
    <p:sldLayoutId id="2147484100" r:id="rId1"/>
    <p:sldLayoutId id="2147484101" r:id="rId2"/>
    <p:sldLayoutId id="2147484102" r:id="rId3"/>
    <p:sldLayoutId id="2147484103" r:id="rId4"/>
    <p:sldLayoutId id="2147484104" r:id="rId5"/>
    <p:sldLayoutId id="2147484105" r:id="rId6"/>
    <p:sldLayoutId id="2147484106" r:id="rId7"/>
    <p:sldLayoutId id="2147484107" r:id="rId8"/>
    <p:sldLayoutId id="2147484108" r:id="rId9"/>
    <p:sldLayoutId id="2147484109" r:id="rId10"/>
    <p:sldLayoutId id="2147484110" r:id="rId11"/>
    <p:sldLayoutId id="2147484111" r:id="rId12"/>
    <p:sldLayoutId id="2147484112" r:id="rId13"/>
    <p:sldLayoutId id="2147484113" r:id="rId14"/>
    <p:sldLayoutId id="2147484114" r:id="rId15"/>
    <p:sldLayoutId id="2147484115" r:id="rId16"/>
    <p:sldLayoutId id="2147484116" r:id="rId17"/>
    <p:sldLayoutId id="2147484117" r:id="rId18"/>
    <p:sldLayoutId id="2147484118" r:id="rId19"/>
    <p:sldLayoutId id="2147484119" r:id="rId20"/>
    <p:sldLayoutId id="2147484120" r:id="rId21"/>
    <p:sldLayoutId id="2147484121" r:id="rId22"/>
    <p:sldLayoutId id="2147484122" r:id="rId23"/>
    <p:sldLayoutId id="2147484123" r:id="rId24"/>
    <p:sldLayoutId id="2147484124" r:id="rId25"/>
    <p:sldLayoutId id="2147484125" r:id="rId26"/>
    <p:sldLayoutId id="2147484126" r:id="rId27"/>
    <p:sldLayoutId id="2147484127" r:id="rId28"/>
    <p:sldLayoutId id="2147484128" r:id="rId29"/>
    <p:sldLayoutId id="2147484129" r:id="rId30"/>
    <p:sldLayoutId id="2147484130" r:id="rId31"/>
    <p:sldLayoutId id="2147484131" r:id="rId32"/>
    <p:sldLayoutId id="2147484132" r:id="rId33"/>
    <p:sldLayoutId id="2147484133" r:id="rId34"/>
    <p:sldLayoutId id="2147484134" r:id="rId35"/>
    <p:sldLayoutId id="2147484135" r:id="rId36"/>
    <p:sldLayoutId id="2147484136" r:id="rId37"/>
    <p:sldLayoutId id="2147484137" r:id="rId38"/>
    <p:sldLayoutId id="2147484138" r:id="rId39"/>
    <p:sldLayoutId id="2147484139" r:id="rId40"/>
    <p:sldLayoutId id="2147484140" r:id="rId41"/>
    <p:sldLayoutId id="2147484141" r:id="rId42"/>
    <p:sldLayoutId id="2147484142" r:id="rId43"/>
    <p:sldLayoutId id="2147484143" r:id="rId44"/>
    <p:sldLayoutId id="2147484144" r:id="rId45"/>
    <p:sldLayoutId id="2147484145" r:id="rId46"/>
    <p:sldLayoutId id="2147484146" r:id="rId47"/>
    <p:sldLayoutId id="2147484147" r:id="rId48"/>
    <p:sldLayoutId id="2147484148" r:id="rId49"/>
    <p:sldLayoutId id="2147484150" r:id="rId50"/>
    <p:sldLayoutId id="2147484205" r:id="rId51"/>
    <p:sldLayoutId id="2147484358" r:id="rId52"/>
    <p:sldLayoutId id="2147484359" r:id="rId53"/>
  </p:sldLayoutIdLst>
  <p:transition>
    <p:fade/>
  </p:transition>
  <p:hf sldNum="0" hdr="0" ftr="0" dt="0"/>
  <p:txStyles>
    <p:titleStyle>
      <a:lvl1pPr algn="l" defTabSz="932563"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75">
          <p15:clr>
            <a:srgbClr val="C35EA4"/>
          </p15:clr>
        </p15:guide>
        <p15:guide id="17" pos="7460">
          <p15:clr>
            <a:srgbClr val="C35EA4"/>
          </p15:clr>
        </p15:guide>
        <p15:guide id="25" orient="horz" pos="376">
          <p15:clr>
            <a:srgbClr val="C35EA4"/>
          </p15:clr>
        </p15:guide>
        <p15:guide id="26" orient="horz" pos="4028">
          <p15:clr>
            <a:srgbClr val="C35EA4"/>
          </p15:clr>
        </p15:guide>
        <p15:guide id="27" orient="horz" pos="188">
          <p15:clr>
            <a:srgbClr val="A4A3A4"/>
          </p15:clr>
        </p15:guide>
        <p15:guide id="28" pos="189">
          <p15:clr>
            <a:srgbClr val="A4A3A4"/>
          </p15:clr>
        </p15:guide>
        <p15:guide id="29" orient="horz" pos="4217">
          <p15:clr>
            <a:srgbClr val="A4A3A4"/>
          </p15:clr>
        </p15:guide>
        <p15:guide id="30" pos="7645">
          <p15:clr>
            <a:srgbClr val="A4A3A4"/>
          </p15:clr>
        </p15:guide>
        <p15:guide id="31" orient="horz" pos="40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4"/>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410134350"/>
      </p:ext>
    </p:extLst>
  </p:cSld>
  <p:clrMap bg1="dk1" tx1="lt1" bg2="dk2" tx2="lt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 id="2147484161" r:id="rId10"/>
    <p:sldLayoutId id="2147484162" r:id="rId11"/>
    <p:sldLayoutId id="2147484163" r:id="rId12"/>
    <p:sldLayoutId id="2147484164" r:id="rId13"/>
    <p:sldLayoutId id="2147484165" r:id="rId14"/>
    <p:sldLayoutId id="2147484166" r:id="rId15"/>
    <p:sldLayoutId id="2147484167" r:id="rId16"/>
    <p:sldLayoutId id="2147484168" r:id="rId17"/>
    <p:sldLayoutId id="2147484169" r:id="rId18"/>
    <p:sldLayoutId id="2147484170" r:id="rId19"/>
    <p:sldLayoutId id="2147484171" r:id="rId20"/>
    <p:sldLayoutId id="2147484172" r:id="rId21"/>
    <p:sldLayoutId id="2147484173" r:id="rId22"/>
    <p:sldLayoutId id="2147484174" r:id="rId23"/>
    <p:sldLayoutId id="2147484175" r:id="rId24"/>
    <p:sldLayoutId id="2147484176" r:id="rId25"/>
    <p:sldLayoutId id="2147484177" r:id="rId26"/>
    <p:sldLayoutId id="2147484178" r:id="rId27"/>
    <p:sldLayoutId id="2147484179" r:id="rId28"/>
    <p:sldLayoutId id="2147484180" r:id="rId29"/>
    <p:sldLayoutId id="2147484181" r:id="rId30"/>
    <p:sldLayoutId id="2147484182" r:id="rId31"/>
    <p:sldLayoutId id="2147484183" r:id="rId32"/>
    <p:sldLayoutId id="2147484184" r:id="rId33"/>
    <p:sldLayoutId id="2147484185" r:id="rId34"/>
    <p:sldLayoutId id="2147484186" r:id="rId35"/>
    <p:sldLayoutId id="2147484187" r:id="rId36"/>
    <p:sldLayoutId id="2147484188" r:id="rId37"/>
    <p:sldLayoutId id="2147484189" r:id="rId38"/>
    <p:sldLayoutId id="2147484190" r:id="rId39"/>
    <p:sldLayoutId id="2147484191" r:id="rId40"/>
    <p:sldLayoutId id="2147484192" r:id="rId41"/>
    <p:sldLayoutId id="2147484193" r:id="rId42"/>
    <p:sldLayoutId id="2147484194" r:id="rId43"/>
    <p:sldLayoutId id="2147484195" r:id="rId44"/>
    <p:sldLayoutId id="2147484196" r:id="rId45"/>
    <p:sldLayoutId id="2147484197" r:id="rId46"/>
    <p:sldLayoutId id="2147484198" r:id="rId47"/>
    <p:sldLayoutId id="2147484199" r:id="rId48"/>
    <p:sldLayoutId id="2147484200" r:id="rId49"/>
    <p:sldLayoutId id="2147484201" r:id="rId50"/>
    <p:sldLayoutId id="2147484202" r:id="rId51"/>
    <p:sldLayoutId id="2147484357"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5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4117094180"/>
      </p:ext>
    </p:extLst>
  </p:cSld>
  <p:clrMap bg1="dk1" tx1="lt1" bg2="dk2" tx2="lt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 id="2147484218" r:id="rId12"/>
    <p:sldLayoutId id="2147484219" r:id="rId13"/>
    <p:sldLayoutId id="2147484220" r:id="rId14"/>
    <p:sldLayoutId id="2147484221" r:id="rId15"/>
    <p:sldLayoutId id="2147484222" r:id="rId16"/>
    <p:sldLayoutId id="2147484223" r:id="rId17"/>
    <p:sldLayoutId id="2147484224" r:id="rId18"/>
    <p:sldLayoutId id="2147484225" r:id="rId19"/>
    <p:sldLayoutId id="2147484226" r:id="rId20"/>
    <p:sldLayoutId id="2147484227" r:id="rId21"/>
    <p:sldLayoutId id="2147484228" r:id="rId22"/>
    <p:sldLayoutId id="2147484229" r:id="rId23"/>
    <p:sldLayoutId id="2147484230" r:id="rId24"/>
    <p:sldLayoutId id="2147484231" r:id="rId25"/>
    <p:sldLayoutId id="2147484232" r:id="rId26"/>
    <p:sldLayoutId id="2147484233" r:id="rId27"/>
    <p:sldLayoutId id="2147484234" r:id="rId28"/>
    <p:sldLayoutId id="2147484235" r:id="rId29"/>
    <p:sldLayoutId id="2147484236" r:id="rId30"/>
    <p:sldLayoutId id="2147484237" r:id="rId31"/>
    <p:sldLayoutId id="2147484238" r:id="rId32"/>
    <p:sldLayoutId id="2147484239" r:id="rId33"/>
    <p:sldLayoutId id="2147484240" r:id="rId34"/>
    <p:sldLayoutId id="2147484241" r:id="rId35"/>
    <p:sldLayoutId id="2147484242" r:id="rId36"/>
    <p:sldLayoutId id="2147484243" r:id="rId37"/>
    <p:sldLayoutId id="2147484244" r:id="rId38"/>
    <p:sldLayoutId id="2147484245" r:id="rId39"/>
    <p:sldLayoutId id="2147484246" r:id="rId40"/>
    <p:sldLayoutId id="2147484247" r:id="rId41"/>
    <p:sldLayoutId id="2147484248" r:id="rId42"/>
    <p:sldLayoutId id="2147484249" r:id="rId43"/>
    <p:sldLayoutId id="2147484250" r:id="rId44"/>
    <p:sldLayoutId id="2147484251" r:id="rId45"/>
    <p:sldLayoutId id="2147484252" r:id="rId46"/>
    <p:sldLayoutId id="2147484253" r:id="rId47"/>
    <p:sldLayoutId id="2147484254" r:id="rId48"/>
    <p:sldLayoutId id="2147484255" r:id="rId49"/>
    <p:sldLayoutId id="2147484256" r:id="rId50"/>
    <p:sldLayoutId id="2147484257" r:id="rId51"/>
    <p:sldLayoutId id="2147484258" r:id="rId52"/>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0" name="Text Placeholder 3">
            <a:extLst>
              <a:ext uri="{FF2B5EF4-FFF2-40B4-BE49-F238E27FC236}">
                <a16:creationId xmlns:a16="http://schemas.microsoft.com/office/drawing/2014/main" id="{82F42317-AD13-1C64-2F94-CC80297B169C}"/>
              </a:ext>
            </a:extLst>
          </p:cNvPr>
          <p:cNvSpPr>
            <a:spLocks noGrp="1"/>
          </p:cNvSpPr>
          <p:nvPr>
            <p:ph type="body" idx="1"/>
          </p:nvPr>
        </p:nvSpPr>
        <p:spPr>
          <a:xfrm>
            <a:off x="584200" y="1435503"/>
            <a:ext cx="11018520" cy="140038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1" name="GRID" hidden="1">
            <a:extLst>
              <a:ext uri="{FF2B5EF4-FFF2-40B4-BE49-F238E27FC236}">
                <a16:creationId xmlns:a16="http://schemas.microsoft.com/office/drawing/2014/main" id="{34E461C4-0667-0C35-3228-98017FD82325}"/>
              </a:ext>
            </a:extLst>
          </p:cNvPr>
          <p:cNvGrpSpPr/>
          <p:nvPr userDrawn="1"/>
        </p:nvGrpSpPr>
        <p:grpSpPr>
          <a:xfrm>
            <a:off x="0" y="0"/>
            <a:ext cx="12192000" cy="6858000"/>
            <a:chOff x="0" y="0"/>
            <a:chExt cx="12192000" cy="6858000"/>
          </a:xfrm>
        </p:grpSpPr>
        <p:cxnSp>
          <p:nvCxnSpPr>
            <p:cNvPr id="52" name="Straight Connector 51">
              <a:extLst>
                <a:ext uri="{FF2B5EF4-FFF2-40B4-BE49-F238E27FC236}">
                  <a16:creationId xmlns:a16="http://schemas.microsoft.com/office/drawing/2014/main" id="{BADC934D-23F7-24DF-DA08-BEED8647C31E}"/>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B651D8E-25A1-B58B-9598-5A8422966065}"/>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B07EE53-9283-9473-8207-DF782B094AC4}"/>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DC5D870-4275-37F9-5E2F-AC6CB02AD5CE}"/>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2226E0C-79A0-F1D6-6F7F-BF9171D12ACD}"/>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F51624-73F7-B41C-75D1-49A2FE0B09DA}"/>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B5FD0EA-DCAF-9FEA-94B4-AD26C40410F7}"/>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CCEA043-FEA7-153C-1EE1-84DA54FC45CC}"/>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F48A40E-B71A-D448-08EB-8A94C01AC2D8}"/>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22DA704C-4918-7420-5D28-C99391980175}"/>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40B726C-16E4-7DE7-05E4-A46BF2935659}"/>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72B0F9E-1234-CD25-3FA7-773FFE9B718E}"/>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91C184D-2B61-C803-B22F-114E3FD8117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24C9E8B1-31B4-CFE5-EAF7-C12F90583EF6}"/>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176893B-08AD-FD98-2169-1961BD17DFAB}"/>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1AFBFDD-BEAD-44DE-9095-21C0402B430E}"/>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1D5E0BA-151A-147B-7A08-DE99D1B25713}"/>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3295D0-69FC-C8EB-0CAE-3696160B889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2B4FD60-EADD-5FED-F719-F17301CB1286}"/>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62AB595E-B74B-CB33-2F53-2BEEF67E6AA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B0714933-FDFB-B2A2-07E5-4ACFE0E56D97}"/>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10ABBA-69D6-1325-CA6D-5DF00A4985FA}"/>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F05DFB8-8E12-10A9-7FBB-8444BB364888}"/>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096A70B-C0BA-DCFF-8B1A-FE9957587B5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6D9D50-AEE9-0173-9EBD-26D63D6AA106}"/>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792BC17-F8B1-F663-5537-67FB640A1CAC}"/>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1FB88C8-B103-6711-56E8-BEF86644781F}"/>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F08A7A5-CFE8-1E97-E179-6C1C6ACCD40B}"/>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C6ED779-2104-E72D-1B39-90FC1189FF8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15A26F0-D4F9-1FF2-6A81-073ED526CE78}"/>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541F0A8-B2FD-1DCA-EA4F-3170BA770A83}"/>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E1FEC50-7C2D-21B2-2778-4F80B684835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C906BB8-2690-3905-35DE-BB2E3AEF6048}"/>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C2B3ED0-49E0-09A2-8C2D-8B4E525A91DB}"/>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6" name=".64 square" hidden="1">
            <a:extLst>
              <a:ext uri="{FF2B5EF4-FFF2-40B4-BE49-F238E27FC236}">
                <a16:creationId xmlns:a16="http://schemas.microsoft.com/office/drawing/2014/main" id="{66650E58-D3B3-4B0D-DCB9-EB501F0DFB1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87" name=".32 square" hidden="1">
            <a:extLst>
              <a:ext uri="{FF2B5EF4-FFF2-40B4-BE49-F238E27FC236}">
                <a16:creationId xmlns:a16="http://schemas.microsoft.com/office/drawing/2014/main" id="{3A24154E-FD9E-71DE-640D-BF95D5440D8F}"/>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1" i="0">
              <a:gradFill>
                <a:gsLst>
                  <a:gs pos="0">
                    <a:srgbClr val="FFFFFF"/>
                  </a:gs>
                  <a:gs pos="100000">
                    <a:srgbClr val="FFFFFF"/>
                  </a:gs>
                </a:gsLst>
                <a:lin ang="5400000" scaled="0"/>
              </a:gradFill>
              <a:latin typeface="Segoe UI Variable Display" pitchFamily="2" charset="0"/>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9E292CDA-3036-7D1C-B851-7A5EB15FA1C0}"/>
              </a:ext>
            </a:extLst>
          </p:cNvPr>
          <p:cNvSpPr>
            <a:spLocks noGrp="1"/>
          </p:cNvSpPr>
          <p:nvPr>
            <p:ph type="ftr" sz="quarter" idx="3"/>
          </p:nvPr>
        </p:nvSpPr>
        <p:spPr>
          <a:xfrm>
            <a:off x="584200" y="6477356"/>
            <a:ext cx="4114800" cy="123111"/>
          </a:xfrm>
          <a:prstGeom prst="rect">
            <a:avLst/>
          </a:prstGeom>
        </p:spPr>
        <p:txBody>
          <a:bodyPr vert="horz" lIns="0" tIns="0" rIns="0" bIns="0" rtlCol="0" anchor="ctr">
            <a:spAutoFit/>
          </a:bodyPr>
          <a:lstStyle>
            <a:lvl1pPr algn="l">
              <a:defRPr sz="800" b="1" i="0">
                <a:solidFill>
                  <a:schemeClr val="tx1"/>
                </a:solidFill>
                <a:latin typeface="Segoe UI Variable Display" pitchFamily="2" charset="0"/>
              </a:defRPr>
            </a:lvl1pPr>
          </a:lstStyle>
          <a:p>
            <a:r>
              <a:rPr lang="en-US"/>
              <a:t>Microsoft Confidential</a:t>
            </a:r>
          </a:p>
        </p:txBody>
      </p:sp>
      <p:sp>
        <p:nvSpPr>
          <p:cNvPr id="6" name="Slide Number Placeholder 5">
            <a:extLst>
              <a:ext uri="{FF2B5EF4-FFF2-40B4-BE49-F238E27FC236}">
                <a16:creationId xmlns:a16="http://schemas.microsoft.com/office/drawing/2014/main" id="{5D5F60D1-9CD4-1377-F479-CA37B83380D2}"/>
              </a:ext>
            </a:extLst>
          </p:cNvPr>
          <p:cNvSpPr>
            <a:spLocks noGrp="1"/>
          </p:cNvSpPr>
          <p:nvPr>
            <p:ph type="sldNum" sz="quarter" idx="4"/>
          </p:nvPr>
        </p:nvSpPr>
        <p:spPr>
          <a:xfrm>
            <a:off x="8866633" y="6477356"/>
            <a:ext cx="2743200" cy="123111"/>
          </a:xfrm>
          <a:prstGeom prst="rect">
            <a:avLst/>
          </a:prstGeom>
        </p:spPr>
        <p:txBody>
          <a:bodyPr vert="horz" lIns="0" tIns="0" rIns="0" bIns="0" rtlCol="0" anchor="ctr">
            <a:spAutoFit/>
          </a:bodyPr>
          <a:lstStyle>
            <a:lvl1pPr algn="r">
              <a:defRPr sz="800" b="1" i="0">
                <a:solidFill>
                  <a:schemeClr val="tx1"/>
                </a:solidFill>
                <a:latin typeface="Segoe UI Variable Display" pitchFamily="2" charset="0"/>
              </a:defRPr>
            </a:lvl1pPr>
          </a:lstStyle>
          <a:p>
            <a:fld id="{F126207E-29C7-4F9F-8309-C6BAAD6BC8C8}" type="slidenum">
              <a:rPr lang="en-US" smtClean="0"/>
              <a:pPr/>
              <a:t>‹#›</a:t>
            </a:fld>
            <a:endParaRPr lang="en-US"/>
          </a:p>
        </p:txBody>
      </p:sp>
      <p:sp>
        <p:nvSpPr>
          <p:cNvPr id="8" name="TextBox 7">
            <a:extLst>
              <a:ext uri="{FF2B5EF4-FFF2-40B4-BE49-F238E27FC236}">
                <a16:creationId xmlns:a16="http://schemas.microsoft.com/office/drawing/2014/main" id="{20C2E1FE-B73F-A334-ACA1-CB65455C63F1}"/>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3147481071"/>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266"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2" r:id="rId32"/>
    <p:sldLayoutId id="2147484293" r:id="rId33"/>
    <p:sldLayoutId id="2147484294" r:id="rId34"/>
    <p:sldLayoutId id="2147484295" r:id="rId35"/>
    <p:sldLayoutId id="2147484296" r:id="rId36"/>
    <p:sldLayoutId id="2147484297" r:id="rId37"/>
    <p:sldLayoutId id="2147484298" r:id="rId38"/>
    <p:sldLayoutId id="2147484299" r:id="rId39"/>
    <p:sldLayoutId id="2147484300" r:id="rId40"/>
    <p:sldLayoutId id="2147484301" r:id="rId41"/>
    <p:sldLayoutId id="2147484302" r:id="rId42"/>
    <p:sldLayoutId id="2147484303" r:id="rId43"/>
  </p:sldLayoutIdLst>
  <p:transition>
    <p:fade/>
  </p:transition>
  <p:hf hdr="0" dt="0"/>
  <p:txStyles>
    <p:titleStyle>
      <a:lvl1pPr algn="l" defTabSz="932742" rtl="0" eaLnBrk="1" latinLnBrk="0" hangingPunct="1">
        <a:lnSpc>
          <a:spcPct val="100000"/>
        </a:lnSpc>
        <a:spcBef>
          <a:spcPct val="0"/>
        </a:spcBef>
        <a:buNone/>
        <a:defRPr lang="en-US" sz="3600" b="1" i="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1" i="0" kern="1200" spc="0" baseline="0">
          <a:solidFill>
            <a:schemeClr val="tx1"/>
          </a:solidFill>
          <a:latin typeface="Segoe UI Variable Display Semibold" pitchFamily="2"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Segoe UI Variable Display" pitchFamily="2"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Segoe UI Variable Display" pitchFamily="2"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b="0" i="0" kern="1200" spc="0" baseline="0">
          <a:solidFill>
            <a:schemeClr val="tx1"/>
          </a:solidFill>
          <a:latin typeface="Segoe UI Variable Display" pitchFamily="2"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50" b="0" i="0" kern="1200" spc="0" baseline="0">
          <a:solidFill>
            <a:schemeClr val="tx1"/>
          </a:solidFill>
          <a:latin typeface="Segoe UI Variable Display" pitchFamily="2"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368">
          <p15:clr>
            <a:srgbClr val="C35EA4"/>
          </p15:clr>
        </p15:guide>
        <p15:guide id="32" pos="7313">
          <p15:clr>
            <a:srgbClr val="C35EA4"/>
          </p15:clr>
        </p15:guide>
        <p15:guide id="33" orient="horz" pos="369">
          <p15:clr>
            <a:srgbClr val="C35EA4"/>
          </p15:clr>
        </p15:guide>
        <p15:guide id="34" orient="horz" pos="3949">
          <p15:clr>
            <a:srgbClr val="C35EA4"/>
          </p15:clr>
        </p15:guide>
        <p15:guide id="35" orient="horz" pos="184">
          <p15:clr>
            <a:srgbClr val="A4A3A4"/>
          </p15:clr>
        </p15:guide>
        <p15:guide id="36" pos="185">
          <p15:clr>
            <a:srgbClr val="A4A3A4"/>
          </p15:clr>
        </p15:guide>
        <p15:guide id="37" orient="horz" pos="4135">
          <p15:clr>
            <a:srgbClr val="A4A3A4"/>
          </p15:clr>
        </p15:guide>
        <p15:guide id="38" pos="7495">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5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2303908595"/>
      </p:ext>
    </p:extLst>
  </p:cSld>
  <p:clrMap bg1="dk1" tx1="lt1" bg2="dk2" tx2="lt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 id="2147484317" r:id="rId13"/>
    <p:sldLayoutId id="2147484318" r:id="rId14"/>
    <p:sldLayoutId id="2147484319" r:id="rId15"/>
    <p:sldLayoutId id="2147484320" r:id="rId16"/>
    <p:sldLayoutId id="2147484321" r:id="rId17"/>
    <p:sldLayoutId id="2147484322" r:id="rId18"/>
    <p:sldLayoutId id="2147484323" r:id="rId19"/>
    <p:sldLayoutId id="2147484324" r:id="rId20"/>
    <p:sldLayoutId id="2147484325" r:id="rId21"/>
    <p:sldLayoutId id="2147484326" r:id="rId22"/>
    <p:sldLayoutId id="2147484327" r:id="rId23"/>
    <p:sldLayoutId id="2147484328" r:id="rId24"/>
    <p:sldLayoutId id="2147484329" r:id="rId25"/>
    <p:sldLayoutId id="2147484330" r:id="rId26"/>
    <p:sldLayoutId id="2147484331" r:id="rId27"/>
    <p:sldLayoutId id="2147484332" r:id="rId28"/>
    <p:sldLayoutId id="2147484333" r:id="rId29"/>
    <p:sldLayoutId id="2147484334" r:id="rId30"/>
    <p:sldLayoutId id="2147484335" r:id="rId31"/>
    <p:sldLayoutId id="2147484336" r:id="rId32"/>
    <p:sldLayoutId id="2147484337" r:id="rId33"/>
    <p:sldLayoutId id="2147484338" r:id="rId34"/>
    <p:sldLayoutId id="2147484339" r:id="rId35"/>
    <p:sldLayoutId id="2147484340" r:id="rId36"/>
    <p:sldLayoutId id="2147484341" r:id="rId37"/>
    <p:sldLayoutId id="2147484342" r:id="rId38"/>
    <p:sldLayoutId id="2147484343" r:id="rId39"/>
    <p:sldLayoutId id="2147484344" r:id="rId40"/>
    <p:sldLayoutId id="2147484345" r:id="rId41"/>
    <p:sldLayoutId id="2147484346" r:id="rId42"/>
    <p:sldLayoutId id="2147484347" r:id="rId43"/>
    <p:sldLayoutId id="2147484348" r:id="rId44"/>
    <p:sldLayoutId id="2147484349" r:id="rId45"/>
    <p:sldLayoutId id="2147484350" r:id="rId46"/>
    <p:sldLayoutId id="2147484351" r:id="rId47"/>
    <p:sldLayoutId id="2147484352" r:id="rId48"/>
    <p:sldLayoutId id="2147484353" r:id="rId49"/>
    <p:sldLayoutId id="2147484354" r:id="rId50"/>
    <p:sldLayoutId id="2147484355" r:id="rId5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2419124"/>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84152C8B-70F8-8A50-FE91-FB99EB028BA5}"/>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1410093423"/>
      </p:ext>
    </p:extLst>
  </p:cSld>
  <p:clrMap bg1="dk1" tx1="lt1" bg2="dk2" tx2="lt2" accent1="accent1" accent2="accent2" accent3="accent3" accent4="accent4" accent5="accent5" accent6="accent6" hlink="hlink" folHlink="folHlink"/>
  <p:sldLayoutIdLst>
    <p:sldLayoutId id="2147484363" r:id="rId1"/>
    <p:sldLayoutId id="2147484364" r:id="rId2"/>
    <p:sldLayoutId id="2147484365" r:id="rId3"/>
    <p:sldLayoutId id="2147484366" r:id="rId4"/>
    <p:sldLayoutId id="2147484367" r:id="rId5"/>
    <p:sldLayoutId id="2147484368" r:id="rId6"/>
    <p:sldLayoutId id="2147484369" r:id="rId7"/>
    <p:sldLayoutId id="2147484370" r:id="rId8"/>
    <p:sldLayoutId id="2147484371" r:id="rId9"/>
    <p:sldLayoutId id="2147484372" r:id="rId10"/>
    <p:sldLayoutId id="2147484373" r:id="rId11"/>
    <p:sldLayoutId id="2147484374" r:id="rId12"/>
    <p:sldLayoutId id="2147484375" r:id="rId13"/>
    <p:sldLayoutId id="2147484376" r:id="rId14"/>
    <p:sldLayoutId id="2147484377" r:id="rId15"/>
    <p:sldLayoutId id="2147484378" r:id="rId16"/>
    <p:sldLayoutId id="2147484379" r:id="rId17"/>
    <p:sldLayoutId id="2147484380" r:id="rId18"/>
    <p:sldLayoutId id="2147484381" r:id="rId19"/>
    <p:sldLayoutId id="2147484382" r:id="rId20"/>
    <p:sldLayoutId id="2147484383" r:id="rId21"/>
    <p:sldLayoutId id="2147484384" r:id="rId22"/>
    <p:sldLayoutId id="2147484385" r:id="rId23"/>
    <p:sldLayoutId id="2147484386" r:id="rId24"/>
    <p:sldLayoutId id="2147484387" r:id="rId25"/>
    <p:sldLayoutId id="2147484388" r:id="rId26"/>
    <p:sldLayoutId id="2147484389" r:id="rId27"/>
    <p:sldLayoutId id="2147484390" r:id="rId28"/>
    <p:sldLayoutId id="2147484391" r:id="rId29"/>
    <p:sldLayoutId id="2147484392" r:id="rId30"/>
    <p:sldLayoutId id="2147484393" r:id="rId31"/>
  </p:sldLayoutIdLst>
  <p:transition>
    <p:fade/>
  </p:transition>
  <p:txStyles>
    <p:titleStyle>
      <a:lvl1pPr algn="ctr" defTabSz="932742" rtl="0" eaLnBrk="1" latinLnBrk="0" hangingPunct="1">
        <a:lnSpc>
          <a:spcPct val="100000"/>
        </a:lnSpc>
        <a:spcBef>
          <a:spcPct val="0"/>
        </a:spcBef>
        <a:buNone/>
        <a:defRPr lang="en-US" sz="32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0" marR="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sz="1400" kern="1200" cap="all" spc="100" baseline="0">
          <a:solidFill>
            <a:schemeClr val="accent1">
              <a:lumMod val="60000"/>
              <a:lumOff val="40000"/>
            </a:schemeClr>
          </a:solidFill>
          <a:latin typeface="+mj-lt"/>
          <a:ea typeface="+mn-ea"/>
          <a:cs typeface="+mn-cs"/>
        </a:defRPr>
      </a:lvl4pPr>
      <a:lvl5pPr marL="0" marR="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0" indent="0" algn="l" defTabSz="932742" rtl="0" eaLnBrk="1" latinLnBrk="0" hangingPunct="1">
        <a:spcBef>
          <a:spcPts val="0"/>
        </a:spcBef>
        <a:spcAft>
          <a:spcPts val="600"/>
        </a:spcAft>
        <a:buFont typeface="Arial" pitchFamily="34" charset="0"/>
        <a:buNone/>
        <a:defRPr sz="1400" b="1" kern="1200">
          <a:solidFill>
            <a:schemeClr val="tx1"/>
          </a:solidFill>
          <a:latin typeface="+mn-lt"/>
          <a:ea typeface="+mn-ea"/>
          <a:cs typeface="+mn-cs"/>
        </a:defRPr>
      </a:lvl6pPr>
      <a:lvl7pPr marL="0" indent="0" algn="l" defTabSz="932742" rtl="0" eaLnBrk="1" latinLnBrk="0" hangingPunct="1">
        <a:spcBef>
          <a:spcPts val="0"/>
        </a:spcBef>
        <a:spcAft>
          <a:spcPts val="600"/>
        </a:spcAft>
        <a:buFont typeface="Arial" pitchFamily="34" charset="0"/>
        <a:buNone/>
        <a:defRPr sz="1400" kern="1200">
          <a:solidFill>
            <a:schemeClr val="accent1">
              <a:lumMod val="60000"/>
              <a:lumOff val="40000"/>
            </a:schemeClr>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903">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secrets/quick-create-portal" TargetMode="External"/><Relationship Id="rId3" Type="http://schemas.openxmlformats.org/officeDocument/2006/relationships/notesSlide" Target="../notesSlides/notesSlide11.xml"/><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dotnet/azure/sdk/authentication/local-development-service-principal" TargetMode="External"/><Relationship Id="rId3" Type="http://schemas.openxmlformats.org/officeDocument/2006/relationships/notesSlide" Target="../notesSlides/notesSlide12.xml"/><Relationship Id="rId4" Type="http://schemas.openxmlformats.org/officeDocument/2006/relationships/image" Target="../media/image7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learn.microsoft.com/azure/key-vault/general/overview" TargetMode="External"/><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4000" b="1" lang="ko-KR">
                <a:solidFill>
                  <a:srgbClr val="FFFFFF"/>
                </a:solidFill>
                <a:latin typeface="Segoe UI Semibold"/>
                <a:ea typeface="Malgun Gothic"/>
                <a:cs typeface="Segoe UI"/>
              </a:rPr>
              <a:t>Key Vault 개념과 접근 구조</a:t>
            </a:r>
          </a:p>
        </p:txBody>
      </p:sp>
      <p:sp>
        <p:nvSpPr>
          <p:cNvPr id="3" name="Text Placeholder 2"/>
          <p:cNvSpPr>
            <a:spLocks noGrp="1"/>
          </p:cNvSpPr>
          <p:nvPr>
            <p:ph type="body" idx="12" sz="quarter"/>
          </p:nvPr>
        </p:nvSpPr>
        <p:spPr>
          <a:xfrm>
            <a:off x="585216" y="3959352"/>
            <a:ext cx="9144000" cy="822960"/>
          </a:xfrm>
        </p:spPr>
        <p:txBody>
          <a:bodyPr wrap="square" lIns="0" rIns="0" tIns="0" bIns="0"/>
          <a:lstStyle/>
          <a:p>
            <a:pPr algn="l">
              <a:lnSpc>
                <a:spcPct val="113000"/>
              </a:lnSpc>
              <a:spcBef>
                <a:spcPts val="0"/>
              </a:spcBef>
              <a:spcAft>
                <a:spcPts val="0"/>
              </a:spcAft>
            </a:pPr>
            <a:r>
              <a:rPr sz="2000" b="0" lang="ko-KR">
                <a:solidFill>
                  <a:srgbClr val="50E6FF"/>
                </a:solidFill>
                <a:latin typeface="Segoe UI"/>
                <a:ea typeface="Malgun Gothic"/>
                <a:cs typeface="Segoe UI"/>
              </a:rPr>
              <a:t>Module 01 · 앱의 연결 문자열을 안전하게 읽기까지</a:t>
            </a:r>
          </a:p>
          <a:p>
            <a:pPr>
              <a:spcBef>
                <a:spcPts val="900"/>
              </a:spcBef>
            </a:pPr>
            <a:r>
              <a:rPr sz="1400" b="0" lang="ko-KR">
                <a:solidFill>
                  <a:srgbClr val="FFFFFF"/>
                </a:solidFill>
                <a:latin typeface="Segoe UI"/>
                <a:ea typeface="Malgun Gothic"/>
                <a:cs typeface="Segoe UI"/>
              </a:rPr>
              <a:t>Workshop: Azure Key Vault for Developers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앱에 연결 문자열이 필요합니다. 어디에 둘까요?</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출발점 · 주문 앱이 DB에 연결해야 하는 상황</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02</a:t>
            </a:r>
          </a:p>
        </p:txBody>
      </p:sp>
      <p:sp>
        <p:nvSpPr>
          <p:cNvPr id="6" name="Rounded Rectangle 5"/>
          <p:cNvSpPr/>
          <p:nvPr/>
        </p:nvSpPr>
        <p:spPr>
          <a:xfrm>
            <a:off x="868680" y="1947672"/>
            <a:ext cx="1371600" cy="603504"/>
          </a:xfrm>
          <a:prstGeom prst="roundRect">
            <a:avLst>
              <a:gd name="adj" fmla="val 4000"/>
            </a:avLst>
          </a:prstGeom>
          <a:solidFill>
            <a:srgbClr val="FFFFFF"/>
          </a:solidFill>
          <a:ln w="1016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58468" y="2551176"/>
            <a:ext cx="192024"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97864" y="2697479"/>
            <a:ext cx="713232" cy="411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965960"/>
            <a:ext cx="8138160" cy="466344"/>
          </a:xfrm>
          <a:prstGeom prst="rect">
            <a:avLst/>
          </a:prstGeom>
          <a:noFill/>
        </p:spPr>
        <p:txBody>
          <a:bodyPr wrap="square" lIns="0" rIns="0" tIns="0" bIns="0">
            <a:spAutoFit/>
          </a:bodyPr>
          <a:lstStyle/>
          <a:p>
            <a:pPr algn="l">
              <a:lnSpc>
                <a:spcPct val="113000"/>
              </a:lnSpc>
              <a:spcBef>
                <a:spcPts val="0"/>
              </a:spcBef>
              <a:spcAft>
                <a:spcPts val="0"/>
              </a:spcAft>
            </a:pPr>
            <a:r>
              <a:rPr sz="2200" b="1" lang="ko-KR">
                <a:solidFill>
                  <a:srgbClr val="243A5E"/>
                </a:solidFill>
                <a:latin typeface="Segoe UI Semibold"/>
                <a:ea typeface="Malgun Gothic"/>
                <a:cs typeface="Segoe UI"/>
              </a:rPr>
              <a:t>이미지·소스·배포 YAML에 암호를 넣지 않습니다.</a:t>
            </a:r>
          </a:p>
        </p:txBody>
      </p:sp>
      <p:sp>
        <p:nvSpPr>
          <p:cNvPr id="10" name="TextBox 9"/>
          <p:cNvSpPr txBox="1"/>
          <p:nvPr/>
        </p:nvSpPr>
        <p:spPr>
          <a:xfrm>
            <a:off x="2606040" y="2670048"/>
            <a:ext cx="7955279" cy="685800"/>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앱은 필요한 값을 읽고, 신원·권한은 분리해서 관리합니다.</a:t>
            </a:r>
          </a:p>
          <a:p>
            <a:pPr algn="l">
              <a:lnSpc>
                <a:spcPct val="113000"/>
              </a:lnSpc>
              <a:spcBef>
                <a:spcPts val="0"/>
              </a:spcBef>
              <a:spcAft>
                <a:spcPts val="0"/>
              </a:spcAft>
            </a:pPr>
            <a:r>
              <a:rPr sz="1400" b="0" lang="ko-KR">
                <a:solidFill>
                  <a:srgbClr val="333333"/>
                </a:solidFill>
                <a:latin typeface="Segoe UI"/>
                <a:ea typeface="Malgun Gothic"/>
                <a:cs typeface="Segoe UI"/>
              </a:rPr>
              <a:t>이 모듈에서는 ‘조회가 가능한 상태’까지 준비합니다.</a:t>
            </a:r>
          </a:p>
        </p:txBody>
      </p:sp>
      <p:sp>
        <p:nvSpPr>
          <p:cNvPr id="11" name="Rounded Rectangle 10"/>
          <p:cNvSpPr/>
          <p:nvPr/>
        </p:nvSpPr>
        <p:spPr>
          <a:xfrm>
            <a:off x="585216" y="3867912"/>
            <a:ext cx="3520440" cy="16184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 y="3867912"/>
            <a:ext cx="50292" cy="161848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4050792"/>
            <a:ext cx="3099816"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무엇을 보관할까?</a:t>
            </a:r>
          </a:p>
        </p:txBody>
      </p:sp>
      <p:sp>
        <p:nvSpPr>
          <p:cNvPr id="14" name="TextBox 13"/>
          <p:cNvSpPr txBox="1"/>
          <p:nvPr/>
        </p:nvSpPr>
        <p:spPr>
          <a:xfrm>
            <a:off x="795528" y="4663440"/>
            <a:ext cx="3099816" cy="64922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연결 문자열은 Secret</a:t>
            </a:r>
          </a:p>
        </p:txBody>
      </p:sp>
      <p:sp>
        <p:nvSpPr>
          <p:cNvPr id="15" name="Rounded Rectangle 14"/>
          <p:cNvSpPr/>
          <p:nvPr/>
        </p:nvSpPr>
        <p:spPr>
          <a:xfrm>
            <a:off x="4334255" y="3867912"/>
            <a:ext cx="3520440" cy="16184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34255" y="3867912"/>
            <a:ext cx="50292" cy="1618488"/>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4568" y="4050792"/>
            <a:ext cx="3099816"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누가 읽을까?</a:t>
            </a:r>
          </a:p>
        </p:txBody>
      </p:sp>
      <p:sp>
        <p:nvSpPr>
          <p:cNvPr id="18" name="TextBox 17"/>
          <p:cNvSpPr txBox="1"/>
          <p:nvPr/>
        </p:nvSpPr>
        <p:spPr>
          <a:xfrm>
            <a:off x="4544568" y="4663440"/>
            <a:ext cx="3099816" cy="64922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앱의 SP 신원</a:t>
            </a:r>
          </a:p>
        </p:txBody>
      </p:sp>
      <p:sp>
        <p:nvSpPr>
          <p:cNvPr id="19" name="Rounded Rectangle 18"/>
          <p:cNvSpPr/>
          <p:nvPr/>
        </p:nvSpPr>
        <p:spPr>
          <a:xfrm>
            <a:off x="8083296" y="3867912"/>
            <a:ext cx="3520440" cy="161848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3867912"/>
            <a:ext cx="50292" cy="1618488"/>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4050792"/>
            <a:ext cx="3099816"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어디까지 허용할까?</a:t>
            </a:r>
          </a:p>
        </p:txBody>
      </p:sp>
      <p:sp>
        <p:nvSpPr>
          <p:cNvPr id="22" name="TextBox 21"/>
          <p:cNvSpPr txBox="1"/>
          <p:nvPr/>
        </p:nvSpPr>
        <p:spPr>
          <a:xfrm>
            <a:off x="8293608" y="4663440"/>
            <a:ext cx="3099816" cy="64922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실습 Vault의 읽기 권한</a:t>
            </a:r>
          </a:p>
        </p:txBody>
      </p:sp>
      <p:sp>
        <p:nvSpPr>
          <p:cNvPr id="23" name="Rectangle 22"/>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5888736"/>
            <a:ext cx="10570464" cy="29260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008575"/>
                </a:solidFill>
                <a:latin typeface="Segoe UI"/>
                <a:ea typeface="Malgun Gothic"/>
                <a:cs typeface="Segoe UI"/>
              </a:rPr>
              <a:t>목표: 값을 넣는 것부터, 우리 앱 신원으로 읽는 것까지 연결해서 이해합니다.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값을 가져오면 Secret, 연산을 요청하면 Key</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1. 사전 개념 · 세 객체를 사용 방식으로 구분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03</a:t>
            </a:r>
          </a:p>
        </p:txBody>
      </p:sp>
      <p:sp>
        <p:nvSpPr>
          <p:cNvPr id="6" name="Rounded Rectangle 5"/>
          <p:cNvSpPr/>
          <p:nvPr/>
        </p:nvSpPr>
        <p:spPr>
          <a:xfrm>
            <a:off x="585216" y="1911095"/>
            <a:ext cx="3520440"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911095"/>
            <a:ext cx="50292" cy="31363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12848"/>
            <a:ext cx="3063240" cy="438912"/>
          </a:xfrm>
          <a:prstGeom prst="rect">
            <a:avLst/>
          </a:prstGeom>
          <a:noFill/>
        </p:spPr>
        <p:txBody>
          <a:bodyPr wrap="square" lIns="0" rIns="0" tIns="0" bIns="0">
            <a:spAutoFit/>
          </a:bodyPr>
          <a:lstStyle/>
          <a:p>
            <a:pPr algn="l">
              <a:lnSpc>
                <a:spcPct val="113000"/>
              </a:lnSpc>
              <a:spcBef>
                <a:spcPts val="0"/>
              </a:spcBef>
              <a:spcAft>
                <a:spcPts val="0"/>
              </a:spcAft>
            </a:pPr>
            <a:r>
              <a:rPr sz="2500" b="1" lang="ko-KR">
                <a:solidFill>
                  <a:srgbClr val="0078D4"/>
                </a:solidFill>
                <a:latin typeface="Segoe UI Semibold"/>
                <a:ea typeface="Malgun Gothic"/>
                <a:cs typeface="Segoe UI"/>
              </a:rPr>
              <a:t>Secret</a:t>
            </a:r>
          </a:p>
        </p:txBody>
      </p:sp>
      <p:sp>
        <p:nvSpPr>
          <p:cNvPr id="9" name="TextBox 8"/>
          <p:cNvSpPr txBox="1"/>
          <p:nvPr/>
        </p:nvSpPr>
        <p:spPr>
          <a:xfrm>
            <a:off x="813816" y="3035808"/>
            <a:ext cx="3063240" cy="466344"/>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값을 가져옵니다</a:t>
            </a:r>
          </a:p>
        </p:txBody>
      </p:sp>
      <p:sp>
        <p:nvSpPr>
          <p:cNvPr id="10" name="TextBox 9"/>
          <p:cNvSpPr txBox="1"/>
          <p:nvPr/>
        </p:nvSpPr>
        <p:spPr>
          <a:xfrm>
            <a:off x="813816" y="3913632"/>
            <a:ext cx="3063240" cy="713232"/>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DB 연결 문자열</a:t>
            </a:r>
          </a:p>
          <a:p>
            <a:pPr algn="l">
              <a:lnSpc>
                <a:spcPct val="113000"/>
              </a:lnSpc>
              <a:spcBef>
                <a:spcPts val="0"/>
              </a:spcBef>
              <a:spcAft>
                <a:spcPts val="0"/>
              </a:spcAft>
            </a:pPr>
            <a:r>
              <a:rPr sz="1400" b="0" lang="ko-KR">
                <a:solidFill>
                  <a:srgbClr val="333333"/>
                </a:solidFill>
                <a:latin typeface="Segoe UI"/>
                <a:ea typeface="Malgun Gothic"/>
                <a:cs typeface="Segoe UI"/>
              </a:rPr>
              <a:t>API 키 · 패스워드</a:t>
            </a:r>
          </a:p>
        </p:txBody>
      </p:sp>
      <p:sp>
        <p:nvSpPr>
          <p:cNvPr id="11" name="Rounded Rectangle 10"/>
          <p:cNvSpPr/>
          <p:nvPr/>
        </p:nvSpPr>
        <p:spPr>
          <a:xfrm>
            <a:off x="4334256" y="1911095"/>
            <a:ext cx="3520440"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4256" y="1911095"/>
            <a:ext cx="50292" cy="313639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2212848"/>
            <a:ext cx="3063240" cy="438912"/>
          </a:xfrm>
          <a:prstGeom prst="rect">
            <a:avLst/>
          </a:prstGeom>
          <a:noFill/>
        </p:spPr>
        <p:txBody>
          <a:bodyPr wrap="square" lIns="0" rIns="0" tIns="0" bIns="0">
            <a:spAutoFit/>
          </a:bodyPr>
          <a:lstStyle/>
          <a:p>
            <a:pPr algn="l">
              <a:lnSpc>
                <a:spcPct val="113000"/>
              </a:lnSpc>
              <a:spcBef>
                <a:spcPts val="0"/>
              </a:spcBef>
              <a:spcAft>
                <a:spcPts val="0"/>
              </a:spcAft>
            </a:pPr>
            <a:r>
              <a:rPr sz="2500" b="1" lang="ko-KR">
                <a:solidFill>
                  <a:srgbClr val="008575"/>
                </a:solidFill>
                <a:latin typeface="Segoe UI Semibold"/>
                <a:ea typeface="Malgun Gothic"/>
                <a:cs typeface="Segoe UI"/>
              </a:rPr>
              <a:t>Key</a:t>
            </a:r>
          </a:p>
        </p:txBody>
      </p:sp>
      <p:sp>
        <p:nvSpPr>
          <p:cNvPr id="14" name="TextBox 13"/>
          <p:cNvSpPr txBox="1"/>
          <p:nvPr/>
        </p:nvSpPr>
        <p:spPr>
          <a:xfrm>
            <a:off x="4562856" y="3035808"/>
            <a:ext cx="3063240" cy="466344"/>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암호 연산을 요청합니다</a:t>
            </a:r>
          </a:p>
        </p:txBody>
      </p:sp>
      <p:sp>
        <p:nvSpPr>
          <p:cNvPr id="15" name="TextBox 14"/>
          <p:cNvSpPr txBox="1"/>
          <p:nvPr/>
        </p:nvSpPr>
        <p:spPr>
          <a:xfrm>
            <a:off x="4562856" y="3913632"/>
            <a:ext cx="3063240" cy="713232"/>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데이터 암복호화</a:t>
            </a:r>
          </a:p>
          <a:p>
            <a:pPr algn="l">
              <a:lnSpc>
                <a:spcPct val="113000"/>
              </a:lnSpc>
              <a:spcBef>
                <a:spcPts val="0"/>
              </a:spcBef>
              <a:spcAft>
                <a:spcPts val="0"/>
              </a:spcAft>
            </a:pPr>
            <a:r>
              <a:rPr sz="1400" b="0" lang="ko-KR">
                <a:solidFill>
                  <a:srgbClr val="333333"/>
                </a:solidFill>
                <a:latin typeface="Segoe UI"/>
                <a:ea typeface="Malgun Gothic"/>
                <a:cs typeface="Segoe UI"/>
              </a:rPr>
              <a:t>서명 · 데이터 키 보호</a:t>
            </a:r>
          </a:p>
        </p:txBody>
      </p:sp>
      <p:sp>
        <p:nvSpPr>
          <p:cNvPr id="16" name="Rounded Rectangle 15"/>
          <p:cNvSpPr/>
          <p:nvPr/>
        </p:nvSpPr>
        <p:spPr>
          <a:xfrm>
            <a:off x="8083296" y="1911095"/>
            <a:ext cx="3520440"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83296" y="1911095"/>
            <a:ext cx="50292" cy="313639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212848"/>
            <a:ext cx="3063240" cy="438912"/>
          </a:xfrm>
          <a:prstGeom prst="rect">
            <a:avLst/>
          </a:prstGeom>
          <a:noFill/>
        </p:spPr>
        <p:txBody>
          <a:bodyPr wrap="square" lIns="0" rIns="0" tIns="0" bIns="0">
            <a:spAutoFit/>
          </a:bodyPr>
          <a:lstStyle/>
          <a:p>
            <a:pPr algn="l">
              <a:lnSpc>
                <a:spcPct val="113000"/>
              </a:lnSpc>
              <a:spcBef>
                <a:spcPts val="0"/>
              </a:spcBef>
              <a:spcAft>
                <a:spcPts val="0"/>
              </a:spcAft>
            </a:pPr>
            <a:r>
              <a:rPr sz="2500" b="1" lang="ko-KR">
                <a:solidFill>
                  <a:srgbClr val="243A5E"/>
                </a:solidFill>
                <a:latin typeface="Segoe UI Semibold"/>
                <a:ea typeface="Malgun Gothic"/>
                <a:cs typeface="Segoe UI"/>
              </a:rPr>
              <a:t>Certificate</a:t>
            </a:r>
          </a:p>
        </p:txBody>
      </p:sp>
      <p:sp>
        <p:nvSpPr>
          <p:cNvPr id="19" name="TextBox 18"/>
          <p:cNvSpPr txBox="1"/>
          <p:nvPr/>
        </p:nvSpPr>
        <p:spPr>
          <a:xfrm>
            <a:off x="8311896" y="3035808"/>
            <a:ext cx="3063240" cy="466344"/>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서비스에 적용합니다</a:t>
            </a:r>
          </a:p>
        </p:txBody>
      </p:sp>
      <p:sp>
        <p:nvSpPr>
          <p:cNvPr id="20" name="TextBox 19"/>
          <p:cNvSpPr txBox="1"/>
          <p:nvPr/>
        </p:nvSpPr>
        <p:spPr>
          <a:xfrm>
            <a:off x="8311896" y="3913632"/>
            <a:ext cx="3063240" cy="713232"/>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HTTPS 인증서</a:t>
            </a:r>
          </a:p>
          <a:p>
            <a:pPr algn="l">
              <a:lnSpc>
                <a:spcPct val="113000"/>
              </a:lnSpc>
              <a:spcBef>
                <a:spcPts val="0"/>
              </a:spcBef>
              <a:spcAft>
                <a:spcPts val="0"/>
              </a:spcAft>
            </a:pPr>
            <a:r>
              <a:rPr sz="1400" b="0" lang="ko-KR">
                <a:solidFill>
                  <a:srgbClr val="333333"/>
                </a:solidFill>
                <a:latin typeface="Segoe UI"/>
                <a:ea typeface="Malgun Gothic"/>
                <a:cs typeface="Segoe UI"/>
              </a:rPr>
              <a:t>유효 기간 · 갱신 관리</a:t>
            </a:r>
          </a:p>
        </p:txBody>
      </p:sp>
      <p:sp>
        <p:nvSpPr>
          <p:cNvPr id="21" name="Rectangle 20"/>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888736"/>
            <a:ext cx="10570464" cy="29260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008575"/>
                </a:solidFill>
                <a:latin typeface="Segoe UI"/>
                <a:ea typeface="Malgun Gothic"/>
                <a:cs typeface="Segoe UI"/>
              </a:rPr>
              <a:t>우리 사례는 연결 문자열을 보관하는 Secret입니다. 이름에 ‘API key’가 있어도 보통 Secret으로 저장합니다.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주문 앱은 Vault에서 읽고, 그 값으로 DB에 연결합니다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1.1 Secret 시나리오 · 같은 앱이 PC 또는 Pod에서 실행</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04</a:t>
            </a:r>
          </a:p>
        </p:txBody>
      </p:sp>
      <p:sp>
        <p:nvSpPr>
          <p:cNvPr id="6" name="Rounded Rectangle 5"/>
          <p:cNvSpPr/>
          <p:nvPr/>
        </p:nvSpPr>
        <p:spPr>
          <a:xfrm>
            <a:off x="585216" y="1847088"/>
            <a:ext cx="2907792" cy="30998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627632" y="2057400"/>
            <a:ext cx="822960" cy="786384"/>
          </a:xfrm>
          <a:prstGeom prst="roundRect">
            <a:avLst>
              <a:gd name="adj" fmla="val 4000"/>
            </a:avLst>
          </a:prstGeom>
          <a:solidFill>
            <a:srgbClr val="FFFFFF"/>
          </a:solidFill>
          <a:ln w="10160">
            <a:solidFill>
              <a:srgbClr val="008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08683" y="2221992"/>
            <a:ext cx="460857" cy="438912"/>
          </a:xfrm>
          <a:prstGeom prst="ellipse">
            <a:avLst/>
          </a:prstGeom>
          <a:noFill/>
          <a:ln w="25400">
            <a:solidFill>
              <a:srgbClr val="008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06193" y="2340864"/>
            <a:ext cx="73152" cy="1188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3035808"/>
            <a:ext cx="2633472"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Key Vault</a:t>
            </a:r>
          </a:p>
        </p:txBody>
      </p:sp>
      <p:sp>
        <p:nvSpPr>
          <p:cNvPr id="11" name="TextBox 10"/>
          <p:cNvSpPr txBox="1"/>
          <p:nvPr/>
        </p:nvSpPr>
        <p:spPr>
          <a:xfrm>
            <a:off x="740664" y="3602736"/>
            <a:ext cx="2596896" cy="1243584"/>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Secret: orders-db-connection</a:t>
            </a:r>
          </a:p>
          <a:p>
            <a:pPr algn="ctr">
              <a:lnSpc>
                <a:spcPct val="113000"/>
              </a:lnSpc>
              <a:spcBef>
                <a:spcPts val="0"/>
              </a:spcBef>
              <a:spcAft>
                <a:spcPts val="0"/>
              </a:spcAft>
            </a:pPr>
            <a:r>
              <a:rPr sz="1350" b="0" lang="ko-KR">
                <a:solidFill>
                  <a:srgbClr val="737373"/>
                </a:solidFill>
                <a:latin typeface="Segoe UI"/>
                <a:ea typeface="Malgun Gothic"/>
                <a:cs typeface="Segoe UI"/>
              </a:rPr>
              <a:t>연결 문자열 보관</a:t>
            </a:r>
          </a:p>
        </p:txBody>
      </p:sp>
      <p:sp>
        <p:nvSpPr>
          <p:cNvPr id="12" name="Rounded Rectangle 11"/>
          <p:cNvSpPr/>
          <p:nvPr/>
        </p:nvSpPr>
        <p:spPr>
          <a:xfrm>
            <a:off x="4654296" y="1847088"/>
            <a:ext cx="2907792" cy="30998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605272" y="2057400"/>
            <a:ext cx="1005840" cy="603504"/>
          </a:xfrm>
          <a:prstGeom prst="roundRect">
            <a:avLst>
              <a:gd name="adj" fmla="val 4000"/>
            </a:avLst>
          </a:prstGeom>
          <a:solidFill>
            <a:srgbClr val="FFFFFF"/>
          </a:solidFill>
          <a:ln w="1016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660904"/>
            <a:ext cx="140817"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46673" y="2807208"/>
            <a:ext cx="523036" cy="411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91456" y="3035808"/>
            <a:ext cx="2633472"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주문 앱</a:t>
            </a:r>
          </a:p>
        </p:txBody>
      </p:sp>
      <p:sp>
        <p:nvSpPr>
          <p:cNvPr id="17" name="TextBox 16"/>
          <p:cNvSpPr txBox="1"/>
          <p:nvPr/>
        </p:nvSpPr>
        <p:spPr>
          <a:xfrm>
            <a:off x="4809744" y="3602736"/>
            <a:ext cx="2596896" cy="1243584"/>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읽은 문자열을</a:t>
            </a:r>
          </a:p>
          <a:p>
            <a:pPr algn="ctr">
              <a:lnSpc>
                <a:spcPct val="113000"/>
              </a:lnSpc>
              <a:spcBef>
                <a:spcPts val="0"/>
              </a:spcBef>
              <a:spcAft>
                <a:spcPts val="0"/>
              </a:spcAft>
            </a:pPr>
            <a:r>
              <a:rPr sz="1350" b="0" lang="ko-KR">
                <a:solidFill>
                  <a:srgbClr val="737373"/>
                </a:solidFill>
                <a:latin typeface="Segoe UI"/>
                <a:ea typeface="Malgun Gothic"/>
                <a:cs typeface="Segoe UI"/>
              </a:rPr>
              <a:t>DB 접속에 사용</a:t>
            </a:r>
          </a:p>
        </p:txBody>
      </p:sp>
      <p:sp>
        <p:nvSpPr>
          <p:cNvPr id="18" name="Rounded Rectangle 17"/>
          <p:cNvSpPr/>
          <p:nvPr/>
        </p:nvSpPr>
        <p:spPr>
          <a:xfrm>
            <a:off x="8714232" y="1847088"/>
            <a:ext cx="2889504" cy="309981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30384" y="2066543"/>
            <a:ext cx="457200" cy="457200"/>
          </a:xfrm>
          <a:prstGeom prst="ellipse">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0384" y="2116836"/>
            <a:ext cx="457200"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DB</a:t>
            </a:r>
          </a:p>
        </p:txBody>
      </p:sp>
      <p:sp>
        <p:nvSpPr>
          <p:cNvPr id="21" name="TextBox 20"/>
          <p:cNvSpPr txBox="1"/>
          <p:nvPr/>
        </p:nvSpPr>
        <p:spPr>
          <a:xfrm>
            <a:off x="8851392" y="3035808"/>
            <a:ext cx="2615184"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DB</a:t>
            </a:r>
          </a:p>
        </p:txBody>
      </p:sp>
      <p:sp>
        <p:nvSpPr>
          <p:cNvPr id="22" name="TextBox 21"/>
          <p:cNvSpPr txBox="1"/>
          <p:nvPr/>
        </p:nvSpPr>
        <p:spPr>
          <a:xfrm>
            <a:off x="8869680" y="3602736"/>
            <a:ext cx="2578608" cy="1243584"/>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DB의 인증·연결은</a:t>
            </a:r>
          </a:p>
          <a:p>
            <a:pPr algn="ctr">
              <a:lnSpc>
                <a:spcPct val="113000"/>
              </a:lnSpc>
              <a:spcBef>
                <a:spcPts val="0"/>
              </a:spcBef>
              <a:spcAft>
                <a:spcPts val="0"/>
              </a:spcAft>
            </a:pPr>
            <a:r>
              <a:rPr sz="1350" b="0" lang="ko-KR">
                <a:solidFill>
                  <a:srgbClr val="737373"/>
                </a:solidFill>
                <a:latin typeface="Segoe UI"/>
                <a:ea typeface="Malgun Gothic"/>
                <a:cs typeface="Segoe UI"/>
              </a:rPr>
              <a:t>별도 단계</a:t>
            </a:r>
          </a:p>
        </p:txBody>
      </p:sp>
      <p:cxnSp>
        <p:nvCxnSpPr>
          <p:cNvPr id="23" name="Connector 22"/>
          <p:cNvCxnSpPr/>
          <p:nvPr/>
        </p:nvCxnSpPr>
        <p:spPr>
          <a:xfrm>
            <a:off x="3529584" y="2788920"/>
            <a:ext cx="1069848"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93591" y="3035808"/>
            <a:ext cx="941832"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8575"/>
                </a:solidFill>
                <a:latin typeface="Segoe UI Semibold"/>
                <a:ea typeface="Malgun Gothic"/>
                <a:cs typeface="Segoe UI"/>
              </a:rPr>
              <a:t>값 반환</a:t>
            </a:r>
          </a:p>
        </p:txBody>
      </p:sp>
      <p:cxnSp>
        <p:nvCxnSpPr>
          <p:cNvPr id="25" name="Connector 24"/>
          <p:cNvCxnSpPr/>
          <p:nvPr/>
        </p:nvCxnSpPr>
        <p:spPr>
          <a:xfrm>
            <a:off x="7598664" y="2788920"/>
            <a:ext cx="1060704"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62672" y="3035808"/>
            <a:ext cx="932688"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DB 연결</a:t>
            </a:r>
          </a:p>
        </p:txBody>
      </p:sp>
      <p:sp>
        <p:nvSpPr>
          <p:cNvPr id="27" name="TextBox 26"/>
          <p:cNvSpPr txBox="1"/>
          <p:nvPr/>
        </p:nvSpPr>
        <p:spPr>
          <a:xfrm>
            <a:off x="603504" y="5330952"/>
            <a:ext cx="10963656" cy="621792"/>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AKS에서는 앱이 SDK로 직접 읽거나 CSI Driver가 파일로 전달할 수 있습니다.</a:t>
            </a:r>
          </a:p>
          <a:p>
            <a:pPr algn="l">
              <a:lnSpc>
                <a:spcPct val="113000"/>
              </a:lnSpc>
              <a:spcBef>
                <a:spcPts val="0"/>
              </a:spcBef>
              <a:spcAft>
                <a:spcPts val="0"/>
              </a:spcAft>
            </a:pPr>
            <a:r>
              <a:rPr sz="1350" b="0" lang="ko-KR">
                <a:solidFill>
                  <a:srgbClr val="333333"/>
                </a:solidFill>
                <a:latin typeface="Segoe UI"/>
                <a:ea typeface="Malgun Gothic"/>
                <a:cs typeface="Segoe UI"/>
              </a:rPr>
              <a:t>어느 방식이든 앱 신원·읽기 권한·네트워크 경로가 먼저 준비되어야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Secret 저장은 자동 암호화, Key 사용은 앱의 암호 흐름</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1.2 Key를 이해하는 가장 간단한 대비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05</a:t>
            </a:r>
          </a:p>
        </p:txBody>
      </p:sp>
      <p:sp>
        <p:nvSpPr>
          <p:cNvPr id="6" name="Rounded Rectangle 5"/>
          <p:cNvSpPr/>
          <p:nvPr/>
        </p:nvSpPr>
        <p:spPr>
          <a:xfrm>
            <a:off x="585216" y="1856231"/>
            <a:ext cx="5376672" cy="31089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56231"/>
            <a:ext cx="50292" cy="310896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39112"/>
            <a:ext cx="4956048"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연결 문자열을 Secret으로 보관</a:t>
            </a:r>
          </a:p>
        </p:txBody>
      </p:sp>
      <p:sp>
        <p:nvSpPr>
          <p:cNvPr id="9" name="TextBox 8"/>
          <p:cNvSpPr txBox="1"/>
          <p:nvPr/>
        </p:nvSpPr>
        <p:spPr>
          <a:xfrm>
            <a:off x="795528" y="2651760"/>
            <a:ext cx="4956048" cy="2139696"/>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문자열 저장 → Vault가 저장 시 암호화</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권한 있는 앱이 원래 문자열을 조회</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앱이 별도의 Key를 만들 필요는 없습니다.</a:t>
            </a:r>
          </a:p>
        </p:txBody>
      </p:sp>
      <p:sp>
        <p:nvSpPr>
          <p:cNvPr id="10" name="Rounded Rectangle 9"/>
          <p:cNvSpPr/>
          <p:nvPr/>
        </p:nvSpPr>
        <p:spPr>
          <a:xfrm>
            <a:off x="6236208" y="1856231"/>
            <a:ext cx="5367528" cy="310896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856231"/>
            <a:ext cx="50292" cy="3108960"/>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39112"/>
            <a:ext cx="4946904"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민감한 데이터를 암호화해 DB에 보관</a:t>
            </a:r>
          </a:p>
        </p:txBody>
      </p:sp>
      <p:sp>
        <p:nvSpPr>
          <p:cNvPr id="13" name="TextBox 12"/>
          <p:cNvSpPr txBox="1"/>
          <p:nvPr/>
        </p:nvSpPr>
        <p:spPr>
          <a:xfrm>
            <a:off x="6446520" y="2651760"/>
            <a:ext cx="4946904" cy="2139696"/>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원문 → Key의 암호 연산 → DB에 암호문</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DB의 암호문 → 복호화 요청 → 원래 값</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앱이 암복호화 흐름을 구현합니다.</a:t>
            </a:r>
          </a:p>
        </p:txBody>
      </p:sp>
      <p:sp>
        <p:nvSpPr>
          <p:cNvPr id="14" name="Rectangle 13"/>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5888736"/>
            <a:ext cx="10570464" cy="29260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008575"/>
                </a:solidFill>
                <a:latin typeface="Segoe UI"/>
                <a:ea typeface="Malgun Gothic"/>
                <a:cs typeface="Segoe UI"/>
              </a:rPr>
              <a:t>큰 데이터의 AES 키 보호(Envelope encryption)는 심화 내용입니다. 상세 흐름은 부록 A1에서 확인합니다.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Certificate는 HTTPS에 사용할 인증서와 개인 키를 묶습니다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1.3 연결 문자열과 다른 대상 · 웹 서비스의 HTTPS</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06</a:t>
            </a:r>
          </a:p>
        </p:txBody>
      </p:sp>
      <p:sp>
        <p:nvSpPr>
          <p:cNvPr id="6" name="Rounded Rectangle 5"/>
          <p:cNvSpPr/>
          <p:nvPr/>
        </p:nvSpPr>
        <p:spPr>
          <a:xfrm>
            <a:off x="585216" y="1847088"/>
            <a:ext cx="4178808" cy="36118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 y="1847088"/>
            <a:ext cx="50292" cy="3611880"/>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29968"/>
            <a:ext cx="3758184"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Key Vault에서 함께 관리</a:t>
            </a:r>
          </a:p>
        </p:txBody>
      </p:sp>
      <p:sp>
        <p:nvSpPr>
          <p:cNvPr id="9" name="TextBox 8"/>
          <p:cNvSpPr txBox="1"/>
          <p:nvPr/>
        </p:nvSpPr>
        <p:spPr>
          <a:xfrm>
            <a:off x="795528" y="2642616"/>
            <a:ext cx="3758184" cy="2642616"/>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Certificate  — 인증서·정책</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Key             — 연결된 암호 키</a:t>
            </a:r>
          </a:p>
          <a:p>
            <a:pPr algn="l">
              <a:lnSpc>
                <a:spcPct val="113000"/>
              </a:lnSpc>
              <a:spcBef>
                <a:spcPts val="0"/>
              </a:spcBef>
              <a:spcAft>
                <a:spcPts val="0"/>
              </a:spcAft>
            </a:pPr>
            <a:r>
              <a:rPr sz="1350" b="0" lang="ko-KR">
                <a:solidFill>
                  <a:srgbClr val="333333"/>
                </a:solidFill>
                <a:latin typeface="Segoe UI"/>
                <a:ea typeface="Malgun Gothic"/>
                <a:cs typeface="Segoe UI"/>
              </a:rPr>
              <a:t/>
            </a:r>
          </a:p>
          <a:p>
            <a:pPr algn="l">
              <a:lnSpc>
                <a:spcPct val="113000"/>
              </a:lnSpc>
              <a:spcBef>
                <a:spcPts val="0"/>
              </a:spcBef>
              <a:spcAft>
                <a:spcPts val="0"/>
              </a:spcAft>
            </a:pPr>
            <a:r>
              <a:rPr sz="1350" b="0" lang="ko-KR">
                <a:solidFill>
                  <a:srgbClr val="333333"/>
                </a:solidFill>
                <a:latin typeface="Segoe UI"/>
                <a:ea typeface="Malgun Gothic"/>
                <a:cs typeface="Segoe UI"/>
              </a:rPr>
              <a:t>Secret        — PFX: 인증서 + 개인 키</a:t>
            </a:r>
          </a:p>
        </p:txBody>
      </p:sp>
      <p:sp>
        <p:nvSpPr>
          <p:cNvPr id="10" name="Rounded Rectangle 9"/>
          <p:cNvSpPr/>
          <p:nvPr/>
        </p:nvSpPr>
        <p:spPr>
          <a:xfrm>
            <a:off x="6858000" y="1847088"/>
            <a:ext cx="4745736" cy="361188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727948" y="2057400"/>
            <a:ext cx="1005840" cy="603504"/>
          </a:xfrm>
          <a:prstGeom prst="roundRect">
            <a:avLst>
              <a:gd name="adj" fmla="val 4000"/>
            </a:avLst>
          </a:prstGeom>
          <a:solidFill>
            <a:srgbClr val="FFFFFF"/>
          </a:solidFill>
          <a:ln w="1016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160459" y="2660904"/>
            <a:ext cx="140817"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69349" y="2807208"/>
            <a:ext cx="523036" cy="411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3035808"/>
            <a:ext cx="4471416"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Application Gateway v2</a:t>
            </a:r>
          </a:p>
        </p:txBody>
      </p:sp>
      <p:sp>
        <p:nvSpPr>
          <p:cNvPr id="15" name="TextBox 14"/>
          <p:cNvSpPr txBox="1"/>
          <p:nvPr/>
        </p:nvSpPr>
        <p:spPr>
          <a:xfrm>
            <a:off x="7013448" y="3602736"/>
            <a:ext cx="4434840" cy="1755648"/>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PFX를 가져와 로컬에 적용</a:t>
            </a:r>
          </a:p>
          <a:p>
            <a:pPr algn="ctr">
              <a:lnSpc>
                <a:spcPct val="113000"/>
              </a:lnSpc>
              <a:spcBef>
                <a:spcPts val="0"/>
              </a:spcBef>
              <a:spcAft>
                <a:spcPts val="0"/>
              </a:spcAft>
            </a:pPr>
            <a:r>
              <a:rPr sz="1350" b="0" lang="ko-KR">
                <a:solidFill>
                  <a:srgbClr val="737373"/>
                </a:solidFill>
                <a:latin typeface="Segoe UI"/>
                <a:ea typeface="Malgun Gothic"/>
                <a:cs typeface="Segoe UI"/>
              </a:rPr>
              <a:t>사용자와의 TLS 연결을 처리</a:t>
            </a:r>
          </a:p>
        </p:txBody>
      </p:sp>
      <p:cxnSp>
        <p:nvCxnSpPr>
          <p:cNvPr id="16" name="Connector 15"/>
          <p:cNvCxnSpPr/>
          <p:nvPr/>
        </p:nvCxnSpPr>
        <p:spPr>
          <a:xfrm>
            <a:off x="4837176" y="4224528"/>
            <a:ext cx="1947672"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01184" y="3730752"/>
            <a:ext cx="1819655"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연결된 Secret의 PFX</a:t>
            </a:r>
          </a:p>
        </p:txBody>
      </p:sp>
      <p:sp>
        <p:nvSpPr>
          <p:cNvPr id="18" name="Rectangle 17"/>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5888736"/>
            <a:ext cx="10570464" cy="29260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008575"/>
                </a:solidFill>
                <a:latin typeface="Segoe UI"/>
                <a:ea typeface="Malgun Gothic"/>
                <a:cs typeface="Segoe UI"/>
              </a:rPr>
              <a:t>Gateway 연동에는 개인 키를 내보낼 수 있는 인증서가 필요합니다. Key의 원격 연산과는 다른 사용 방식입니다.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로그인이 됐어도 읽기 권한이 없으면 조회는 실패합니다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2.1 인증과 권한 · 같은 앱 요청에 두 번의 판단</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07</a:t>
            </a:r>
          </a:p>
        </p:txBody>
      </p:sp>
      <p:sp>
        <p:nvSpPr>
          <p:cNvPr id="6" name="Rounded Rectangle 5"/>
          <p:cNvSpPr/>
          <p:nvPr/>
        </p:nvSpPr>
        <p:spPr>
          <a:xfrm>
            <a:off x="585216" y="1865376"/>
            <a:ext cx="2816352" cy="33467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90472" y="2075688"/>
            <a:ext cx="1005840" cy="603504"/>
          </a:xfrm>
          <a:prstGeom prst="roundRect">
            <a:avLst>
              <a:gd name="adj" fmla="val 4000"/>
            </a:avLst>
          </a:prstGeom>
          <a:solidFill>
            <a:srgbClr val="FFFFFF"/>
          </a:solidFill>
          <a:ln w="1016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22983" y="2679192"/>
            <a:ext cx="140817"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31873" y="2825496"/>
            <a:ext cx="523036" cy="411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3054096"/>
            <a:ext cx="2542032"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주문 앱</a:t>
            </a:r>
          </a:p>
        </p:txBody>
      </p:sp>
      <p:sp>
        <p:nvSpPr>
          <p:cNvPr id="11" name="TextBox 10"/>
          <p:cNvSpPr txBox="1"/>
          <p:nvPr/>
        </p:nvSpPr>
        <p:spPr>
          <a:xfrm>
            <a:off x="740664" y="3621024"/>
            <a:ext cx="2505456" cy="1490472"/>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SP 자격 증명으로</a:t>
            </a:r>
          </a:p>
          <a:p>
            <a:pPr algn="ctr">
              <a:lnSpc>
                <a:spcPct val="113000"/>
              </a:lnSpc>
              <a:spcBef>
                <a:spcPts val="0"/>
              </a:spcBef>
              <a:spcAft>
                <a:spcPts val="0"/>
              </a:spcAft>
            </a:pPr>
            <a:r>
              <a:rPr sz="1350" b="0" lang="ko-KR">
                <a:solidFill>
                  <a:srgbClr val="737373"/>
                </a:solidFill>
                <a:latin typeface="Segoe UI"/>
                <a:ea typeface="Malgun Gothic"/>
                <a:cs typeface="Segoe UI"/>
              </a:rPr>
              <a:t>앱 신원을 제시</a:t>
            </a:r>
          </a:p>
        </p:txBody>
      </p:sp>
      <p:sp>
        <p:nvSpPr>
          <p:cNvPr id="12" name="Rounded Rectangle 11"/>
          <p:cNvSpPr/>
          <p:nvPr/>
        </p:nvSpPr>
        <p:spPr>
          <a:xfrm>
            <a:off x="4608576" y="1865376"/>
            <a:ext cx="2898648" cy="33467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29300" y="2084832"/>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9300" y="2135124"/>
            <a:ext cx="457200"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ID</a:t>
            </a:r>
          </a:p>
        </p:txBody>
      </p:sp>
      <p:sp>
        <p:nvSpPr>
          <p:cNvPr id="15" name="TextBox 14"/>
          <p:cNvSpPr txBox="1"/>
          <p:nvPr/>
        </p:nvSpPr>
        <p:spPr>
          <a:xfrm>
            <a:off x="4745736" y="3054096"/>
            <a:ext cx="2624328"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Microsoft Entra ID</a:t>
            </a:r>
          </a:p>
        </p:txBody>
      </p:sp>
      <p:sp>
        <p:nvSpPr>
          <p:cNvPr id="16" name="TextBox 15"/>
          <p:cNvSpPr txBox="1"/>
          <p:nvPr/>
        </p:nvSpPr>
        <p:spPr>
          <a:xfrm>
            <a:off x="4764024" y="3621024"/>
            <a:ext cx="2587752" cy="1490472"/>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① 누구인가?</a:t>
            </a:r>
          </a:p>
          <a:p>
            <a:pPr algn="ctr">
              <a:lnSpc>
                <a:spcPct val="113000"/>
              </a:lnSpc>
              <a:spcBef>
                <a:spcPts val="0"/>
              </a:spcBef>
              <a:spcAft>
                <a:spcPts val="0"/>
              </a:spcAft>
            </a:pPr>
            <a:r>
              <a:rPr sz="1350" b="0" lang="ko-KR">
                <a:solidFill>
                  <a:srgbClr val="737373"/>
                </a:solidFill>
                <a:latin typeface="Segoe UI"/>
                <a:ea typeface="Malgun Gothic"/>
                <a:cs typeface="Segoe UI"/>
              </a:rPr>
              <a:t>앱의 토큰 발급</a:t>
            </a:r>
          </a:p>
        </p:txBody>
      </p:sp>
      <p:sp>
        <p:nvSpPr>
          <p:cNvPr id="17" name="Rounded Rectangle 16"/>
          <p:cNvSpPr/>
          <p:nvPr/>
        </p:nvSpPr>
        <p:spPr>
          <a:xfrm>
            <a:off x="8705088" y="1865376"/>
            <a:ext cx="2898648" cy="334670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42932" y="2075688"/>
            <a:ext cx="822960" cy="786384"/>
          </a:xfrm>
          <a:prstGeom prst="roundRect">
            <a:avLst>
              <a:gd name="adj" fmla="val 4000"/>
            </a:avLst>
          </a:prstGeom>
          <a:solidFill>
            <a:srgbClr val="FFFFFF"/>
          </a:solidFill>
          <a:ln w="10160">
            <a:solidFill>
              <a:srgbClr val="008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23983" y="2240280"/>
            <a:ext cx="460857" cy="438912"/>
          </a:xfrm>
          <a:prstGeom prst="ellipse">
            <a:avLst/>
          </a:prstGeom>
          <a:noFill/>
          <a:ln w="25400">
            <a:solidFill>
              <a:srgbClr val="008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21493" y="2359152"/>
            <a:ext cx="73152" cy="1188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42248" y="3054096"/>
            <a:ext cx="2624328"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Key Vault</a:t>
            </a:r>
          </a:p>
        </p:txBody>
      </p:sp>
      <p:sp>
        <p:nvSpPr>
          <p:cNvPr id="22" name="TextBox 21"/>
          <p:cNvSpPr txBox="1"/>
          <p:nvPr/>
        </p:nvSpPr>
        <p:spPr>
          <a:xfrm>
            <a:off x="8860536" y="3621024"/>
            <a:ext cx="2587752" cy="1490472"/>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② 읽어도 되는가?</a:t>
            </a:r>
          </a:p>
          <a:p>
            <a:pPr algn="ctr">
              <a:lnSpc>
                <a:spcPct val="113000"/>
              </a:lnSpc>
              <a:spcBef>
                <a:spcPts val="0"/>
              </a:spcBef>
              <a:spcAft>
                <a:spcPts val="0"/>
              </a:spcAft>
            </a:pPr>
            <a:r>
              <a:rPr sz="1350" b="0" lang="ko-KR">
                <a:solidFill>
                  <a:srgbClr val="737373"/>
                </a:solidFill>
                <a:latin typeface="Segoe UI"/>
                <a:ea typeface="Malgun Gothic"/>
                <a:cs typeface="Segoe UI"/>
              </a:rPr>
              <a:t>SP의 권한 확인</a:t>
            </a:r>
          </a:p>
        </p:txBody>
      </p:sp>
      <p:cxnSp>
        <p:nvCxnSpPr>
          <p:cNvPr id="23" name="Connector 22"/>
          <p:cNvCxnSpPr/>
          <p:nvPr/>
        </p:nvCxnSpPr>
        <p:spPr>
          <a:xfrm>
            <a:off x="3447288" y="2514600"/>
            <a:ext cx="1106424"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511296" y="2029968"/>
            <a:ext cx="978408"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인증 요청</a:t>
            </a:r>
          </a:p>
        </p:txBody>
      </p:sp>
      <p:cxnSp>
        <p:nvCxnSpPr>
          <p:cNvPr id="25" name="Connector 24"/>
          <p:cNvCxnSpPr/>
          <p:nvPr/>
        </p:nvCxnSpPr>
        <p:spPr>
          <a:xfrm flipH="1">
            <a:off x="3447288" y="3858768"/>
            <a:ext cx="1106424"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11296" y="4169663"/>
            <a:ext cx="978408"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토큰 반환</a:t>
            </a:r>
          </a:p>
        </p:txBody>
      </p:sp>
      <p:cxnSp>
        <p:nvCxnSpPr>
          <p:cNvPr id="27" name="Connector 26"/>
          <p:cNvCxnSpPr/>
          <p:nvPr/>
        </p:nvCxnSpPr>
        <p:spPr>
          <a:xfrm>
            <a:off x="1993392" y="5276088"/>
            <a:ext cx="0" cy="27432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993392" y="5550408"/>
            <a:ext cx="8138160"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131552" y="5276088"/>
            <a:ext cx="0" cy="27432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2928" y="5751576"/>
            <a:ext cx="6793992" cy="347472"/>
          </a:xfrm>
          <a:prstGeom prst="rect">
            <a:avLst/>
          </a:prstGeom>
          <a:noFill/>
        </p:spPr>
        <p:txBody>
          <a:bodyPr wrap="square" lIns="0" rIns="0" tIns="0" bIns="0">
            <a:spAutoFit/>
          </a:bodyPr>
          <a:lstStyle/>
          <a:p>
            <a:pPr algn="ctr">
              <a:lnSpc>
                <a:spcPct val="113000"/>
              </a:lnSpc>
              <a:spcBef>
                <a:spcPts val="0"/>
              </a:spcBef>
              <a:spcAft>
                <a:spcPts val="0"/>
              </a:spcAft>
            </a:pPr>
            <a:r>
              <a:rPr sz="1400" b="1" lang="ko-KR">
                <a:solidFill>
                  <a:srgbClr val="008575"/>
                </a:solidFill>
                <a:latin typeface="Segoe UI Semibold"/>
                <a:ea typeface="Malgun Gothic"/>
                <a:cs typeface="Segoe UI"/>
              </a:rPr>
              <a:t>앱이 토큰을 포함하여 Vault로 직접 조회 요청</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앱에는 읽기만, 값 관리자에게는 변경 권한을 줍니다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2.3 우리가 먼저 선택할 세 가지 역할</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08</a:t>
            </a:r>
          </a:p>
        </p:txBody>
      </p:sp>
      <p:sp>
        <p:nvSpPr>
          <p:cNvPr id="6" name="Rounded Rectangle 5"/>
          <p:cNvSpPr/>
          <p:nvPr/>
        </p:nvSpPr>
        <p:spPr>
          <a:xfrm>
            <a:off x="585216" y="1892807"/>
            <a:ext cx="3520440" cy="28986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2148840"/>
            <a:ext cx="3081528" cy="292608"/>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실행 중인 주문 앱</a:t>
            </a:r>
          </a:p>
        </p:txBody>
      </p:sp>
      <p:sp>
        <p:nvSpPr>
          <p:cNvPr id="8" name="TextBox 7"/>
          <p:cNvSpPr txBox="1"/>
          <p:nvPr/>
        </p:nvSpPr>
        <p:spPr>
          <a:xfrm>
            <a:off x="804672" y="2843784"/>
            <a:ext cx="3081528" cy="758952"/>
          </a:xfrm>
          <a:prstGeom prst="rect">
            <a:avLst/>
          </a:prstGeom>
          <a:noFill/>
        </p:spPr>
        <p:txBody>
          <a:bodyPr wrap="square" lIns="0" rIns="0" tIns="0" bIns="0">
            <a:spAutoFit/>
          </a:bodyPr>
          <a:lstStyle/>
          <a:p>
            <a:pPr algn="l">
              <a:lnSpc>
                <a:spcPct val="113000"/>
              </a:lnSpc>
              <a:spcBef>
                <a:spcPts val="0"/>
              </a:spcBef>
              <a:spcAft>
                <a:spcPts val="0"/>
              </a:spcAft>
            </a:pPr>
            <a:r>
              <a:rPr sz="2100" b="1" lang="ko-KR">
                <a:solidFill>
                  <a:srgbClr val="0078D4"/>
                </a:solidFill>
                <a:latin typeface="Segoe UI Semibold"/>
                <a:ea typeface="Malgun Gothic"/>
                <a:cs typeface="Segoe UI"/>
              </a:rPr>
              <a:t>Key Vault</a:t>
            </a:r>
          </a:p>
          <a:p>
            <a:pPr algn="l">
              <a:lnSpc>
                <a:spcPct val="113000"/>
              </a:lnSpc>
              <a:spcBef>
                <a:spcPts val="0"/>
              </a:spcBef>
              <a:spcAft>
                <a:spcPts val="0"/>
              </a:spcAft>
            </a:pPr>
            <a:r>
              <a:rPr sz="2100" b="1" lang="ko-KR">
                <a:solidFill>
                  <a:srgbClr val="0078D4"/>
                </a:solidFill>
                <a:latin typeface="Segoe UI Semibold"/>
                <a:ea typeface="Malgun Gothic"/>
                <a:cs typeface="Segoe UI"/>
              </a:rPr>
              <a:t>Secrets User</a:t>
            </a:r>
          </a:p>
        </p:txBody>
      </p:sp>
      <p:sp>
        <p:nvSpPr>
          <p:cNvPr id="9" name="TextBox 8"/>
          <p:cNvSpPr txBox="1"/>
          <p:nvPr/>
        </p:nvSpPr>
        <p:spPr>
          <a:xfrm>
            <a:off x="804672" y="3904487"/>
            <a:ext cx="3081528" cy="722376"/>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Secret 값 읽기</a:t>
            </a:r>
          </a:p>
          <a:p>
            <a:pPr algn="l">
              <a:lnSpc>
                <a:spcPct val="113000"/>
              </a:lnSpc>
              <a:spcBef>
                <a:spcPts val="0"/>
              </a:spcBef>
              <a:spcAft>
                <a:spcPts val="0"/>
              </a:spcAft>
            </a:pPr>
            <a:r>
              <a:rPr sz="1400" b="0" lang="ko-KR">
                <a:solidFill>
                  <a:srgbClr val="333333"/>
                </a:solidFill>
                <a:latin typeface="Segoe UI"/>
                <a:ea typeface="Malgun Gothic"/>
                <a:cs typeface="Segoe UI"/>
              </a:rPr>
              <a:t>생성·변경·삭제는 하지 않음</a:t>
            </a:r>
          </a:p>
        </p:txBody>
      </p:sp>
      <p:sp>
        <p:nvSpPr>
          <p:cNvPr id="10" name="Rounded Rectangle 9"/>
          <p:cNvSpPr/>
          <p:nvPr/>
        </p:nvSpPr>
        <p:spPr>
          <a:xfrm>
            <a:off x="4334256" y="1892807"/>
            <a:ext cx="3520440" cy="28986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148840"/>
            <a:ext cx="3081528" cy="292608"/>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비밀을 관리하는 담당자</a:t>
            </a:r>
          </a:p>
        </p:txBody>
      </p:sp>
      <p:sp>
        <p:nvSpPr>
          <p:cNvPr id="12" name="TextBox 11"/>
          <p:cNvSpPr txBox="1"/>
          <p:nvPr/>
        </p:nvSpPr>
        <p:spPr>
          <a:xfrm>
            <a:off x="4553712" y="2843784"/>
            <a:ext cx="3081528" cy="758952"/>
          </a:xfrm>
          <a:prstGeom prst="rect">
            <a:avLst/>
          </a:prstGeom>
          <a:noFill/>
        </p:spPr>
        <p:txBody>
          <a:bodyPr wrap="square" lIns="0" rIns="0" tIns="0" bIns="0">
            <a:spAutoFit/>
          </a:bodyPr>
          <a:lstStyle/>
          <a:p>
            <a:pPr algn="l">
              <a:lnSpc>
                <a:spcPct val="113000"/>
              </a:lnSpc>
              <a:spcBef>
                <a:spcPts val="0"/>
              </a:spcBef>
              <a:spcAft>
                <a:spcPts val="0"/>
              </a:spcAft>
            </a:pPr>
            <a:r>
              <a:rPr sz="2100" b="1" lang="ko-KR">
                <a:solidFill>
                  <a:srgbClr val="008575"/>
                </a:solidFill>
                <a:latin typeface="Segoe UI Semibold"/>
                <a:ea typeface="Malgun Gothic"/>
                <a:cs typeface="Segoe UI"/>
              </a:rPr>
              <a:t>Key Vault</a:t>
            </a:r>
          </a:p>
          <a:p>
            <a:pPr algn="l">
              <a:lnSpc>
                <a:spcPct val="113000"/>
              </a:lnSpc>
              <a:spcBef>
                <a:spcPts val="0"/>
              </a:spcBef>
              <a:spcAft>
                <a:spcPts val="0"/>
              </a:spcAft>
            </a:pPr>
            <a:r>
              <a:rPr sz="2100" b="1" lang="ko-KR">
                <a:solidFill>
                  <a:srgbClr val="008575"/>
                </a:solidFill>
                <a:latin typeface="Segoe UI Semibold"/>
                <a:ea typeface="Malgun Gothic"/>
                <a:cs typeface="Segoe UI"/>
              </a:rPr>
              <a:t>Secrets Officer</a:t>
            </a:r>
          </a:p>
        </p:txBody>
      </p:sp>
      <p:sp>
        <p:nvSpPr>
          <p:cNvPr id="13" name="TextBox 12"/>
          <p:cNvSpPr txBox="1"/>
          <p:nvPr/>
        </p:nvSpPr>
        <p:spPr>
          <a:xfrm>
            <a:off x="4553712" y="3904487"/>
            <a:ext cx="3081528" cy="722376"/>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Secret 생성·새 버전·삭제 등</a:t>
            </a:r>
          </a:p>
          <a:p>
            <a:pPr algn="l">
              <a:lnSpc>
                <a:spcPct val="113000"/>
              </a:lnSpc>
              <a:spcBef>
                <a:spcPts val="0"/>
              </a:spcBef>
              <a:spcAft>
                <a:spcPts val="0"/>
              </a:spcAft>
            </a:pPr>
            <a:r>
              <a:rPr sz="1400" b="0" lang="ko-KR">
                <a:solidFill>
                  <a:srgbClr val="333333"/>
                </a:solidFill>
                <a:latin typeface="Segoe UI"/>
                <a:ea typeface="Malgun Gothic"/>
                <a:cs typeface="Segoe UI"/>
              </a:rPr>
              <a:t>일반 앱에는 과도한 권한</a:t>
            </a:r>
          </a:p>
        </p:txBody>
      </p:sp>
      <p:sp>
        <p:nvSpPr>
          <p:cNvPr id="14" name="Rounded Rectangle 13"/>
          <p:cNvSpPr/>
          <p:nvPr/>
        </p:nvSpPr>
        <p:spPr>
          <a:xfrm>
            <a:off x="8083296" y="1892807"/>
            <a:ext cx="3520440" cy="2898648"/>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2148840"/>
            <a:ext cx="3081528" cy="292608"/>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Vault를 구성하는 담당자</a:t>
            </a:r>
          </a:p>
        </p:txBody>
      </p:sp>
      <p:sp>
        <p:nvSpPr>
          <p:cNvPr id="16" name="TextBox 15"/>
          <p:cNvSpPr txBox="1"/>
          <p:nvPr/>
        </p:nvSpPr>
        <p:spPr>
          <a:xfrm>
            <a:off x="8302752" y="2843784"/>
            <a:ext cx="3081528" cy="758952"/>
          </a:xfrm>
          <a:prstGeom prst="rect">
            <a:avLst/>
          </a:prstGeom>
          <a:noFill/>
        </p:spPr>
        <p:txBody>
          <a:bodyPr wrap="square" lIns="0" rIns="0" tIns="0" bIns="0">
            <a:spAutoFit/>
          </a:bodyPr>
          <a:lstStyle/>
          <a:p>
            <a:pPr algn="l">
              <a:lnSpc>
                <a:spcPct val="113000"/>
              </a:lnSpc>
              <a:spcBef>
                <a:spcPts val="0"/>
              </a:spcBef>
              <a:spcAft>
                <a:spcPts val="0"/>
              </a:spcAft>
            </a:pPr>
            <a:r>
              <a:rPr sz="2100" b="1" lang="ko-KR">
                <a:solidFill>
                  <a:srgbClr val="243A5E"/>
                </a:solidFill>
                <a:latin typeface="Segoe UI Semibold"/>
                <a:ea typeface="Malgun Gothic"/>
                <a:cs typeface="Segoe UI"/>
              </a:rPr>
              <a:t>Key Vault</a:t>
            </a:r>
          </a:p>
          <a:p>
            <a:pPr algn="l">
              <a:lnSpc>
                <a:spcPct val="113000"/>
              </a:lnSpc>
              <a:spcBef>
                <a:spcPts val="0"/>
              </a:spcBef>
              <a:spcAft>
                <a:spcPts val="0"/>
              </a:spcAft>
            </a:pPr>
            <a:r>
              <a:rPr sz="2100" b="1" lang="ko-KR">
                <a:solidFill>
                  <a:srgbClr val="243A5E"/>
                </a:solidFill>
                <a:latin typeface="Segoe UI Semibold"/>
                <a:ea typeface="Malgun Gothic"/>
                <a:cs typeface="Segoe UI"/>
              </a:rPr>
              <a:t>Contributor</a:t>
            </a:r>
          </a:p>
        </p:txBody>
      </p:sp>
      <p:sp>
        <p:nvSpPr>
          <p:cNvPr id="17" name="TextBox 16"/>
          <p:cNvSpPr txBox="1"/>
          <p:nvPr/>
        </p:nvSpPr>
        <p:spPr>
          <a:xfrm>
            <a:off x="8302752" y="3904487"/>
            <a:ext cx="3081528" cy="722376"/>
          </a:xfrm>
          <a:prstGeom prst="rect">
            <a:avLst/>
          </a:prstGeom>
          <a:noFill/>
        </p:spPr>
        <p:txBody>
          <a:bodyPr wrap="square" lIns="0" rIns="0" tIns="0" bIns="0">
            <a:spAutoFit/>
          </a:bodyPr>
          <a:lstStyle/>
          <a:p>
            <a:pPr algn="l">
              <a:lnSpc>
                <a:spcPct val="113000"/>
              </a:lnSpc>
              <a:spcBef>
                <a:spcPts val="0"/>
              </a:spcBef>
              <a:spcAft>
                <a:spcPts val="0"/>
              </a:spcAft>
            </a:pPr>
            <a:r>
              <a:rPr sz="1400" b="0" lang="ko-KR">
                <a:solidFill>
                  <a:srgbClr val="333333"/>
                </a:solidFill>
                <a:latin typeface="Segoe UI"/>
                <a:ea typeface="Malgun Gothic"/>
                <a:cs typeface="Segoe UI"/>
              </a:rPr>
              <a:t>Vault 구성·수명 관리</a:t>
            </a:r>
          </a:p>
          <a:p>
            <a:pPr algn="l">
              <a:lnSpc>
                <a:spcPct val="113000"/>
              </a:lnSpc>
              <a:spcBef>
                <a:spcPts val="0"/>
              </a:spcBef>
              <a:spcAft>
                <a:spcPts val="0"/>
              </a:spcAft>
            </a:pPr>
            <a:r>
              <a:rPr sz="1400" b="0" lang="ko-KR">
                <a:solidFill>
                  <a:srgbClr val="333333"/>
                </a:solidFill>
                <a:latin typeface="Segoe UI"/>
                <a:ea typeface="Malgun Gothic"/>
                <a:cs typeface="Segoe UI"/>
              </a:rPr>
              <a:t>그 역할만으로 값 읽기 불가</a:t>
            </a:r>
          </a:p>
        </p:txBody>
      </p:sp>
      <p:sp>
        <p:nvSpPr>
          <p:cNvPr id="18" name="TextBox 17"/>
          <p:cNvSpPr txBox="1"/>
          <p:nvPr/>
        </p:nvSpPr>
        <p:spPr>
          <a:xfrm>
            <a:off x="649224" y="5102352"/>
            <a:ext cx="10927080" cy="329184"/>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0078D4"/>
                </a:solidFill>
                <a:latin typeface="Segoe UI Semibold"/>
                <a:ea typeface="Malgun Gothic"/>
                <a:cs typeface="Segoe UI"/>
              </a:rPr>
              <a:t>Key Vault Reader는 목록·속성만 읽고, Secret 값은 읽지 못합니다.</a:t>
            </a:r>
          </a:p>
        </p:txBody>
      </p:sp>
      <p:sp>
        <p:nvSpPr>
          <p:cNvPr id="19" name="TextBox 18"/>
          <p:cNvSpPr txBox="1"/>
          <p:nvPr/>
        </p:nvSpPr>
        <p:spPr>
          <a:xfrm>
            <a:off x="649224" y="5641848"/>
            <a:ext cx="10927080" cy="493776"/>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값 읽기 권한은 getSecret/action입니다. 역할 부여 권한도 별도로 관리합니다.</a:t>
            </a:r>
          </a:p>
          <a:p>
            <a:pPr algn="l">
              <a:lnSpc>
                <a:spcPct val="113000"/>
              </a:lnSpc>
              <a:spcBef>
                <a:spcPts val="0"/>
              </a:spcBef>
              <a:spcAft>
                <a:spcPts val="0"/>
              </a:spcAft>
            </a:pPr>
            <a:r>
              <a:rPr sz="1350" b="0" lang="ko-KR">
                <a:solidFill>
                  <a:srgbClr val="333333"/>
                </a:solidFill>
                <a:latin typeface="Segoe UI"/>
                <a:ea typeface="Malgun Gothic"/>
                <a:cs typeface="Segoe UI"/>
              </a:rPr>
              <a:t>전체 역할표와 자세한 경계는 부록 A3~A5에 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같은 읽기 역할도 Scope가 다르면 접근 대상이 달라집니다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2.3 역할 = 무엇을 / Scope = 어디에서</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09</a:t>
            </a:r>
          </a:p>
        </p:txBody>
      </p:sp>
      <p:sp>
        <p:nvSpPr>
          <p:cNvPr id="6" name="TextBox 5"/>
          <p:cNvSpPr txBox="1"/>
          <p:nvPr/>
        </p:nvSpPr>
        <p:spPr>
          <a:xfrm>
            <a:off x="640080" y="1810512"/>
            <a:ext cx="10881360" cy="374904"/>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주문 앱의 SP에 ‘Vault A 범위’의 Secrets User를 부여합니다.</a:t>
            </a:r>
          </a:p>
        </p:txBody>
      </p:sp>
      <p:sp>
        <p:nvSpPr>
          <p:cNvPr id="7" name="Rounded Rectangle 6"/>
          <p:cNvSpPr/>
          <p:nvPr/>
        </p:nvSpPr>
        <p:spPr>
          <a:xfrm>
            <a:off x="585216" y="2651760"/>
            <a:ext cx="7150608" cy="235915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2907792"/>
            <a:ext cx="6620256" cy="365760"/>
          </a:xfrm>
          <a:prstGeom prst="rect">
            <a:avLst/>
          </a:prstGeom>
          <a:noFill/>
        </p:spPr>
        <p:txBody>
          <a:bodyPr wrap="square" lIns="0" rIns="0" tIns="0" bIns="0">
            <a:spAutoFit/>
          </a:bodyPr>
          <a:lstStyle/>
          <a:p>
            <a:pPr algn="l">
              <a:lnSpc>
                <a:spcPct val="113000"/>
              </a:lnSpc>
              <a:spcBef>
                <a:spcPts val="0"/>
              </a:spcBef>
              <a:spcAft>
                <a:spcPts val="0"/>
              </a:spcAft>
            </a:pPr>
            <a:r>
              <a:rPr sz="1700" b="1" lang="ko-KR">
                <a:solidFill>
                  <a:srgbClr val="0078D4"/>
                </a:solidFill>
                <a:latin typeface="Segoe UI Semibold"/>
                <a:ea typeface="Malgun Gothic"/>
                <a:cs typeface="Segoe UI"/>
              </a:rPr>
              <a:t>Vault A · 앱에 할당한 범위</a:t>
            </a:r>
          </a:p>
        </p:txBody>
      </p:sp>
      <p:sp>
        <p:nvSpPr>
          <p:cNvPr id="9" name="Rounded Rectangle 8"/>
          <p:cNvSpPr/>
          <p:nvPr/>
        </p:nvSpPr>
        <p:spPr>
          <a:xfrm>
            <a:off x="932688" y="3657600"/>
            <a:ext cx="2880360" cy="704088"/>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3813048"/>
            <a:ext cx="2697480" cy="356616"/>
          </a:xfrm>
          <a:prstGeom prst="rect">
            <a:avLst/>
          </a:prstGeom>
          <a:noFill/>
        </p:spPr>
        <p:txBody>
          <a:bodyPr wrap="square" lIns="0" rIns="0" tIns="0" bIns="0">
            <a:spAutoFit/>
          </a:bodyPr>
          <a:lstStyle/>
          <a:p>
            <a:pPr algn="ctr">
              <a:lnSpc>
                <a:spcPct val="113000"/>
              </a:lnSpc>
              <a:spcBef>
                <a:spcPts val="0"/>
              </a:spcBef>
              <a:spcAft>
                <a:spcPts val="0"/>
              </a:spcAft>
            </a:pPr>
            <a:r>
              <a:rPr sz="1350" b="1" lang="ko-KR">
                <a:solidFill>
                  <a:srgbClr val="008575"/>
                </a:solidFill>
                <a:latin typeface="Segoe UI Semibold"/>
                <a:ea typeface="Malgun Gothic"/>
                <a:cs typeface="Segoe UI"/>
              </a:rPr>
              <a:t>orders-db-connection</a:t>
            </a:r>
          </a:p>
        </p:txBody>
      </p:sp>
      <p:sp>
        <p:nvSpPr>
          <p:cNvPr id="11" name="Rounded Rectangle 10"/>
          <p:cNvSpPr/>
          <p:nvPr/>
        </p:nvSpPr>
        <p:spPr>
          <a:xfrm>
            <a:off x="4389120" y="3657600"/>
            <a:ext cx="2880360" cy="704088"/>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3813048"/>
            <a:ext cx="2697480" cy="356616"/>
          </a:xfrm>
          <a:prstGeom prst="rect">
            <a:avLst/>
          </a:prstGeom>
          <a:noFill/>
        </p:spPr>
        <p:txBody>
          <a:bodyPr wrap="square" lIns="0" rIns="0" tIns="0" bIns="0">
            <a:spAutoFit/>
          </a:bodyPr>
          <a:lstStyle/>
          <a:p>
            <a:pPr algn="ctr">
              <a:lnSpc>
                <a:spcPct val="113000"/>
              </a:lnSpc>
              <a:spcBef>
                <a:spcPts val="0"/>
              </a:spcBef>
              <a:spcAft>
                <a:spcPts val="0"/>
              </a:spcAft>
            </a:pPr>
            <a:r>
              <a:rPr sz="1350" b="1" lang="ko-KR">
                <a:solidFill>
                  <a:srgbClr val="008575"/>
                </a:solidFill>
                <a:latin typeface="Segoe UI Semibold"/>
                <a:ea typeface="Malgun Gothic"/>
                <a:cs typeface="Segoe UI"/>
              </a:rPr>
              <a:t>orders-api-key</a:t>
            </a:r>
          </a:p>
        </p:txBody>
      </p:sp>
      <p:sp>
        <p:nvSpPr>
          <p:cNvPr id="13" name="Rounded Rectangle 12"/>
          <p:cNvSpPr/>
          <p:nvPr/>
        </p:nvSpPr>
        <p:spPr>
          <a:xfrm>
            <a:off x="8074152" y="2651760"/>
            <a:ext cx="3529584" cy="235915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4152" y="2651760"/>
            <a:ext cx="50292" cy="235915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2834640"/>
            <a:ext cx="3108960" cy="402336"/>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Vault B · 별도 범위</a:t>
            </a:r>
          </a:p>
        </p:txBody>
      </p:sp>
      <p:sp>
        <p:nvSpPr>
          <p:cNvPr id="16" name="TextBox 15"/>
          <p:cNvSpPr txBox="1"/>
          <p:nvPr/>
        </p:nvSpPr>
        <p:spPr>
          <a:xfrm>
            <a:off x="8284464" y="3447288"/>
            <a:ext cx="3108960" cy="138988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Vault A에 부여한 역할만으로는</a:t>
            </a:r>
          </a:p>
          <a:p>
            <a:pPr algn="l">
              <a:lnSpc>
                <a:spcPct val="113000"/>
              </a:lnSpc>
              <a:spcBef>
                <a:spcPts val="0"/>
              </a:spcBef>
              <a:spcAft>
                <a:spcPts val="0"/>
              </a:spcAft>
            </a:pPr>
            <a:r>
              <a:rPr sz="1350" b="0" lang="ko-KR">
                <a:solidFill>
                  <a:srgbClr val="333333"/>
                </a:solidFill>
                <a:latin typeface="Segoe UI"/>
                <a:ea typeface="Malgun Gothic"/>
                <a:cs typeface="Segoe UI"/>
              </a:rPr>
              <a:t>Vault B까지 읽을 수 없습니다.</a:t>
            </a:r>
          </a:p>
        </p:txBody>
      </p:sp>
      <p:sp>
        <p:nvSpPr>
          <p:cNvPr id="17" name="TextBox 16"/>
          <p:cNvSpPr txBox="1"/>
          <p:nvPr/>
        </p:nvSpPr>
        <p:spPr>
          <a:xfrm>
            <a:off x="649224" y="5477256"/>
            <a:ext cx="10881360" cy="70408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구독 → 리소스 그룹 → Vault → 개별 객체 범위를 구분합니다.</a:t>
            </a:r>
          </a:p>
          <a:p>
            <a:pPr algn="l">
              <a:lnSpc>
                <a:spcPct val="113000"/>
              </a:lnSpc>
              <a:spcBef>
                <a:spcPts val="0"/>
              </a:spcBef>
              <a:spcAft>
                <a:spcPts val="0"/>
              </a:spcAft>
            </a:pPr>
            <a:r>
              <a:rPr sz="1350" b="0" lang="ko-KR">
                <a:solidFill>
                  <a:srgbClr val="333333"/>
                </a:solidFill>
                <a:latin typeface="Segoe UI"/>
                <a:ea typeface="Malgun Gothic"/>
                <a:cs typeface="Segoe UI"/>
              </a:rPr>
              <a:t>이름 접두사·앱의 이름 허용 목록은 권한 격리가 아닙니다. 상위 범위의 다른 역할도 함께 확인합니다.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RBAC와 Access Policy는 인증이 아니라 권한 모델입니다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2.1·2.5 신규 Vault는 RBAC / 기존 정책은 계획적으로 관리</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10</a:t>
            </a:r>
          </a:p>
        </p:txBody>
      </p:sp>
      <p:graphicFrame>
        <p:nvGraphicFramePr>
          <p:cNvPr id="6" name="Table 5"/>
          <p:cNvGraphicFramePr>
            <a:graphicFrameLocks noGrp="1"/>
          </p:cNvGraphicFramePr>
          <p:nvPr/>
        </p:nvGraphicFramePr>
        <p:xfrm>
          <a:off x="585216" y="1847088"/>
          <a:ext cx="11018519" cy="2825496"/>
        </p:xfrm>
        <a:graphic>
          <a:graphicData uri="http://schemas.openxmlformats.org/drawingml/2006/table">
            <a:tbl>
              <a:tblPr firstRow="1" bandRow="1">
                <a:tableStyleId>{5C22544A-7EE6-4342-B048-85BDC9FD1C3A}</a:tableStyleId>
              </a:tblPr>
              <a:tblGrid>
                <a:gridCol w="2084831"/>
                <a:gridCol w="4471416"/>
                <a:gridCol w="4462272"/>
              </a:tblGrid>
              <a:tr h="429768">
                <a:tc>
                  <a:txBody>
                    <a:bodyPr anchor="ctr" wrap="square" lIns="0" rIns="0" tIns="0" bIns="0"/>
                    <a:lstStyle/>
                    <a:p>
                      <a:pPr algn="l">
                        <a:lnSpc>
                          <a:spcPct val="113000"/>
                        </a:lnSpc>
                        <a:spcBef>
                          <a:spcPts val="0"/>
                        </a:spcBef>
                        <a:spcAft>
                          <a:spcPts val="0"/>
                        </a:spcAft>
                      </a:pPr>
                      <a:r>
                        <a:rPr sz="1200" b="1" lang="ko-KR">
                          <a:solidFill>
                            <a:srgbClr val="FFFFFF"/>
                          </a:solidFill>
                          <a:latin typeface="Segoe UI Semibold"/>
                          <a:ea typeface="Malgun Gothic"/>
                          <a:cs typeface="Segoe UI"/>
                        </a:rPr>
                        <a:t>비교</a:t>
                      </a:r>
                    </a:p>
                  </a:txBody>
                  <a:tcPr marL="137160" marR="137160" marT="73152" marB="73152">
                    <a:solidFill>
                      <a:srgbClr val="243A5E"/>
                    </a:solidFill>
                  </a:tcPr>
                </a:tc>
                <a:tc>
                  <a:txBody>
                    <a:bodyPr anchor="ctr" wrap="square" lIns="0" rIns="0" tIns="0" bIns="0"/>
                    <a:lstStyle/>
                    <a:p>
                      <a:pPr algn="l">
                        <a:lnSpc>
                          <a:spcPct val="113000"/>
                        </a:lnSpc>
                        <a:spcBef>
                          <a:spcPts val="0"/>
                        </a:spcBef>
                        <a:spcAft>
                          <a:spcPts val="0"/>
                        </a:spcAft>
                      </a:pPr>
                      <a:r>
                        <a:rPr sz="1200" b="1" lang="ko-KR">
                          <a:solidFill>
                            <a:srgbClr val="FFFFFF"/>
                          </a:solidFill>
                          <a:latin typeface="Segoe UI Semibold"/>
                          <a:ea typeface="Malgun Gothic"/>
                          <a:cs typeface="Segoe UI"/>
                        </a:rPr>
                        <a:t>Azure RBAC</a:t>
                      </a:r>
                    </a:p>
                  </a:txBody>
                  <a:tcPr marL="137160" marR="137160" marT="73152" marB="73152">
                    <a:solidFill>
                      <a:srgbClr val="243A5E"/>
                    </a:solidFill>
                  </a:tcPr>
                </a:tc>
                <a:tc>
                  <a:txBody>
                    <a:bodyPr anchor="ctr" wrap="square" lIns="0" rIns="0" tIns="0" bIns="0"/>
                    <a:lstStyle/>
                    <a:p>
                      <a:pPr algn="l">
                        <a:lnSpc>
                          <a:spcPct val="113000"/>
                        </a:lnSpc>
                        <a:spcBef>
                          <a:spcPts val="0"/>
                        </a:spcBef>
                        <a:spcAft>
                          <a:spcPts val="0"/>
                        </a:spcAft>
                      </a:pPr>
                      <a:r>
                        <a:rPr sz="1200" b="1" lang="ko-KR">
                          <a:solidFill>
                            <a:srgbClr val="FFFFFF"/>
                          </a:solidFill>
                          <a:latin typeface="Segoe UI Semibold"/>
                          <a:ea typeface="Malgun Gothic"/>
                          <a:cs typeface="Segoe UI"/>
                        </a:rPr>
                        <a:t>Vault access policy</a:t>
                      </a:r>
                    </a:p>
                  </a:txBody>
                  <a:tcPr marL="137160" marR="137160" marT="73152" marB="73152">
                    <a:solidFill>
                      <a:srgbClr val="243A5E"/>
                    </a:solidFill>
                  </a:tcPr>
                </a:tc>
              </a:tr>
              <a:tr h="585216">
                <a:tc>
                  <a:txBody>
                    <a:bodyPr anchor="ctr" wrap="square" lIns="0" rIns="0" tIns="0" bIns="0"/>
                    <a:lstStyle/>
                    <a:p>
                      <a:pPr algn="l">
                        <a:lnSpc>
                          <a:spcPct val="113000"/>
                        </a:lnSpc>
                        <a:spcBef>
                          <a:spcPts val="0"/>
                        </a:spcBef>
                        <a:spcAft>
                          <a:spcPts val="0"/>
                        </a:spcAft>
                      </a:pPr>
                      <a:r>
                        <a:rPr sz="1300" b="1" lang="ko-KR">
                          <a:solidFill>
                            <a:srgbClr val="0078D4"/>
                          </a:solidFill>
                          <a:latin typeface="Segoe UI Semibold"/>
                          <a:ea typeface="Malgun Gothic"/>
                          <a:cs typeface="Segoe UI"/>
                        </a:rPr>
                        <a:t>허용 방식</a:t>
                      </a:r>
                    </a:p>
                  </a:txBody>
                  <a:tcPr marL="137160" marR="137160" marT="73152" marB="73152">
                    <a:solidFill>
                      <a:srgbClr val="F2F6FA"/>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역할 + 할당 범위</a:t>
                      </a:r>
                    </a:p>
                  </a:txBody>
                  <a:tcPr marL="137160" marR="137160" marT="73152" marB="73152">
                    <a:solidFill>
                      <a:srgbClr val="F2F6FA"/>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객체 종류별 작업</a:t>
                      </a:r>
                    </a:p>
                  </a:txBody>
                  <a:tcPr marL="137160" marR="137160" marT="73152" marB="73152">
                    <a:solidFill>
                      <a:srgbClr val="F2F6FA"/>
                    </a:solidFill>
                  </a:tcPr>
                </a:tc>
              </a:tr>
              <a:tr h="585216">
                <a:tc>
                  <a:txBody>
                    <a:bodyPr anchor="ctr" wrap="square" lIns="0" rIns="0" tIns="0" bIns="0"/>
                    <a:lstStyle/>
                    <a:p>
                      <a:pPr algn="l">
                        <a:lnSpc>
                          <a:spcPct val="113000"/>
                        </a:lnSpc>
                        <a:spcBef>
                          <a:spcPts val="0"/>
                        </a:spcBef>
                        <a:spcAft>
                          <a:spcPts val="0"/>
                        </a:spcAft>
                      </a:pPr>
                      <a:r>
                        <a:rPr sz="1300" b="1" lang="ko-KR">
                          <a:solidFill>
                            <a:srgbClr val="0078D4"/>
                          </a:solidFill>
                          <a:latin typeface="Segoe UI Semibold"/>
                          <a:ea typeface="Malgun Gothic"/>
                          <a:cs typeface="Segoe UI"/>
                        </a:rPr>
                        <a:t>주문 앱 읽기</a:t>
                      </a:r>
                    </a:p>
                  </a:txBody>
                  <a:tcPr marL="137160" marR="137160" marT="73152" marB="73152">
                    <a:solidFill>
                      <a:srgbClr val="FFFFFF"/>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Secrets User</a:t>
                      </a:r>
                    </a:p>
                  </a:txBody>
                  <a:tcPr marL="137160" marR="137160" marT="73152" marB="73152">
                    <a:solidFill>
                      <a:srgbClr val="FFFFFF"/>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Secret Get</a:t>
                      </a:r>
                    </a:p>
                  </a:txBody>
                  <a:tcPr marL="137160" marR="137160" marT="73152" marB="73152">
                    <a:solidFill>
                      <a:srgbClr val="FFFFFF"/>
                    </a:solidFill>
                  </a:tcPr>
                </a:tc>
              </a:tr>
              <a:tr h="585216">
                <a:tc>
                  <a:txBody>
                    <a:bodyPr anchor="ctr" wrap="square" lIns="0" rIns="0" tIns="0" bIns="0"/>
                    <a:lstStyle/>
                    <a:p>
                      <a:pPr algn="l">
                        <a:lnSpc>
                          <a:spcPct val="113000"/>
                        </a:lnSpc>
                        <a:spcBef>
                          <a:spcPts val="0"/>
                        </a:spcBef>
                        <a:spcAft>
                          <a:spcPts val="0"/>
                        </a:spcAft>
                      </a:pPr>
                      <a:r>
                        <a:rPr sz="1300" b="1" lang="ko-KR">
                          <a:solidFill>
                            <a:srgbClr val="0078D4"/>
                          </a:solidFill>
                          <a:latin typeface="Segoe UI Semibold"/>
                          <a:ea typeface="Malgun Gothic"/>
                          <a:cs typeface="Segoe UI"/>
                        </a:rPr>
                        <a:t>설정 위치</a:t>
                      </a:r>
                    </a:p>
                  </a:txBody>
                  <a:tcPr marL="137160" marR="137160" marT="73152" marB="73152">
                    <a:solidFill>
                      <a:srgbClr val="F2F6FA"/>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Access control (IAM)</a:t>
                      </a:r>
                    </a:p>
                  </a:txBody>
                  <a:tcPr marL="137160" marR="137160" marT="73152" marB="73152">
                    <a:solidFill>
                      <a:srgbClr val="F2F6FA"/>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Access policies</a:t>
                      </a:r>
                    </a:p>
                  </a:txBody>
                  <a:tcPr marL="137160" marR="137160" marT="73152" marB="73152">
                    <a:solidFill>
                      <a:srgbClr val="F2F6FA"/>
                    </a:solidFill>
                  </a:tcPr>
                </a:tc>
              </a:tr>
              <a:tr h="640080">
                <a:tc>
                  <a:txBody>
                    <a:bodyPr anchor="ctr" wrap="square" lIns="0" rIns="0" tIns="0" bIns="0"/>
                    <a:lstStyle/>
                    <a:p>
                      <a:pPr algn="l">
                        <a:lnSpc>
                          <a:spcPct val="113000"/>
                        </a:lnSpc>
                        <a:spcBef>
                          <a:spcPts val="0"/>
                        </a:spcBef>
                        <a:spcAft>
                          <a:spcPts val="0"/>
                        </a:spcAft>
                      </a:pPr>
                      <a:r>
                        <a:rPr sz="1300" b="1" lang="ko-KR">
                          <a:solidFill>
                            <a:srgbClr val="0078D4"/>
                          </a:solidFill>
                          <a:latin typeface="Segoe UI Semibold"/>
                          <a:ea typeface="Malgun Gothic"/>
                          <a:cs typeface="Segoe UI"/>
                        </a:rPr>
                        <a:t>실무 선택</a:t>
                      </a:r>
                    </a:p>
                  </a:txBody>
                  <a:tcPr marL="137160" marR="137160" marT="73152" marB="73152">
                    <a:solidFill>
                      <a:srgbClr val="FFFFFF"/>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신규 환경의 기본 권장</a:t>
                      </a:r>
                    </a:p>
                  </a:txBody>
                  <a:tcPr marL="137160" marR="137160" marT="73152" marB="73152">
                    <a:solidFill>
                      <a:srgbClr val="FFFFFF"/>
                    </a:solidFill>
                  </a:tcPr>
                </a:tc>
                <a:tc>
                  <a:txBody>
                    <a:bodyPr anchor="ctr" wrap="square" lIns="0" rIns="0" tIns="0" bIns="0"/>
                    <a:lstStyle/>
                    <a:p>
                      <a:pPr algn="l">
                        <a:lnSpc>
                          <a:spcPct val="113000"/>
                        </a:lnSpc>
                        <a:spcBef>
                          <a:spcPts val="0"/>
                        </a:spcBef>
                        <a:spcAft>
                          <a:spcPts val="0"/>
                        </a:spcAft>
                      </a:pPr>
                      <a:r>
                        <a:rPr sz="1300" b="0" lang="ko-KR">
                          <a:solidFill>
                            <a:srgbClr val="333333"/>
                          </a:solidFill>
                          <a:latin typeface="Segoe UI"/>
                          <a:ea typeface="Malgun Gothic"/>
                          <a:cs typeface="Segoe UI"/>
                        </a:rPr>
                        <a:t>기존 환경에서 최소 작업 허용</a:t>
                      </a:r>
                    </a:p>
                  </a:txBody>
                  <a:tcPr marL="137160" marR="137160" marT="73152" marB="73152">
                    <a:solidFill>
                      <a:srgbClr val="FFFFFF"/>
                    </a:solidFill>
                  </a:tcPr>
                </a:tc>
              </a:tr>
            </a:tbl>
          </a:graphicData>
        </a:graphic>
      </p:graphicFrame>
      <p:sp>
        <p:nvSpPr>
          <p:cNvPr id="7" name="TextBox 6"/>
          <p:cNvSpPr txBox="1"/>
          <p:nvPr/>
        </p:nvSpPr>
        <p:spPr>
          <a:xfrm>
            <a:off x="667512" y="5029200"/>
            <a:ext cx="10744200" cy="448056"/>
          </a:xfrm>
          <a:prstGeom prst="rect">
            <a:avLst/>
          </a:prstGeom>
          <a:noFill/>
        </p:spPr>
        <p:txBody>
          <a:bodyPr wrap="square" lIns="0" rIns="0" tIns="0" bIns="0">
            <a:spAutoFit/>
          </a:bodyPr>
          <a:lstStyle/>
          <a:p>
            <a:pPr algn="l">
              <a:lnSpc>
                <a:spcPct val="113000"/>
              </a:lnSpc>
              <a:spcBef>
                <a:spcPts val="0"/>
              </a:spcBef>
              <a:spcAft>
                <a:spcPts val="0"/>
              </a:spcAft>
            </a:pPr>
            <a:r>
              <a:rPr sz="2000" b="1" lang="ko-KR">
                <a:solidFill>
                  <a:srgbClr val="008575"/>
                </a:solidFill>
                <a:latin typeface="Segoe UI Semibold"/>
                <a:ea typeface="Malgun Gothic"/>
                <a:cs typeface="Segoe UI"/>
              </a:rPr>
              <a:t>같은 SP는 두 모델 모두에서 사용할 수 있습니다.</a:t>
            </a:r>
          </a:p>
        </p:txBody>
      </p:sp>
      <p:sp>
        <p:nvSpPr>
          <p:cNvPr id="8" name="TextBox 7"/>
          <p:cNvSpPr txBox="1"/>
          <p:nvPr/>
        </p:nvSpPr>
        <p:spPr>
          <a:xfrm>
            <a:off x="667512" y="5751576"/>
            <a:ext cx="10716768" cy="484632"/>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Vault가 선택한 모델 하나로 데이터를 판단합니다. 기존 Access Policy를 RBAC로 바꾸기 전에는 역할과 영향도를 먼저 준비합니다.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Vault와 Secret을 만들고, 버전·IAM을 확인합니다 [Demo]</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2.2 Portal · 앱이 읽을 대상부터 준비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hlinkClick r:id="rId2"/>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11</a:t>
            </a:r>
          </a:p>
        </p:txBody>
      </p:sp>
      <p:sp>
        <p:nvSpPr>
          <p:cNvPr id="6" name="Oval 5"/>
          <p:cNvSpPr/>
          <p:nvPr/>
        </p:nvSpPr>
        <p:spPr>
          <a:xfrm>
            <a:off x="640080" y="1847088"/>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97380"/>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1</a:t>
            </a:r>
          </a:p>
        </p:txBody>
      </p:sp>
      <p:sp>
        <p:nvSpPr>
          <p:cNvPr id="8" name="TextBox 7"/>
          <p:cNvSpPr txBox="1"/>
          <p:nvPr/>
        </p:nvSpPr>
        <p:spPr>
          <a:xfrm>
            <a:off x="1143000" y="1828800"/>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RBAC 권한 모델 선택</a:t>
            </a:r>
          </a:p>
        </p:txBody>
      </p:sp>
      <p:sp>
        <p:nvSpPr>
          <p:cNvPr id="9" name="TextBox 8"/>
          <p:cNvSpPr txBox="1"/>
          <p:nvPr/>
        </p:nvSpPr>
        <p:spPr>
          <a:xfrm>
            <a:off x="1143000" y="2276856"/>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Access configuration에서</a:t>
            </a:r>
          </a:p>
          <a:p>
            <a:pPr algn="l">
              <a:lnSpc>
                <a:spcPct val="113000"/>
              </a:lnSpc>
              <a:spcBef>
                <a:spcPts val="0"/>
              </a:spcBef>
              <a:spcAft>
                <a:spcPts val="0"/>
              </a:spcAft>
            </a:pPr>
            <a:r>
              <a:rPr sz="1350" b="0" lang="ko-KR">
                <a:solidFill>
                  <a:srgbClr val="333333"/>
                </a:solidFill>
                <a:latin typeface="Segoe UI"/>
                <a:ea typeface="Malgun Gothic"/>
                <a:cs typeface="Segoe UI"/>
              </a:rPr>
              <a:t>Azure role-based access control 적용</a:t>
            </a:r>
          </a:p>
        </p:txBody>
      </p:sp>
      <p:sp>
        <p:nvSpPr>
          <p:cNvPr id="10" name="Oval 9"/>
          <p:cNvSpPr/>
          <p:nvPr/>
        </p:nvSpPr>
        <p:spPr>
          <a:xfrm>
            <a:off x="640080" y="3154680"/>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04972"/>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2</a:t>
            </a:r>
          </a:p>
        </p:txBody>
      </p:sp>
      <p:sp>
        <p:nvSpPr>
          <p:cNvPr id="12" name="TextBox 11"/>
          <p:cNvSpPr txBox="1"/>
          <p:nvPr/>
        </p:nvSpPr>
        <p:spPr>
          <a:xfrm>
            <a:off x="1143000" y="3136392"/>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교육용 Secret 생성</a:t>
            </a:r>
          </a:p>
        </p:txBody>
      </p:sp>
      <p:sp>
        <p:nvSpPr>
          <p:cNvPr id="13" name="TextBox 12"/>
          <p:cNvSpPr txBox="1"/>
          <p:nvPr/>
        </p:nvSpPr>
        <p:spPr>
          <a:xfrm>
            <a:off x="1143000" y="3584448"/>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Secrets → Generate/Import</a:t>
            </a:r>
          </a:p>
          <a:p>
            <a:pPr algn="l">
              <a:lnSpc>
                <a:spcPct val="113000"/>
              </a:lnSpc>
              <a:spcBef>
                <a:spcPts val="0"/>
              </a:spcBef>
              <a:spcAft>
                <a:spcPts val="0"/>
              </a:spcAft>
            </a:pPr>
            <a:r>
              <a:rPr sz="1350" b="0" lang="ko-KR">
                <a:solidFill>
                  <a:srgbClr val="333333"/>
                </a:solidFill>
                <a:latin typeface="Segoe UI"/>
                <a:ea typeface="Malgun Gothic"/>
                <a:cs typeface="Segoe UI"/>
              </a:rPr>
              <a:t>값은 가상 문자열만 사용</a:t>
            </a:r>
          </a:p>
        </p:txBody>
      </p:sp>
      <p:sp>
        <p:nvSpPr>
          <p:cNvPr id="14" name="Oval 13"/>
          <p:cNvSpPr/>
          <p:nvPr/>
        </p:nvSpPr>
        <p:spPr>
          <a:xfrm>
            <a:off x="640080" y="4453127"/>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03419"/>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3</a:t>
            </a:r>
          </a:p>
        </p:txBody>
      </p:sp>
      <p:sp>
        <p:nvSpPr>
          <p:cNvPr id="16" name="TextBox 15"/>
          <p:cNvSpPr txBox="1"/>
          <p:nvPr/>
        </p:nvSpPr>
        <p:spPr>
          <a:xfrm>
            <a:off x="1143000" y="4434840"/>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현재 버전과 IAM 확인</a:t>
            </a:r>
          </a:p>
        </p:txBody>
      </p:sp>
      <p:sp>
        <p:nvSpPr>
          <p:cNvPr id="17" name="TextBox 16"/>
          <p:cNvSpPr txBox="1"/>
          <p:nvPr/>
        </p:nvSpPr>
        <p:spPr>
          <a:xfrm>
            <a:off x="1143000" y="4882896"/>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값의 버전·활성 상태와</a:t>
            </a:r>
          </a:p>
          <a:p>
            <a:pPr algn="l">
              <a:lnSpc>
                <a:spcPct val="113000"/>
              </a:lnSpc>
              <a:spcBef>
                <a:spcPts val="0"/>
              </a:spcBef>
              <a:spcAft>
                <a:spcPts val="0"/>
              </a:spcAft>
            </a:pPr>
            <a:r>
              <a:rPr sz="1350" b="0" lang="ko-KR">
                <a:solidFill>
                  <a:srgbClr val="333333"/>
                </a:solidFill>
                <a:latin typeface="Segoe UI"/>
                <a:ea typeface="Malgun Gothic"/>
                <a:cs typeface="Segoe UI"/>
              </a:rPr>
              <a:t>접근 역할·범위를 따로 확인</a:t>
            </a:r>
          </a:p>
        </p:txBody>
      </p:sp>
      <p:sp>
        <p:nvSpPr>
          <p:cNvPr id="18" name="Rounded Rectangle 17"/>
          <p:cNvSpPr/>
          <p:nvPr/>
        </p:nvSpPr>
        <p:spPr>
          <a:xfrm>
            <a:off x="4727448" y="1773936"/>
            <a:ext cx="6876288" cy="4498848"/>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28616" y="1938528"/>
            <a:ext cx="6428232" cy="246888"/>
          </a:xfrm>
          <a:prstGeom prst="rect">
            <a:avLst/>
          </a:prstGeom>
          <a:noFill/>
        </p:spPr>
        <p:txBody>
          <a:bodyPr wrap="square" lIns="0" rIns="0" tIns="0" bIns="0">
            <a:spAutoFit/>
          </a:bodyPr>
          <a:lstStyle/>
          <a:p>
            <a:pPr algn="l">
              <a:lnSpc>
                <a:spcPct val="113000"/>
              </a:lnSpc>
              <a:spcBef>
                <a:spcPts val="0"/>
              </a:spcBef>
              <a:spcAft>
                <a:spcPts val="0"/>
              </a:spcAft>
            </a:pPr>
            <a:r>
              <a:rPr sz="1300" b="1" lang="ko-KR">
                <a:solidFill>
                  <a:srgbClr val="243A5E"/>
                </a:solidFill>
                <a:latin typeface="Segoe UI Semibold"/>
                <a:ea typeface="Malgun Gothic"/>
                <a:cs typeface="Segoe UI"/>
              </a:rPr>
              <a:t>Permission model · RBAC 선택</a:t>
            </a:r>
          </a:p>
        </p:txBody>
      </p:sp>
      <p:pic>
        <p:nvPicPr>
          <p:cNvPr id="20" name="Picture 19" descr="permission-detail.png"/>
          <p:cNvPicPr>
            <a:picLocks noChangeAspect="1"/>
          </p:cNvPicPr>
          <p:nvPr/>
        </p:nvPicPr>
        <p:blipFill>
          <a:blip r:embed="rId4"/>
          <a:stretch>
            <a:fillRect/>
          </a:stretch>
        </p:blipFill>
        <p:spPr>
          <a:xfrm>
            <a:off x="5892788" y="2295144"/>
            <a:ext cx="4509030" cy="1161288"/>
          </a:xfrm>
          <a:prstGeom prst="rect">
            <a:avLst/>
          </a:prstGeom>
        </p:spPr>
      </p:pic>
      <p:sp>
        <p:nvSpPr>
          <p:cNvPr id="21" name="TextBox 20"/>
          <p:cNvSpPr txBox="1"/>
          <p:nvPr/>
        </p:nvSpPr>
        <p:spPr>
          <a:xfrm>
            <a:off x="4928616" y="3648456"/>
            <a:ext cx="6428232" cy="246888"/>
          </a:xfrm>
          <a:prstGeom prst="rect">
            <a:avLst/>
          </a:prstGeom>
          <a:noFill/>
        </p:spPr>
        <p:txBody>
          <a:bodyPr wrap="square" lIns="0" rIns="0" tIns="0" bIns="0">
            <a:spAutoFit/>
          </a:bodyPr>
          <a:lstStyle/>
          <a:p>
            <a:pPr algn="l">
              <a:lnSpc>
                <a:spcPct val="113000"/>
              </a:lnSpc>
              <a:spcBef>
                <a:spcPts val="0"/>
              </a:spcBef>
              <a:spcAft>
                <a:spcPts val="0"/>
              </a:spcAft>
            </a:pPr>
            <a:r>
              <a:rPr sz="1300" b="1" lang="ko-KR">
                <a:solidFill>
                  <a:srgbClr val="243A5E"/>
                </a:solidFill>
                <a:latin typeface="Segoe UI Semibold"/>
                <a:ea typeface="Malgun Gothic"/>
                <a:cs typeface="Segoe UI"/>
              </a:rPr>
              <a:t>Secret Version · 저장한 값의 버전</a:t>
            </a:r>
          </a:p>
        </p:txBody>
      </p:sp>
      <p:pic>
        <p:nvPicPr>
          <p:cNvPr id="22" name="Picture 21" descr="version-detail.png"/>
          <p:cNvPicPr>
            <a:picLocks noChangeAspect="1"/>
          </p:cNvPicPr>
          <p:nvPr/>
        </p:nvPicPr>
        <p:blipFill>
          <a:blip r:embed="rId5"/>
          <a:stretch>
            <a:fillRect/>
          </a:stretch>
        </p:blipFill>
        <p:spPr>
          <a:xfrm>
            <a:off x="5198906" y="3995928"/>
            <a:ext cx="5896795" cy="1060704"/>
          </a:xfrm>
          <a:prstGeom prst="rect">
            <a:avLst/>
          </a:prstGeom>
        </p:spPr>
      </p:pic>
      <p:sp>
        <p:nvSpPr>
          <p:cNvPr id="23" name="TextBox 22"/>
          <p:cNvSpPr txBox="1"/>
          <p:nvPr/>
        </p:nvSpPr>
        <p:spPr>
          <a:xfrm>
            <a:off x="4928616" y="5193792"/>
            <a:ext cx="6428232" cy="246888"/>
          </a:xfrm>
          <a:prstGeom prst="rect">
            <a:avLst/>
          </a:prstGeom>
          <a:noFill/>
        </p:spPr>
        <p:txBody>
          <a:bodyPr wrap="square" lIns="0" rIns="0" tIns="0" bIns="0">
            <a:spAutoFit/>
          </a:bodyPr>
          <a:lstStyle/>
          <a:p>
            <a:pPr algn="l">
              <a:lnSpc>
                <a:spcPct val="113000"/>
              </a:lnSpc>
              <a:spcBef>
                <a:spcPts val="0"/>
              </a:spcBef>
              <a:spcAft>
                <a:spcPts val="0"/>
              </a:spcAft>
            </a:pPr>
            <a:r>
              <a:rPr sz="1300" b="1" lang="ko-KR">
                <a:solidFill>
                  <a:srgbClr val="243A5E"/>
                </a:solidFill>
                <a:latin typeface="Segoe UI Semibold"/>
                <a:ea typeface="Malgun Gothic"/>
                <a:cs typeface="Segoe UI"/>
              </a:rPr>
              <a:t>활성 상태 · Enabled</a:t>
            </a:r>
          </a:p>
        </p:txBody>
      </p:sp>
      <p:pic>
        <p:nvPicPr>
          <p:cNvPr id="24" name="Picture 23" descr="enabled-detail.png"/>
          <p:cNvPicPr>
            <a:picLocks noChangeAspect="1"/>
          </p:cNvPicPr>
          <p:nvPr/>
        </p:nvPicPr>
        <p:blipFill>
          <a:blip r:embed="rId6"/>
          <a:stretch>
            <a:fillRect/>
          </a:stretch>
        </p:blipFill>
        <p:spPr>
          <a:xfrm>
            <a:off x="6634489" y="5486400"/>
            <a:ext cx="3025628" cy="347472"/>
          </a:xfrm>
          <a:prstGeom prst="rect">
            <a:avLst/>
          </a:prstGeom>
        </p:spPr>
      </p:pic>
      <p:sp>
        <p:nvSpPr>
          <p:cNvPr id="25" name="TextBox 24"/>
          <p:cNvSpPr txBox="1"/>
          <p:nvPr/>
        </p:nvSpPr>
        <p:spPr>
          <a:xfrm>
            <a:off x="4928616" y="5897880"/>
            <a:ext cx="6428232" cy="256032"/>
          </a:xfrm>
          <a:prstGeom prst="rect">
            <a:avLst/>
          </a:prstGeom>
          <a:noFill/>
        </p:spPr>
        <p:txBody>
          <a:bodyPr wrap="square" lIns="0" rIns="0" tIns="0" bIns="0">
            <a:spAutoFit/>
          </a:bodyPr>
          <a:lstStyle/>
          <a:p>
            <a:pPr algn="l">
              <a:lnSpc>
                <a:spcPct val="113000"/>
              </a:lnSpc>
              <a:spcBef>
                <a:spcPts val="0"/>
              </a:spcBef>
              <a:spcAft>
                <a:spcPts val="0"/>
              </a:spcAft>
            </a:pPr>
            <a:r>
              <a:rPr sz="1050" b="0" lang="ko-KR">
                <a:solidFill>
                  <a:srgbClr val="737373"/>
                </a:solidFill>
                <a:latin typeface="Segoe UI"/>
                <a:ea typeface="Malgun Gothic"/>
                <a:cs typeface="Segoe UI"/>
              </a:rPr>
              <a:t>Microsoft Learn 화면 예시 · 값은 숨김 · 실제 Portal 메뉴 위치는 다를 수 있음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먼저 앱의 SP 신원을 만듭니다 [Demo]</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2.7 A · 앱 등록과 단기 자격 증명</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hlinkClick r:id="rId2"/>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12</a:t>
            </a:r>
          </a:p>
        </p:txBody>
      </p:sp>
      <p:sp>
        <p:nvSpPr>
          <p:cNvPr id="6" name="Oval 5"/>
          <p:cNvSpPr/>
          <p:nvPr/>
        </p:nvSpPr>
        <p:spPr>
          <a:xfrm>
            <a:off x="640080" y="1865376"/>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915668"/>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1</a:t>
            </a:r>
          </a:p>
        </p:txBody>
      </p:sp>
      <p:sp>
        <p:nvSpPr>
          <p:cNvPr id="8" name="TextBox 7"/>
          <p:cNvSpPr txBox="1"/>
          <p:nvPr/>
        </p:nvSpPr>
        <p:spPr>
          <a:xfrm>
            <a:off x="1143000" y="1847088"/>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실습 전용 앱 등록</a:t>
            </a:r>
          </a:p>
        </p:txBody>
      </p:sp>
      <p:sp>
        <p:nvSpPr>
          <p:cNvPr id="9" name="TextBox 8"/>
          <p:cNvSpPr txBox="1"/>
          <p:nvPr/>
        </p:nvSpPr>
        <p:spPr>
          <a:xfrm>
            <a:off x="1143000" y="2295144"/>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Vault 테넌트에서 Single tenant</a:t>
            </a:r>
          </a:p>
          <a:p>
            <a:pPr algn="l">
              <a:lnSpc>
                <a:spcPct val="113000"/>
              </a:lnSpc>
              <a:spcBef>
                <a:spcPts val="0"/>
              </a:spcBef>
              <a:spcAft>
                <a:spcPts val="0"/>
              </a:spcAft>
            </a:pPr>
            <a:r>
              <a:rPr sz="1350" b="0" lang="ko-KR">
                <a:solidFill>
                  <a:srgbClr val="333333"/>
                </a:solidFill>
                <a:latin typeface="Segoe UI"/>
                <a:ea typeface="Malgun Gothic"/>
                <a:cs typeface="Segoe UI"/>
              </a:rPr>
              <a:t>예: kv-workshop-p01</a:t>
            </a:r>
          </a:p>
        </p:txBody>
      </p:sp>
      <p:sp>
        <p:nvSpPr>
          <p:cNvPr id="10" name="Oval 9"/>
          <p:cNvSpPr/>
          <p:nvPr/>
        </p:nvSpPr>
        <p:spPr>
          <a:xfrm>
            <a:off x="640080" y="3182112"/>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32404"/>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2</a:t>
            </a:r>
          </a:p>
        </p:txBody>
      </p:sp>
      <p:sp>
        <p:nvSpPr>
          <p:cNvPr id="12" name="TextBox 11"/>
          <p:cNvSpPr txBox="1"/>
          <p:nvPr/>
        </p:nvSpPr>
        <p:spPr>
          <a:xfrm>
            <a:off x="1143000" y="3163824"/>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인증 정보 기록</a:t>
            </a:r>
          </a:p>
        </p:txBody>
      </p:sp>
      <p:sp>
        <p:nvSpPr>
          <p:cNvPr id="13" name="TextBox 12"/>
          <p:cNvSpPr txBox="1"/>
          <p:nvPr/>
        </p:nvSpPr>
        <p:spPr>
          <a:xfrm>
            <a:off x="1143000" y="3611880"/>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Tenant ID + Client ID</a:t>
            </a:r>
          </a:p>
          <a:p>
            <a:pPr algn="l">
              <a:lnSpc>
                <a:spcPct val="113000"/>
              </a:lnSpc>
              <a:spcBef>
                <a:spcPts val="0"/>
              </a:spcBef>
              <a:spcAft>
                <a:spcPts val="0"/>
              </a:spcAft>
            </a:pPr>
            <a:r>
              <a:rPr sz="1350" b="0" lang="ko-KR">
                <a:solidFill>
                  <a:srgbClr val="333333"/>
                </a:solidFill>
                <a:latin typeface="Segoe UI"/>
                <a:ea typeface="Malgun Gothic"/>
                <a:cs typeface="Segoe UI"/>
              </a:rPr>
              <a:t>Client Secret은 Value로 전달</a:t>
            </a:r>
          </a:p>
        </p:txBody>
      </p:sp>
      <p:sp>
        <p:nvSpPr>
          <p:cNvPr id="14" name="Oval 13"/>
          <p:cNvSpPr/>
          <p:nvPr/>
        </p:nvSpPr>
        <p:spPr>
          <a:xfrm>
            <a:off x="640080" y="4498848"/>
            <a:ext cx="347472" cy="34747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49140"/>
            <a:ext cx="347472"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3</a:t>
            </a:r>
          </a:p>
        </p:txBody>
      </p:sp>
      <p:sp>
        <p:nvSpPr>
          <p:cNvPr id="16" name="TextBox 15"/>
          <p:cNvSpPr txBox="1"/>
          <p:nvPr/>
        </p:nvSpPr>
        <p:spPr>
          <a:xfrm>
            <a:off x="1143000" y="4480560"/>
            <a:ext cx="3401568" cy="338328"/>
          </a:xfrm>
          <a:prstGeom prst="rect">
            <a:avLst/>
          </a:prstGeom>
          <a:noFill/>
        </p:spPr>
        <p:txBody>
          <a:bodyPr wrap="square" lIns="0" rIns="0" tIns="0" bIns="0">
            <a:spAutoFit/>
          </a:bodyPr>
          <a:lstStyle/>
          <a:p>
            <a:pPr algn="l">
              <a:lnSpc>
                <a:spcPct val="113000"/>
              </a:lnSpc>
              <a:spcBef>
                <a:spcPts val="0"/>
              </a:spcBef>
              <a:spcAft>
                <a:spcPts val="0"/>
              </a:spcAft>
            </a:pPr>
            <a:r>
              <a:rPr sz="1600" b="1" lang="ko-KR">
                <a:solidFill>
                  <a:srgbClr val="243A5E"/>
                </a:solidFill>
                <a:latin typeface="Segoe UI Semibold"/>
                <a:ea typeface="Malgun Gothic"/>
                <a:cs typeface="Segoe UI"/>
              </a:rPr>
              <a:t>권한 대상 확인</a:t>
            </a:r>
          </a:p>
        </p:txBody>
      </p:sp>
      <p:sp>
        <p:nvSpPr>
          <p:cNvPr id="17" name="TextBox 16"/>
          <p:cNvSpPr txBox="1"/>
          <p:nvPr/>
        </p:nvSpPr>
        <p:spPr>
          <a:xfrm>
            <a:off x="1143000" y="4928616"/>
            <a:ext cx="3401568"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Enterprise applications의</a:t>
            </a:r>
          </a:p>
          <a:p>
            <a:pPr algn="l">
              <a:lnSpc>
                <a:spcPct val="113000"/>
              </a:lnSpc>
              <a:spcBef>
                <a:spcPts val="0"/>
              </a:spcBef>
              <a:spcAft>
                <a:spcPts val="0"/>
              </a:spcAft>
            </a:pPr>
            <a:r>
              <a:rPr sz="1350" b="0" lang="ko-KR">
                <a:solidFill>
                  <a:srgbClr val="333333"/>
                </a:solidFill>
                <a:latin typeface="Segoe UI"/>
                <a:ea typeface="Malgun Gothic"/>
                <a:cs typeface="Segoe UI"/>
              </a:rPr>
              <a:t>SP Object ID는 별도 식별자</a:t>
            </a:r>
          </a:p>
        </p:txBody>
      </p:sp>
      <p:sp>
        <p:nvSpPr>
          <p:cNvPr id="18" name="Rounded Rectangle 17"/>
          <p:cNvSpPr/>
          <p:nvPr/>
        </p:nvSpPr>
        <p:spPr>
          <a:xfrm>
            <a:off x="4754880" y="1810512"/>
            <a:ext cx="6848856" cy="4014215"/>
          </a:xfrm>
          <a:prstGeom prst="roundRect">
            <a:avLst>
              <a:gd name="adj" fmla="val 4000"/>
            </a:avLst>
          </a:prstGeom>
          <a:solidFill>
            <a:srgbClr val="FFFFFF"/>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app-registration.png"/>
          <p:cNvPicPr>
            <a:picLocks noChangeAspect="1"/>
          </p:cNvPicPr>
          <p:nvPr/>
        </p:nvPicPr>
        <p:blipFill>
          <a:blip r:embed="rId4"/>
          <a:stretch>
            <a:fillRect/>
          </a:stretch>
        </p:blipFill>
        <p:spPr>
          <a:xfrm>
            <a:off x="5785104" y="1984248"/>
            <a:ext cx="4779264" cy="3584448"/>
          </a:xfrm>
          <a:prstGeom prst="rect">
            <a:avLst/>
          </a:prstGeom>
        </p:spPr>
      </p:pic>
      <p:sp>
        <p:nvSpPr>
          <p:cNvPr id="20" name="Rectangle 19"/>
          <p:cNvSpPr/>
          <p:nvPr/>
        </p:nvSpPr>
        <p:spPr>
          <a:xfrm>
            <a:off x="5856792" y="2941295"/>
            <a:ext cx="3632240" cy="139793"/>
          </a:xfrm>
          <a:prstGeom prst="rect">
            <a:avLst/>
          </a:prstGeom>
          <a:no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42455" y="3525560"/>
            <a:ext cx="4349130" cy="146962"/>
          </a:xfrm>
          <a:prstGeom prst="rect">
            <a:avLst/>
          </a:prstGeom>
          <a:noFill/>
          <a:ln w="25400">
            <a:solidFill>
              <a:srgbClr val="008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56048" y="5934456"/>
            <a:ext cx="6437376" cy="228600"/>
          </a:xfrm>
          <a:prstGeom prst="rect">
            <a:avLst/>
          </a:prstGeom>
          <a:noFill/>
        </p:spPr>
        <p:txBody>
          <a:bodyPr wrap="square" lIns="0" rIns="0" tIns="0" bIns="0">
            <a:spAutoFit/>
          </a:bodyPr>
          <a:lstStyle/>
          <a:p>
            <a:pPr algn="l">
              <a:lnSpc>
                <a:spcPct val="113000"/>
              </a:lnSpc>
              <a:spcBef>
                <a:spcPts val="0"/>
              </a:spcBef>
              <a:spcAft>
                <a:spcPts val="0"/>
              </a:spcAft>
            </a:pPr>
            <a:r>
              <a:rPr sz="1050" b="0" lang="ko-KR">
                <a:solidFill>
                  <a:srgbClr val="737373"/>
                </a:solidFill>
                <a:latin typeface="Segoe UI"/>
                <a:ea typeface="Malgun Gothic"/>
                <a:cs typeface="Segoe UI"/>
              </a:rPr>
              <a:t>Microsoft Learn의 앱 등록 화면 예시 · 실제 고객 계정·자격 증명은 포함하지 않음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SP에 ‘실습 Vault 읽기’ 권한을 부여합니다 [Demo]</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2.7 B · 앱 등록만으로 값 읽기 권한이 생기지는 않습니다</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13</a:t>
            </a:r>
          </a:p>
        </p:txBody>
      </p:sp>
      <p:sp>
        <p:nvSpPr>
          <p:cNvPr id="6" name="Rounded Rectangle 5"/>
          <p:cNvSpPr/>
          <p:nvPr/>
        </p:nvSpPr>
        <p:spPr>
          <a:xfrm>
            <a:off x="585216" y="1837943"/>
            <a:ext cx="3520440" cy="1892807"/>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48256"/>
            <a:ext cx="3118104" cy="274320"/>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접근 주체</a:t>
            </a:r>
          </a:p>
        </p:txBody>
      </p:sp>
      <p:sp>
        <p:nvSpPr>
          <p:cNvPr id="8" name="TextBox 7"/>
          <p:cNvSpPr txBox="1"/>
          <p:nvPr/>
        </p:nvSpPr>
        <p:spPr>
          <a:xfrm>
            <a:off x="786384" y="2724912"/>
            <a:ext cx="3118104" cy="713232"/>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0078D4"/>
                </a:solidFill>
                <a:latin typeface="Segoe UI Semibold"/>
                <a:ea typeface="Malgun Gothic"/>
                <a:cs typeface="Segoe UI"/>
              </a:rPr>
              <a:t>참가자 p01의 SP</a:t>
            </a:r>
          </a:p>
        </p:txBody>
      </p:sp>
      <p:sp>
        <p:nvSpPr>
          <p:cNvPr id="9" name="Rounded Rectangle 8"/>
          <p:cNvSpPr/>
          <p:nvPr/>
        </p:nvSpPr>
        <p:spPr>
          <a:xfrm>
            <a:off x="4334255" y="1837943"/>
            <a:ext cx="3520440" cy="1892807"/>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3" y="2048256"/>
            <a:ext cx="3118104" cy="274320"/>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역할</a:t>
            </a:r>
          </a:p>
        </p:txBody>
      </p:sp>
      <p:sp>
        <p:nvSpPr>
          <p:cNvPr id="11" name="TextBox 10"/>
          <p:cNvSpPr txBox="1"/>
          <p:nvPr/>
        </p:nvSpPr>
        <p:spPr>
          <a:xfrm>
            <a:off x="4535423" y="2724912"/>
            <a:ext cx="3118104" cy="713232"/>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008575"/>
                </a:solidFill>
                <a:latin typeface="Segoe UI Semibold"/>
                <a:ea typeface="Malgun Gothic"/>
                <a:cs typeface="Segoe UI"/>
              </a:rPr>
              <a:t>Key Vault Secrets User</a:t>
            </a:r>
          </a:p>
        </p:txBody>
      </p:sp>
      <p:sp>
        <p:nvSpPr>
          <p:cNvPr id="12" name="Rounded Rectangle 11"/>
          <p:cNvSpPr/>
          <p:nvPr/>
        </p:nvSpPr>
        <p:spPr>
          <a:xfrm>
            <a:off x="8083296" y="1837943"/>
            <a:ext cx="3520440" cy="1892807"/>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2048256"/>
            <a:ext cx="3118104" cy="274320"/>
          </a:xfrm>
          <a:prstGeom prst="rect">
            <a:avLst/>
          </a:prstGeom>
          <a:noFill/>
        </p:spPr>
        <p:txBody>
          <a:bodyPr wrap="square" lIns="0" rIns="0" tIns="0" bIns="0">
            <a:spAutoFit/>
          </a:bodyPr>
          <a:lstStyle/>
          <a:p>
            <a:pPr algn="l">
              <a:lnSpc>
                <a:spcPct val="113000"/>
              </a:lnSpc>
              <a:spcBef>
                <a:spcPts val="0"/>
              </a:spcBef>
              <a:spcAft>
                <a:spcPts val="0"/>
              </a:spcAft>
            </a:pPr>
            <a:r>
              <a:rPr sz="1300" b="0" lang="ko-KR">
                <a:solidFill>
                  <a:srgbClr val="737373"/>
                </a:solidFill>
                <a:latin typeface="Segoe UI"/>
                <a:ea typeface="Malgun Gothic"/>
                <a:cs typeface="Segoe UI"/>
              </a:rPr>
              <a:t>범위</a:t>
            </a:r>
          </a:p>
        </p:txBody>
      </p:sp>
      <p:sp>
        <p:nvSpPr>
          <p:cNvPr id="14" name="TextBox 13"/>
          <p:cNvSpPr txBox="1"/>
          <p:nvPr/>
        </p:nvSpPr>
        <p:spPr>
          <a:xfrm>
            <a:off x="8284464" y="2724912"/>
            <a:ext cx="3118104" cy="713232"/>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해당 실습 Vault</a:t>
            </a:r>
          </a:p>
        </p:txBody>
      </p:sp>
      <p:sp>
        <p:nvSpPr>
          <p:cNvPr id="15" name="TextBox 14"/>
          <p:cNvSpPr txBox="1"/>
          <p:nvPr/>
        </p:nvSpPr>
        <p:spPr>
          <a:xfrm>
            <a:off x="676656" y="4123944"/>
            <a:ext cx="10826496" cy="384048"/>
          </a:xfrm>
          <a:prstGeom prst="rect">
            <a:avLst/>
          </a:prstGeom>
          <a:noFill/>
        </p:spPr>
        <p:txBody>
          <a:bodyPr wrap="square" lIns="0" rIns="0" tIns="0" bIns="0">
            <a:spAutoFit/>
          </a:bodyPr>
          <a:lstStyle/>
          <a:p>
            <a:pPr algn="l">
              <a:lnSpc>
                <a:spcPct val="113000"/>
              </a:lnSpc>
              <a:spcBef>
                <a:spcPts val="0"/>
              </a:spcBef>
              <a:spcAft>
                <a:spcPts val="0"/>
              </a:spcAft>
            </a:pPr>
            <a:r>
              <a:rPr sz="1800" b="1" lang="ko-KR">
                <a:solidFill>
                  <a:srgbClr val="243A5E"/>
                </a:solidFill>
                <a:latin typeface="Segoe UI Semibold"/>
                <a:ea typeface="Malgun Gothic"/>
                <a:cs typeface="Segoe UI"/>
              </a:rPr>
              <a:t>Portal: Vault → IAM → 역할 추가 → 참가자 SP 선택</a:t>
            </a:r>
          </a:p>
        </p:txBody>
      </p:sp>
      <p:sp>
        <p:nvSpPr>
          <p:cNvPr id="16" name="TextBox 15"/>
          <p:cNvSpPr txBox="1"/>
          <p:nvPr/>
        </p:nvSpPr>
        <p:spPr>
          <a:xfrm>
            <a:off x="676656" y="4892040"/>
            <a:ext cx="10826496" cy="548640"/>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적용 후 실제 참가자 SP로 읽기를 확인합니다.</a:t>
            </a:r>
          </a:p>
          <a:p>
            <a:pPr algn="l">
              <a:lnSpc>
                <a:spcPct val="113000"/>
              </a:lnSpc>
              <a:spcBef>
                <a:spcPts val="0"/>
              </a:spcBef>
              <a:spcAft>
                <a:spcPts val="0"/>
              </a:spcAft>
            </a:pPr>
            <a:r>
              <a:rPr sz="1350" b="0" lang="ko-KR">
                <a:solidFill>
                  <a:srgbClr val="333333"/>
                </a:solidFill>
                <a:latin typeface="Segoe UI"/>
                <a:ea typeface="Malgun Gothic"/>
                <a:cs typeface="Segoe UI"/>
              </a:rPr>
              <a:t>Access Policy 환경이라면 같은 SP에 Secret Get을 허용합니다. SP를 이유로 모델을 바꾸지 않습니다.</a:t>
            </a:r>
          </a:p>
        </p:txBody>
      </p:sp>
      <p:sp>
        <p:nvSpPr>
          <p:cNvPr id="17" name="Rectangle 16"/>
          <p:cNvSpPr/>
          <p:nvPr/>
        </p:nvSpPr>
        <p:spPr>
          <a:xfrm>
            <a:off x="585216" y="5797296"/>
            <a:ext cx="11018520" cy="448056"/>
          </a:xfrm>
          <a:prstGeom prst="rect">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 y="5797296"/>
            <a:ext cx="50292" cy="448056"/>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5888736"/>
            <a:ext cx="10570464" cy="292608"/>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008575"/>
                </a:solidFill>
                <a:latin typeface="Segoe UI"/>
                <a:ea typeface="Malgun Gothic"/>
                <a:cs typeface="Segoe UI"/>
              </a:rPr>
              <a:t>Client ID는 앱 인증에, SP Object ID는 권한 대상에 사용합니다. Client Secret은 ID가 아니라 Value입니다.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3000" b="1" lang="ko-KR">
                <a:solidFill>
                  <a:srgbClr val="243A5E"/>
                </a:solidFill>
                <a:latin typeface="Segoe UI Semibold"/>
                <a:ea typeface="Malgun Gothic"/>
                <a:cs typeface="Segoe UI"/>
              </a:rPr>
              <a:t>SP 인증과 읽기 권한이 만나야 앱 조회가 성공합니다</a:t>
            </a:r>
          </a:p>
        </p:txBody>
      </p:sp>
      <p:sp>
        <p:nvSpPr>
          <p:cNvPr id="3" name="TextBox 2"/>
          <p:cNvSpPr txBox="1"/>
          <p:nvPr/>
        </p:nvSpPr>
        <p:spPr>
          <a:xfrm>
            <a:off x="585216" y="1252728"/>
            <a:ext cx="11018520"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Lab1 직전 · 우리가 준비한 전체 요청 흐름</a:t>
            </a:r>
          </a:p>
        </p:txBody>
      </p:sp>
      <p:sp>
        <p:nvSpPr>
          <p:cNvPr id="4" name="TextBox 3"/>
          <p:cNvSpPr txBox="1"/>
          <p:nvPr/>
        </p:nvSpPr>
        <p:spPr>
          <a:xfrm>
            <a:off x="585216" y="6501384"/>
            <a:ext cx="9875520" cy="164592"/>
          </a:xfrm>
          <a:prstGeom prst="rect">
            <a:avLst/>
          </a:prstGeom>
          <a:noFill/>
        </p:spPr>
        <p:txBody>
          <a:bodyPr wrap="square" lIns="0" rIns="0" tIns="0" bIns="0">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주문 앱의 연결 문자열  ·  Microsoft Learn</a:t>
            </a:r>
          </a:p>
        </p:txBody>
      </p:sp>
      <p:sp>
        <p:nvSpPr>
          <p:cNvPr id="5" name="TextBox 4"/>
          <p:cNvSpPr txBox="1"/>
          <p:nvPr/>
        </p:nvSpPr>
        <p:spPr>
          <a:xfrm>
            <a:off x="10625328" y="6492240"/>
            <a:ext cx="987552" cy="182880"/>
          </a:xfrm>
          <a:prstGeom prst="rect">
            <a:avLst/>
          </a:prstGeom>
          <a:noFill/>
        </p:spPr>
        <p:txBody>
          <a:bodyPr wrap="square" lIns="0" rIns="0" tIns="0" bIns="0">
            <a:spAutoFit/>
          </a:bodyPr>
          <a:lstStyle/>
          <a:p>
            <a:pPr algn="r">
              <a:lnSpc>
                <a:spcPct val="113000"/>
              </a:lnSpc>
              <a:spcBef>
                <a:spcPts val="0"/>
              </a:spcBef>
              <a:spcAft>
                <a:spcPts val="0"/>
              </a:spcAft>
            </a:pPr>
            <a:r>
              <a:rPr sz="1000" b="0" lang="ko-KR">
                <a:solidFill>
                  <a:srgbClr val="737373"/>
                </a:solidFill>
                <a:latin typeface="Segoe UI"/>
                <a:ea typeface="Malgun Gothic"/>
                <a:cs typeface="Segoe UI"/>
              </a:rPr>
              <a:t>14</a:t>
            </a:r>
          </a:p>
        </p:txBody>
      </p:sp>
      <p:sp>
        <p:nvSpPr>
          <p:cNvPr id="6" name="Rounded Rectangle 5"/>
          <p:cNvSpPr/>
          <p:nvPr/>
        </p:nvSpPr>
        <p:spPr>
          <a:xfrm>
            <a:off x="585216" y="1801368"/>
            <a:ext cx="2916936"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40764" y="2011680"/>
            <a:ext cx="1005840" cy="603504"/>
          </a:xfrm>
          <a:prstGeom prst="roundRect">
            <a:avLst>
              <a:gd name="adj" fmla="val 4000"/>
            </a:avLst>
          </a:prstGeom>
          <a:solidFill>
            <a:srgbClr val="FFFFFF"/>
          </a:solidFill>
          <a:ln w="1016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973275" y="2615184"/>
            <a:ext cx="140817" cy="14630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82165" y="2761488"/>
            <a:ext cx="523036" cy="4114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2990088"/>
            <a:ext cx="2642616"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참가자 PC의 주문 앱</a:t>
            </a:r>
          </a:p>
        </p:txBody>
      </p:sp>
      <p:sp>
        <p:nvSpPr>
          <p:cNvPr id="11" name="TextBox 10"/>
          <p:cNvSpPr txBox="1"/>
          <p:nvPr/>
        </p:nvSpPr>
        <p:spPr>
          <a:xfrm>
            <a:off x="740664" y="3557015"/>
            <a:ext cx="2606040" cy="1280160"/>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Tenant ID · Client ID</a:t>
            </a:r>
          </a:p>
          <a:p>
            <a:pPr algn="ctr">
              <a:lnSpc>
                <a:spcPct val="113000"/>
              </a:lnSpc>
              <a:spcBef>
                <a:spcPts val="0"/>
              </a:spcBef>
              <a:spcAft>
                <a:spcPts val="0"/>
              </a:spcAft>
            </a:pPr>
            <a:r>
              <a:rPr sz="1350" b="0" lang="ko-KR">
                <a:solidFill>
                  <a:srgbClr val="737373"/>
                </a:solidFill>
                <a:latin typeface="Segoe UI"/>
                <a:ea typeface="Malgun Gothic"/>
                <a:cs typeface="Segoe UI"/>
              </a:rPr>
              <a:t>Client Secret Value</a:t>
            </a:r>
          </a:p>
        </p:txBody>
      </p:sp>
      <p:sp>
        <p:nvSpPr>
          <p:cNvPr id="12" name="Rounded Rectangle 11"/>
          <p:cNvSpPr/>
          <p:nvPr/>
        </p:nvSpPr>
        <p:spPr>
          <a:xfrm>
            <a:off x="4599432" y="1801368"/>
            <a:ext cx="2916936"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29300" y="2020824"/>
            <a:ext cx="457200" cy="4572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29300" y="2071116"/>
            <a:ext cx="457200" cy="210312"/>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FFFFFF"/>
                </a:solidFill>
                <a:latin typeface="Segoe UI Semibold"/>
                <a:ea typeface="Malgun Gothic"/>
                <a:cs typeface="Segoe UI"/>
              </a:rPr>
              <a:t>ID</a:t>
            </a:r>
          </a:p>
        </p:txBody>
      </p:sp>
      <p:sp>
        <p:nvSpPr>
          <p:cNvPr id="15" name="TextBox 14"/>
          <p:cNvSpPr txBox="1"/>
          <p:nvPr/>
        </p:nvSpPr>
        <p:spPr>
          <a:xfrm>
            <a:off x="4736592" y="2990088"/>
            <a:ext cx="2642616"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Microsoft Entra ID</a:t>
            </a:r>
          </a:p>
        </p:txBody>
      </p:sp>
      <p:sp>
        <p:nvSpPr>
          <p:cNvPr id="16" name="TextBox 15"/>
          <p:cNvSpPr txBox="1"/>
          <p:nvPr/>
        </p:nvSpPr>
        <p:spPr>
          <a:xfrm>
            <a:off x="4754880" y="3557015"/>
            <a:ext cx="2606040" cy="1280160"/>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ClientSecretCredential</a:t>
            </a:r>
          </a:p>
          <a:p>
            <a:pPr algn="ctr">
              <a:lnSpc>
                <a:spcPct val="113000"/>
              </a:lnSpc>
              <a:spcBef>
                <a:spcPts val="0"/>
              </a:spcBef>
              <a:spcAft>
                <a:spcPts val="0"/>
              </a:spcAft>
            </a:pPr>
            <a:r>
              <a:rPr sz="1350" b="0" lang="ko-KR">
                <a:solidFill>
                  <a:srgbClr val="737373"/>
                </a:solidFill>
                <a:latin typeface="Segoe UI"/>
                <a:ea typeface="Malgun Gothic"/>
                <a:cs typeface="Segoe UI"/>
              </a:rPr>
              <a:t>앱 토큰 발급</a:t>
            </a:r>
          </a:p>
        </p:txBody>
      </p:sp>
      <p:sp>
        <p:nvSpPr>
          <p:cNvPr id="17" name="Rounded Rectangle 16"/>
          <p:cNvSpPr/>
          <p:nvPr/>
        </p:nvSpPr>
        <p:spPr>
          <a:xfrm>
            <a:off x="8677656" y="1801368"/>
            <a:ext cx="2926080" cy="313639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11680"/>
            <a:ext cx="822960" cy="786384"/>
          </a:xfrm>
          <a:prstGeom prst="roundRect">
            <a:avLst>
              <a:gd name="adj" fmla="val 4000"/>
            </a:avLst>
          </a:prstGeom>
          <a:solidFill>
            <a:srgbClr val="FFFFFF"/>
          </a:solidFill>
          <a:ln w="10160">
            <a:solidFill>
              <a:srgbClr val="0085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10267" y="2176272"/>
            <a:ext cx="460857" cy="438912"/>
          </a:xfrm>
          <a:prstGeom prst="ellipse">
            <a:avLst/>
          </a:prstGeom>
          <a:noFill/>
          <a:ln w="25400">
            <a:solidFill>
              <a:srgbClr val="0085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107777" y="2295144"/>
            <a:ext cx="73152" cy="118872"/>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14816" y="2990088"/>
            <a:ext cx="2651760" cy="365760"/>
          </a:xfrm>
          <a:prstGeom prst="rect">
            <a:avLst/>
          </a:prstGeom>
          <a:noFill/>
        </p:spPr>
        <p:txBody>
          <a:bodyPr wrap="square" lIns="0" rIns="0" tIns="0" bIns="0">
            <a:spAutoFit/>
          </a:bodyPr>
          <a:lstStyle/>
          <a:p>
            <a:pPr algn="ctr">
              <a:lnSpc>
                <a:spcPct val="113000"/>
              </a:lnSpc>
              <a:spcBef>
                <a:spcPts val="0"/>
              </a:spcBef>
              <a:spcAft>
                <a:spcPts val="0"/>
              </a:spcAft>
            </a:pPr>
            <a:r>
              <a:rPr sz="1600" b="1" lang="ko-KR">
                <a:solidFill>
                  <a:srgbClr val="243A5E"/>
                </a:solidFill>
                <a:latin typeface="Segoe UI Semibold"/>
                <a:ea typeface="Malgun Gothic"/>
                <a:cs typeface="Segoe UI"/>
              </a:rPr>
              <a:t>실습 Vault</a:t>
            </a:r>
          </a:p>
        </p:txBody>
      </p:sp>
      <p:sp>
        <p:nvSpPr>
          <p:cNvPr id="22" name="TextBox 21"/>
          <p:cNvSpPr txBox="1"/>
          <p:nvPr/>
        </p:nvSpPr>
        <p:spPr>
          <a:xfrm>
            <a:off x="8833104" y="3557015"/>
            <a:ext cx="2615184" cy="1280160"/>
          </a:xfrm>
          <a:prstGeom prst="rect">
            <a:avLst/>
          </a:prstGeom>
          <a:noFill/>
        </p:spPr>
        <p:txBody>
          <a:bodyPr wrap="square" lIns="0" rIns="0" tIns="0" bIns="0">
            <a:spAutoFit/>
          </a:bodyPr>
          <a:lstStyle/>
          <a:p>
            <a:pPr algn="ctr">
              <a:lnSpc>
                <a:spcPct val="113000"/>
              </a:lnSpc>
              <a:spcBef>
                <a:spcPts val="0"/>
              </a:spcBef>
              <a:spcAft>
                <a:spcPts val="0"/>
              </a:spcAft>
            </a:pPr>
            <a:r>
              <a:rPr sz="1350" b="0" lang="ko-KR">
                <a:solidFill>
                  <a:srgbClr val="737373"/>
                </a:solidFill>
                <a:latin typeface="Segoe UI"/>
                <a:ea typeface="Malgun Gothic"/>
                <a:cs typeface="Segoe UI"/>
              </a:rPr>
              <a:t>SP의 Secrets User 확인</a:t>
            </a:r>
          </a:p>
          <a:p>
            <a:pPr algn="ctr">
              <a:lnSpc>
                <a:spcPct val="113000"/>
              </a:lnSpc>
              <a:spcBef>
                <a:spcPts val="0"/>
              </a:spcBef>
              <a:spcAft>
                <a:spcPts val="0"/>
              </a:spcAft>
            </a:pPr>
            <a:r>
              <a:rPr sz="1350" b="0" lang="ko-KR">
                <a:solidFill>
                  <a:srgbClr val="737373"/>
                </a:solidFill>
                <a:latin typeface="Segoe UI"/>
                <a:ea typeface="Malgun Gothic"/>
                <a:cs typeface="Segoe UI"/>
              </a:rPr>
              <a:t>허용되면 Secret 값 반환</a:t>
            </a:r>
          </a:p>
        </p:txBody>
      </p:sp>
      <p:cxnSp>
        <p:nvCxnSpPr>
          <p:cNvPr id="23" name="Connector 22"/>
          <p:cNvCxnSpPr/>
          <p:nvPr/>
        </p:nvCxnSpPr>
        <p:spPr>
          <a:xfrm>
            <a:off x="3575304" y="2496312"/>
            <a:ext cx="950976"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39312" y="1984248"/>
            <a:ext cx="822960"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① 앱 인증</a:t>
            </a:r>
          </a:p>
        </p:txBody>
      </p:sp>
      <p:cxnSp>
        <p:nvCxnSpPr>
          <p:cNvPr id="25" name="Connector 24"/>
          <p:cNvCxnSpPr/>
          <p:nvPr/>
        </p:nvCxnSpPr>
        <p:spPr>
          <a:xfrm flipH="1">
            <a:off x="3575304" y="3749039"/>
            <a:ext cx="950976"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39312" y="4078224"/>
            <a:ext cx="822960" cy="292608"/>
          </a:xfrm>
          <a:prstGeom prst="rect">
            <a:avLst/>
          </a:prstGeom>
          <a:noFill/>
        </p:spPr>
        <p:txBody>
          <a:bodyPr wrap="square" lIns="0" rIns="0" tIns="0" bIns="0">
            <a:spAutoFit/>
          </a:bodyPr>
          <a:lstStyle/>
          <a:p>
            <a:pPr algn="ctr">
              <a:lnSpc>
                <a:spcPct val="113000"/>
              </a:lnSpc>
              <a:spcBef>
                <a:spcPts val="0"/>
              </a:spcBef>
              <a:spcAft>
                <a:spcPts val="0"/>
              </a:spcAft>
            </a:pPr>
            <a:r>
              <a:rPr sz="1200" b="1" lang="ko-KR">
                <a:solidFill>
                  <a:srgbClr val="0078D4"/>
                </a:solidFill>
                <a:latin typeface="Segoe UI Semibold"/>
                <a:ea typeface="Malgun Gothic"/>
                <a:cs typeface="Segoe UI"/>
              </a:rPr>
              <a:t>토큰</a:t>
            </a:r>
          </a:p>
        </p:txBody>
      </p:sp>
      <p:cxnSp>
        <p:nvCxnSpPr>
          <p:cNvPr id="27" name="Connector 26"/>
          <p:cNvCxnSpPr/>
          <p:nvPr/>
        </p:nvCxnSpPr>
        <p:spPr>
          <a:xfrm>
            <a:off x="2057400" y="4974336"/>
            <a:ext cx="0" cy="265176"/>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57400" y="5239512"/>
            <a:ext cx="8083296" cy="0"/>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140696" y="4974336"/>
            <a:ext cx="0" cy="265176"/>
          </a:xfrm>
          <a:prstGeom prst="line">
            <a:avLst/>
          </a:prstGeom>
          <a:ln w="25400">
            <a:solidFill>
              <a:srgbClr val="008575"/>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63240" y="5394960"/>
            <a:ext cx="6053328" cy="301752"/>
          </a:xfrm>
          <a:prstGeom prst="rect">
            <a:avLst/>
          </a:prstGeom>
          <a:noFill/>
        </p:spPr>
        <p:txBody>
          <a:bodyPr wrap="square" lIns="0" rIns="0" tIns="0" bIns="0">
            <a:spAutoFit/>
          </a:bodyPr>
          <a:lstStyle/>
          <a:p>
            <a:pPr algn="ctr">
              <a:lnSpc>
                <a:spcPct val="113000"/>
              </a:lnSpc>
              <a:spcBef>
                <a:spcPts val="0"/>
              </a:spcBef>
              <a:spcAft>
                <a:spcPts val="0"/>
              </a:spcAft>
            </a:pPr>
            <a:r>
              <a:rPr sz="1400" b="1" lang="ko-KR">
                <a:solidFill>
                  <a:srgbClr val="008575"/>
                </a:solidFill>
                <a:latin typeface="Segoe UI Semibold"/>
                <a:ea typeface="Malgun Gothic"/>
                <a:cs typeface="Segoe UI"/>
              </a:rPr>
              <a:t>② 앱이 토큰을 포함하여 Vault로 직접 조회</a:t>
            </a:r>
          </a:p>
        </p:txBody>
      </p:sp>
      <p:sp>
        <p:nvSpPr>
          <p:cNvPr id="31" name="TextBox 30"/>
          <p:cNvSpPr txBox="1"/>
          <p:nvPr/>
        </p:nvSpPr>
        <p:spPr>
          <a:xfrm>
            <a:off x="658368" y="5897880"/>
            <a:ext cx="10899648" cy="283464"/>
          </a:xfrm>
          <a:prstGeom prst="rect">
            <a:avLst/>
          </a:prstGeom>
          <a:noFill/>
        </p:spPr>
        <p:txBody>
          <a:bodyPr wrap="square" lIns="0" rIns="0" tIns="0" bIns="0">
            <a:spAutoFit/>
          </a:bodyPr>
          <a:lstStyle/>
          <a:p>
            <a:pPr algn="l">
              <a:lnSpc>
                <a:spcPct val="113000"/>
              </a:lnSpc>
              <a:spcBef>
                <a:spcPts val="0"/>
              </a:spcBef>
              <a:spcAft>
                <a:spcPts val="0"/>
              </a:spcAft>
            </a:pPr>
            <a:r>
              <a:rPr sz="1350" b="0" lang="ko-KR">
                <a:solidFill>
                  <a:srgbClr val="333333"/>
                </a:solidFill>
                <a:latin typeface="Segoe UI"/>
                <a:ea typeface="Malgun Gothic"/>
                <a:cs typeface="Segoe UI"/>
              </a:rPr>
              <a:t>③ Vault가 허용한 Secret 값을 앱에 반환합니다. 앱은 받은 문자열을 사용합니다.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4000" b="1" lang="ko-KR">
                <a:solidFill>
                  <a:srgbClr val="FFFFFF"/>
                </a:solidFill>
                <a:latin typeface="Segoe UI Semibold"/>
                <a:ea typeface="Malgun Gothic"/>
                <a:cs typeface="Segoe UI"/>
              </a:rPr>
              <a:t>2.8 Lab1 실습</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큰 데이터와 암호 키를 나누어 보호합니다</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A1 · Envelope encryption 상세 흐름</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A1  ·  상세 참고</a:t>
            </a:r>
          </a:p>
        </p:txBody>
      </p:sp>
      <p:sp>
        <p:nvSpPr>
          <p:cNvPr id="5" name="TextBox 4"/>
          <p:cNvSpPr txBox="1"/>
          <p:nvPr/>
        </p:nvSpPr>
        <p:spPr>
          <a:xfrm>
            <a:off x="566928" y="1664208"/>
            <a:ext cx="10972800" cy="402336"/>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Key Vault는 큰 파일을 통째로 암호화하는 처리 서버가 아닙니다.</a:t>
            </a:r>
          </a:p>
        </p:txBody>
      </p:sp>
      <p:sp>
        <p:nvSpPr>
          <p:cNvPr id="6" name="Rounded Rectangle 5"/>
          <p:cNvSpPr/>
          <p:nvPr/>
        </p:nvSpPr>
        <p:spPr>
          <a:xfrm>
            <a:off x="566928" y="2286000"/>
            <a:ext cx="1389888" cy="320040"/>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336292"/>
            <a:ext cx="1207008" cy="219456"/>
          </a:xfrm>
          <a:prstGeom prst="rect">
            <a:avLst/>
          </a:prstGeom>
          <a:noFill/>
        </p:spPr>
        <p:txBody>
          <a:bodyPr wrap="square" lIns="0" rIns="0" tIns="0" bIns="0" anchor="t">
            <a:spAutoFit/>
          </a:bodyPr>
          <a:lstStyle/>
          <a:p>
            <a:pPr algn="l">
              <a:lnSpc>
                <a:spcPct val="108000"/>
              </a:lnSpc>
              <a:spcBef>
                <a:spcPts val="0"/>
              </a:spcBef>
              <a:spcAft>
                <a:spcPts val="0"/>
              </a:spcAft>
            </a:pPr>
            <a:r>
              <a:rPr sz="1200" b="1" lang="ko-KR">
                <a:solidFill>
                  <a:srgbClr val="0078D4"/>
                </a:solidFill>
                <a:latin typeface="Segoe UI Semibold"/>
                <a:ea typeface="Malgun Gothic"/>
                <a:cs typeface="Segoe UI"/>
              </a:rPr>
              <a:t>데이터 경로</a:t>
            </a:r>
          </a:p>
        </p:txBody>
      </p:sp>
      <p:sp>
        <p:nvSpPr>
          <p:cNvPr id="8" name="Rounded Rectangle 7"/>
          <p:cNvSpPr/>
          <p:nvPr/>
        </p:nvSpPr>
        <p:spPr>
          <a:xfrm>
            <a:off x="566928" y="2761488"/>
            <a:ext cx="3465576" cy="722376"/>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6148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78D4"/>
                </a:solidFill>
                <a:latin typeface="Segoe UI Semibold"/>
                <a:ea typeface="Malgun Gothic"/>
                <a:cs typeface="Segoe UI"/>
              </a:rPr>
              <a:t>원본 데이터</a:t>
            </a:r>
          </a:p>
        </p:txBody>
      </p:sp>
      <p:sp>
        <p:nvSpPr>
          <p:cNvPr id="10" name="Rounded Rectangle 9"/>
          <p:cNvSpPr/>
          <p:nvPr/>
        </p:nvSpPr>
        <p:spPr>
          <a:xfrm>
            <a:off x="4370832" y="2761488"/>
            <a:ext cx="3465576" cy="722376"/>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276148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78D4"/>
                </a:solidFill>
                <a:latin typeface="Segoe UI Semibold"/>
                <a:ea typeface="Malgun Gothic"/>
                <a:cs typeface="Segoe UI"/>
              </a:rPr>
              <a:t>앱에서 AES로 암호화</a:t>
            </a:r>
          </a:p>
        </p:txBody>
      </p:sp>
      <p:sp>
        <p:nvSpPr>
          <p:cNvPr id="12" name="Rounded Rectangle 11"/>
          <p:cNvSpPr/>
          <p:nvPr/>
        </p:nvSpPr>
        <p:spPr>
          <a:xfrm>
            <a:off x="8174736" y="2761488"/>
            <a:ext cx="3465576" cy="722376"/>
          </a:xfrm>
          <a:prstGeom prst="roundRect">
            <a:avLst>
              <a:gd name="adj" fmla="val 4000"/>
            </a:avLst>
          </a:prstGeom>
          <a:solidFill>
            <a:srgbClr val="ECF6F4"/>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5" y="276148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78D4"/>
                </a:solidFill>
                <a:latin typeface="Segoe UI Semibold"/>
                <a:ea typeface="Malgun Gothic"/>
                <a:cs typeface="Segoe UI"/>
              </a:rPr>
              <a:t>DB / Storage에 암호문 저장</a:t>
            </a:r>
          </a:p>
        </p:txBody>
      </p:sp>
      <p:sp>
        <p:nvSpPr>
          <p:cNvPr id="14" name="Chevron 13"/>
          <p:cNvSpPr/>
          <p:nvPr/>
        </p:nvSpPr>
        <p:spPr>
          <a:xfrm>
            <a:off x="4105656" y="2990088"/>
            <a:ext cx="201168" cy="228600"/>
          </a:xfrm>
          <a:prstGeom prst="chevron">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evron 14"/>
          <p:cNvSpPr/>
          <p:nvPr/>
        </p:nvSpPr>
        <p:spPr>
          <a:xfrm>
            <a:off x="7909560" y="2990088"/>
            <a:ext cx="201168" cy="228600"/>
          </a:xfrm>
          <a:prstGeom prst="chevron">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66928" y="3840480"/>
            <a:ext cx="1389888" cy="320040"/>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890772"/>
            <a:ext cx="1207008" cy="219456"/>
          </a:xfrm>
          <a:prstGeom prst="rect">
            <a:avLst/>
          </a:prstGeom>
          <a:noFill/>
        </p:spPr>
        <p:txBody>
          <a:bodyPr wrap="square" lIns="0" rIns="0" tIns="0" bIns="0" anchor="t">
            <a:spAutoFit/>
          </a:bodyPr>
          <a:lstStyle/>
          <a:p>
            <a:pPr algn="l">
              <a:lnSpc>
                <a:spcPct val="108000"/>
              </a:lnSpc>
              <a:spcBef>
                <a:spcPts val="0"/>
              </a:spcBef>
              <a:spcAft>
                <a:spcPts val="0"/>
              </a:spcAft>
            </a:pPr>
            <a:r>
              <a:rPr sz="1200" b="1" lang="ko-KR">
                <a:solidFill>
                  <a:srgbClr val="008575"/>
                </a:solidFill>
                <a:latin typeface="Segoe UI Semibold"/>
                <a:ea typeface="Malgun Gothic"/>
                <a:cs typeface="Segoe UI"/>
              </a:rPr>
              <a:t>키 보호 경로</a:t>
            </a:r>
          </a:p>
        </p:txBody>
      </p:sp>
      <p:sp>
        <p:nvSpPr>
          <p:cNvPr id="18" name="Rounded Rectangle 17"/>
          <p:cNvSpPr/>
          <p:nvPr/>
        </p:nvSpPr>
        <p:spPr>
          <a:xfrm>
            <a:off x="566928" y="4315968"/>
            <a:ext cx="3465576" cy="72237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31596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8575"/>
                </a:solidFill>
                <a:latin typeface="Segoe UI Semibold"/>
                <a:ea typeface="Malgun Gothic"/>
                <a:cs typeface="Segoe UI"/>
              </a:rPr>
              <a:t>데이터 암호화용 AES 키</a:t>
            </a:r>
          </a:p>
        </p:txBody>
      </p:sp>
      <p:sp>
        <p:nvSpPr>
          <p:cNvPr id="20" name="Rounded Rectangle 19"/>
          <p:cNvSpPr/>
          <p:nvPr/>
        </p:nvSpPr>
        <p:spPr>
          <a:xfrm>
            <a:off x="4370832" y="4315968"/>
            <a:ext cx="3465576" cy="72237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431596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8575"/>
                </a:solidFill>
                <a:latin typeface="Segoe UI Semibold"/>
                <a:ea typeface="Malgun Gothic"/>
                <a:cs typeface="Segoe UI"/>
              </a:rPr>
              <a:t>Key Vault Key로 Wrap</a:t>
            </a:r>
          </a:p>
        </p:txBody>
      </p:sp>
      <p:sp>
        <p:nvSpPr>
          <p:cNvPr id="22" name="Rounded Rectangle 21"/>
          <p:cNvSpPr/>
          <p:nvPr/>
        </p:nvSpPr>
        <p:spPr>
          <a:xfrm>
            <a:off x="8174736" y="4315968"/>
            <a:ext cx="3465576" cy="722376"/>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66175" y="4315968"/>
            <a:ext cx="3282696" cy="722376"/>
          </a:xfrm>
          <a:prstGeom prst="rect">
            <a:avLst/>
          </a:prstGeom>
          <a:noFill/>
        </p:spPr>
        <p:txBody>
          <a:bodyPr wrap="square" lIns="0" rIns="0" tIns="0" bIns="0" anchor="ctr">
            <a:spAutoFit/>
          </a:bodyPr>
          <a:lstStyle/>
          <a:p>
            <a:pPr algn="ctr">
              <a:lnSpc>
                <a:spcPct val="108000"/>
              </a:lnSpc>
              <a:spcBef>
                <a:spcPts val="0"/>
              </a:spcBef>
              <a:spcAft>
                <a:spcPts val="0"/>
              </a:spcAft>
            </a:pPr>
            <a:r>
              <a:rPr sz="1600" b="1" lang="ko-KR">
                <a:solidFill>
                  <a:srgbClr val="008575"/>
                </a:solidFill>
                <a:latin typeface="Segoe UI Semibold"/>
                <a:ea typeface="Malgun Gothic"/>
                <a:cs typeface="Segoe UI"/>
              </a:rPr>
              <a:t>보호된 AES 키를 함께 보관</a:t>
            </a:r>
          </a:p>
        </p:txBody>
      </p:sp>
      <p:sp>
        <p:nvSpPr>
          <p:cNvPr id="24" name="Chevron 23"/>
          <p:cNvSpPr/>
          <p:nvPr/>
        </p:nvSpPr>
        <p:spPr>
          <a:xfrm>
            <a:off x="4105656" y="4544568"/>
            <a:ext cx="201168" cy="228600"/>
          </a:xfrm>
          <a:prstGeom prst="chevron">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7909560" y="4544568"/>
            <a:ext cx="201168" cy="228600"/>
          </a:xfrm>
          <a:prstGeom prst="chevron">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48640" y="5404104"/>
            <a:ext cx="11091672" cy="658368"/>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404104"/>
            <a:ext cx="54864" cy="6583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486400"/>
            <a:ext cx="10661904" cy="530352"/>
          </a:xfrm>
          <a:prstGeom prst="rect">
            <a:avLst/>
          </a:prstGeom>
          <a:noFill/>
        </p:spPr>
        <p:txBody>
          <a:bodyPr wrap="square" lIns="0" rIns="0" tIns="0" bIns="0" anchor="t">
            <a:spAutoFit/>
          </a:bodyPr>
          <a:lstStyle/>
          <a:p>
            <a:pPr algn="l">
              <a:lnSpc>
                <a:spcPct val="108000"/>
              </a:lnSpc>
              <a:spcBef>
                <a:spcPts val="0"/>
              </a:spcBef>
              <a:spcAft>
                <a:spcPts val="0"/>
              </a:spcAft>
            </a:pPr>
            <a:r>
              <a:rPr sz="1300" b="0" lang="ko-KR">
                <a:solidFill>
                  <a:srgbClr val="0078D4"/>
                </a:solidFill>
                <a:latin typeface="Segoe UI"/>
                <a:ea typeface="Malgun Gothic"/>
                <a:cs typeface="Segoe UI"/>
              </a:rPr>
              <a:t>읽을 때는 Unwrap으로 AES 키를 얻은 뒤 앱에서 데이터를 복호화합니다. 실제 구현은 검증된 라이브러리와 정책을 사용합니다.</a:t>
            </a:r>
          </a:p>
        </p:txBody>
      </p:sp>
      <p:sp>
        <p:nvSpPr>
          <p:cNvPr id="29" name="TextBox 28"/>
          <p:cNvSpPr txBox="1"/>
          <p:nvPr/>
        </p:nvSpPr>
        <p:spPr>
          <a:xfrm>
            <a:off x="594360" y="6163056"/>
            <a:ext cx="10972800" cy="182880"/>
          </a:xfrm>
          <a:prstGeom prst="rect">
            <a:avLst/>
          </a:prstGeom>
          <a:noFill/>
        </p:spPr>
        <p:txBody>
          <a:bodyPr wrap="square" lIns="0" rIns="0" tIns="0" bIns="0" anchor="t">
            <a:spAutoFit/>
          </a:bodyPr>
          <a:lstStyle/>
          <a:p>
            <a:pPr algn="l">
              <a:lnSpc>
                <a:spcPct val="108000"/>
              </a:lnSpc>
              <a:spcBef>
                <a:spcPts val="0"/>
              </a:spcBef>
              <a:spcAft>
                <a:spcPts val="0"/>
              </a:spcAft>
            </a:pPr>
            <a:r>
              <a:rPr sz="1200" b="0" lang="ko-KR">
                <a:solidFill>
                  <a:srgbClr val="737373"/>
                </a:solidFill>
                <a:latin typeface="Segoe UI"/>
                <a:ea typeface="Malgun Gothic"/>
                <a:cs typeface="Segoe UI"/>
              </a:rPr>
              <a:t>암호문에는 복호화에 필요한 키 식별자·버전·알고리즘 정보도 관리해야 합니다. 임의로 암호 규격을 설계하지 않습니다.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Key 연산과 인증서 전달의 상세 차이</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A2 · 개인 키 위치와 접근 대상 비교</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A2  ·  상세 참고</a:t>
            </a:r>
          </a:p>
        </p:txBody>
      </p:sp>
      <p:graphicFrame>
        <p:nvGraphicFramePr>
          <p:cNvPr id="5" name="Table 4"/>
          <p:cNvGraphicFramePr>
            <a:graphicFrameLocks noGrp="1"/>
          </p:cNvGraphicFramePr>
          <p:nvPr/>
        </p:nvGraphicFramePr>
        <p:xfrm>
          <a:off x="548640" y="1783080"/>
          <a:ext cx="11091672" cy="3456432"/>
        </p:xfrm>
        <a:graphic>
          <a:graphicData uri="http://schemas.openxmlformats.org/drawingml/2006/table">
            <a:tbl>
              <a:tblPr firstRow="1" bandRow="1">
                <a:tableStyleId>{5C22544A-7EE6-4342-B048-85BDC9FD1C3A}</a:tableStyleId>
              </a:tblPr>
              <a:tblGrid>
                <a:gridCol w="2029968"/>
                <a:gridCol w="4489704"/>
                <a:gridCol w="4572000"/>
              </a:tblGrid>
              <a:tr h="393192">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구분</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Key Vault의 Key로 암호 연산</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Application Gateway의 인증서 사용</a:t>
                      </a:r>
                    </a:p>
                  </a:txBody>
                  <a:tcPr marL="109728" marR="109728" marT="59436" marB="59436">
                    <a:solidFill>
                      <a:srgbClr val="243A5E"/>
                    </a:solidFill>
                  </a:tcPr>
                </a:tc>
              </a:tr>
              <a:tr h="59436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사용 목적</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암복호화 · 서명 · 데이터 키 보호</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HTTPS 서버 인증과 TLS 연결 처리</a:t>
                      </a:r>
                    </a:p>
                  </a:txBody>
                  <a:tcPr marL="109728" marR="109728" marT="59436" marB="59436">
                    <a:solidFill>
                      <a:srgbClr val="F2F6FA"/>
                    </a:solidFill>
                  </a:tcPr>
                </a:tc>
              </a:tr>
              <a:tr h="59436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앱이 받는 것</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암호문 · 복호화 결과 · 서명 등</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인증서와 개인 키가 포함된 PFX</a:t>
                      </a:r>
                    </a:p>
                  </a:txBody>
                  <a:tcPr marL="109728" marR="109728" marT="59436" marB="59436">
                    <a:solidFill>
                      <a:srgbClr val="FFFFFF"/>
                    </a:solidFill>
                  </a:tcPr>
                </a:tc>
              </a:tr>
              <a:tr h="59436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개인 키 사용 위치</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 Vault에서 해당 연산 수행</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Gateway가 가져와 로컬에서 사용</a:t>
                      </a:r>
                    </a:p>
                  </a:txBody>
                  <a:tcPr marL="109728" marR="109728" marT="59436" marB="59436">
                    <a:solidFill>
                      <a:srgbClr val="F2F6FA"/>
                    </a:solidFill>
                  </a:tcPr>
                </a:tc>
              </a:tr>
              <a:tr h="59436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주요 접근 대상</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 객체와 해당 암호 연산 권한</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Certificate에 연결된 Secret 조회</a:t>
                      </a:r>
                    </a:p>
                  </a:txBody>
                  <a:tcPr marL="109728" marR="109728" marT="59436" marB="59436">
                    <a:solidFill>
                      <a:srgbClr val="FFFFFF"/>
                    </a:solidFill>
                  </a:tcPr>
                </a:tc>
              </a:tr>
              <a:tr h="68580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중요한 조건</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키 종류·알고리즘·허용 연산에 맞아야 함</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개인 키 내보내기와 서비스 지원 조건 충족</a:t>
                      </a:r>
                    </a:p>
                  </a:txBody>
                  <a:tcPr marL="109728" marR="109728" marT="59436" marB="59436">
                    <a:solidFill>
                      <a:srgbClr val="F2F6FA"/>
                    </a:solidFill>
                  </a:tcPr>
                </a:tc>
              </a:tr>
            </a:tbl>
          </a:graphicData>
        </a:graphic>
      </p:graphicFrame>
      <p:sp>
        <p:nvSpPr>
          <p:cNvPr id="6" name="Rounded Rectangle 5"/>
          <p:cNvSpPr/>
          <p:nvPr/>
        </p:nvSpPr>
        <p:spPr>
          <a:xfrm>
            <a:off x="548640" y="5486400"/>
            <a:ext cx="11091672" cy="69494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486400"/>
            <a:ext cx="54864" cy="69494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5696712"/>
            <a:ext cx="1051560" cy="301752"/>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한 줄 정리</a:t>
            </a:r>
          </a:p>
        </p:txBody>
      </p:sp>
      <p:sp>
        <p:nvSpPr>
          <p:cNvPr id="9" name="TextBox 8"/>
          <p:cNvSpPr txBox="1"/>
          <p:nvPr/>
        </p:nvSpPr>
        <p:spPr>
          <a:xfrm>
            <a:off x="1938528" y="5696712"/>
            <a:ext cx="9427464" cy="301752"/>
          </a:xfrm>
          <a:prstGeom prst="rect">
            <a:avLst/>
          </a:prstGeom>
          <a:noFill/>
        </p:spPr>
        <p:txBody>
          <a:bodyPr wrap="square" lIns="0" rIns="0" tIns="0" bIns="0" anchor="t">
            <a:spAutoFit/>
          </a:bodyPr>
          <a:lstStyle/>
          <a:p>
            <a:pPr algn="l">
              <a:lnSpc>
                <a:spcPct val="108000"/>
              </a:lnSpc>
              <a:spcBef>
                <a:spcPts val="0"/>
              </a:spcBef>
              <a:spcAft>
                <a:spcPts val="0"/>
              </a:spcAft>
            </a:pPr>
            <a:r>
              <a:rPr sz="1300" b="0" lang="ko-KR">
                <a:solidFill>
                  <a:srgbClr val="333333"/>
                </a:solidFill>
                <a:latin typeface="Segoe UI"/>
                <a:ea typeface="Malgun Gothic"/>
                <a:cs typeface="Segoe UI"/>
              </a:rPr>
              <a:t>‘Key Vault에 보관했다’는 사실만으로 개인 키가 항상 Vault 안에서만 사용된다고 일반화하지 않습니다.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RBAC 상세 역할: Vault 관리와 전체 객체</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A3 · 관리 평면과 데이터 역할의 경계</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A3  ·  상세 참고</a:t>
            </a:r>
          </a:p>
        </p:txBody>
      </p:sp>
      <p:sp>
        <p:nvSpPr>
          <p:cNvPr id="5" name="TextBox 4"/>
          <p:cNvSpPr txBox="1"/>
          <p:nvPr/>
        </p:nvSpPr>
        <p:spPr>
          <a:xfrm>
            <a:off x="566928" y="1609344"/>
            <a:ext cx="10972800" cy="402336"/>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0078D4"/>
                </a:solidFill>
                <a:latin typeface="Segoe UI Semibold"/>
                <a:ea typeface="Malgun Gothic"/>
                <a:cs typeface="Segoe UI"/>
              </a:rPr>
              <a:t>역할 = 가능한 작업    |    Scope = 그 역할을 적용하는 범위</a:t>
            </a:r>
          </a:p>
        </p:txBody>
      </p:sp>
      <p:graphicFrame>
        <p:nvGraphicFramePr>
          <p:cNvPr id="6" name="Table 5"/>
          <p:cNvGraphicFramePr>
            <a:graphicFrameLocks noGrp="1"/>
          </p:cNvGraphicFramePr>
          <p:nvPr/>
        </p:nvGraphicFramePr>
        <p:xfrm>
          <a:off x="548640" y="2249424"/>
          <a:ext cx="11091672" cy="3547872"/>
        </p:xfrm>
        <a:graphic>
          <a:graphicData uri="http://schemas.openxmlformats.org/drawingml/2006/table">
            <a:tbl>
              <a:tblPr firstRow="1" bandRow="1">
                <a:tableStyleId>{5C22544A-7EE6-4342-B048-85BDC9FD1C3A}</a:tableStyleId>
              </a:tblPr>
              <a:tblGrid>
                <a:gridCol w="1143000"/>
                <a:gridCol w="2816352"/>
                <a:gridCol w="3538728"/>
                <a:gridCol w="3593592"/>
              </a:tblGrid>
              <a:tr h="393192">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작업 대상</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역할</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할 수 있는 일</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구분할 점</a:t>
                      </a:r>
                    </a:p>
                  </a:txBody>
                  <a:tcPr marL="109728" marR="109728" marT="59436" marB="59436">
                    <a:solidFill>
                      <a:srgbClr val="243A5E"/>
                    </a:solidFill>
                  </a:tcPr>
                </a:tc>
              </a:tr>
              <a:tr h="557784">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Vault</a:t>
                      </a:r>
                    </a:p>
                    <a:p>
                      <a:pPr>
                        <a:lnSpc>
                          <a:spcPct val="105000"/>
                        </a:lnSpc>
                        <a:spcBef>
                          <a:spcPts val="0"/>
                        </a:spcBef>
                        <a:spcAft>
                          <a:spcPts val="0"/>
                        </a:spcAft>
                      </a:pPr>
                      <a:r>
                        <a:rPr sz="1250" b="0" lang="ko-KR">
                          <a:solidFill>
                            <a:srgbClr val="333333"/>
                          </a:solidFill>
                          <a:latin typeface="Segoe UI"/>
                          <a:ea typeface="Malgun Gothic"/>
                          <a:cs typeface="Segoe UI"/>
                        </a:rPr>
                        <a:t>리소스</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Reader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리소스 구성 정보 조회</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 값 조회 권한 아님</a:t>
                      </a:r>
                    </a:p>
                  </a:txBody>
                  <a:tcPr marL="109728" marR="109728" marT="59436" marB="59436">
                    <a:solidFill>
                      <a:srgbClr val="F2F6FA"/>
                    </a:solidFill>
                  </a:tcPr>
                </a:tc>
              </a:tr>
              <a:tr h="65836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Vault</a:t>
                      </a:r>
                    </a:p>
                    <a:p>
                      <a:pPr>
                        <a:lnSpc>
                          <a:spcPct val="105000"/>
                        </a:lnSpc>
                        <a:spcBef>
                          <a:spcPts val="0"/>
                        </a:spcBef>
                        <a:spcAft>
                          <a:spcPts val="0"/>
                        </a:spcAft>
                      </a:pPr>
                      <a:r>
                        <a:rPr sz="1250" b="0" lang="ko-KR">
                          <a:solidFill>
                            <a:srgbClr val="333333"/>
                          </a:solidFill>
                          <a:latin typeface="Segoe UI"/>
                          <a:ea typeface="Malgun Gothic"/>
                          <a:cs typeface="Segoe UI"/>
                        </a:rPr>
                        <a:t>리소스</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Contributor</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Vault 생성·설정 변경·삭제</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데이터 읽기와 별개</a:t>
                      </a:r>
                    </a:p>
                    <a:p>
                      <a:pPr>
                        <a:lnSpc>
                          <a:spcPct val="105000"/>
                        </a:lnSpc>
                        <a:spcBef>
                          <a:spcPts val="0"/>
                        </a:spcBef>
                        <a:spcAft>
                          <a:spcPts val="0"/>
                        </a:spcAft>
                      </a:pPr>
                      <a:r>
                        <a:rPr sz="1250" b="0" lang="ko-KR">
                          <a:solidFill>
                            <a:srgbClr val="333333"/>
                          </a:solidFill>
                          <a:latin typeface="Segoe UI"/>
                          <a:ea typeface="Malgun Gothic"/>
                          <a:cs typeface="Segoe UI"/>
                        </a:rPr>
                        <a:t>Access Policy 수정 가능성 주의</a:t>
                      </a:r>
                    </a:p>
                  </a:txBody>
                  <a:tcPr marL="109728" marR="109728" marT="59436" marB="59436">
                    <a:solidFill>
                      <a:srgbClr val="FFFFFF"/>
                    </a:solidFill>
                  </a:tcPr>
                </a:tc>
              </a:tr>
              <a:tr h="65836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Vault</a:t>
                      </a:r>
                    </a:p>
                    <a:p>
                      <a:pPr>
                        <a:lnSpc>
                          <a:spcPct val="105000"/>
                        </a:lnSpc>
                        <a:spcBef>
                          <a:spcPts val="0"/>
                        </a:spcBef>
                        <a:spcAft>
                          <a:spcPts val="0"/>
                        </a:spcAft>
                      </a:pPr>
                      <a:r>
                        <a:rPr sz="1250" b="0" lang="ko-KR">
                          <a:solidFill>
                            <a:srgbClr val="333333"/>
                          </a:solidFill>
                          <a:latin typeface="Segoe UI"/>
                          <a:ea typeface="Malgun Gothic"/>
                          <a:cs typeface="Segoe UI"/>
                        </a:rPr>
                        <a:t>리소스</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Purge Operator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삭제된 Vault 영구 삭제</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개별 객체 purge와 다름</a:t>
                      </a:r>
                    </a:p>
                    <a:p>
                      <a:pPr>
                        <a:lnSpc>
                          <a:spcPct val="105000"/>
                        </a:lnSpc>
                        <a:spcBef>
                          <a:spcPts val="0"/>
                        </a:spcBef>
                        <a:spcAft>
                          <a:spcPts val="0"/>
                        </a:spcAft>
                      </a:pPr>
                      <a:r>
                        <a:rPr sz="1250" b="0" lang="ko-KR">
                          <a:solidFill>
                            <a:srgbClr val="333333"/>
                          </a:solidFill>
                          <a:latin typeface="Segoe UI"/>
                          <a:ea typeface="Malgun Gothic"/>
                          <a:cs typeface="Segoe UI"/>
                        </a:rPr>
                        <a:t>Purge protection 우회 불가</a:t>
                      </a:r>
                    </a:p>
                  </a:txBody>
                  <a:tcPr marL="109728" marR="109728" marT="59436" marB="59436">
                    <a:solidFill>
                      <a:srgbClr val="F2F6FA"/>
                    </a:solidFill>
                  </a:tcPr>
                </a:tc>
              </a:tr>
              <a:tr h="64008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전체</a:t>
                      </a:r>
                    </a:p>
                    <a:p>
                      <a:pPr>
                        <a:lnSpc>
                          <a:spcPct val="105000"/>
                        </a:lnSpc>
                        <a:spcBef>
                          <a:spcPts val="0"/>
                        </a:spcBef>
                        <a:spcAft>
                          <a:spcPts val="0"/>
                        </a:spcAft>
                      </a:pPr>
                      <a:r>
                        <a:rPr sz="1250" b="0" lang="ko-KR">
                          <a:solidFill>
                            <a:srgbClr val="333333"/>
                          </a:solidFill>
                          <a:latin typeface="Segoe UI"/>
                          <a:ea typeface="Malgun Gothic"/>
                          <a:cs typeface="Segoe UI"/>
                        </a:rPr>
                        <a:t>객체</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 Reader</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Keys·Secrets·Certificates</a:t>
                      </a:r>
                    </a:p>
                    <a:p>
                      <a:pPr>
                        <a:lnSpc>
                          <a:spcPct val="105000"/>
                        </a:lnSpc>
                        <a:spcBef>
                          <a:spcPts val="0"/>
                        </a:spcBef>
                        <a:spcAft>
                          <a:spcPts val="0"/>
                        </a:spcAft>
                      </a:pPr>
                      <a:r>
                        <a:rPr sz="1250" b="0" lang="ko-KR">
                          <a:solidFill>
                            <a:srgbClr val="333333"/>
                          </a:solidFill>
                          <a:latin typeface="Segoe UI"/>
                          <a:ea typeface="Malgun Gothic"/>
                          <a:cs typeface="Segoe UI"/>
                        </a:rPr>
                        <a:t>메타데이터 조회</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민감한 값·개인 키 조회 불가</a:t>
                      </a:r>
                    </a:p>
                  </a:txBody>
                  <a:tcPr marL="109728" marR="109728" marT="59436" marB="59436">
                    <a:solidFill>
                      <a:srgbClr val="FFFFFF"/>
                    </a:solidFill>
                  </a:tcPr>
                </a:tc>
              </a:tr>
              <a:tr h="64008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전체</a:t>
                      </a:r>
                    </a:p>
                    <a:p>
                      <a:pPr>
                        <a:lnSpc>
                          <a:spcPct val="105000"/>
                        </a:lnSpc>
                        <a:spcBef>
                          <a:spcPts val="0"/>
                        </a:spcBef>
                        <a:spcAft>
                          <a:spcPts val="0"/>
                        </a:spcAft>
                      </a:pPr>
                      <a:r>
                        <a:rPr sz="1250" b="0" lang="ko-KR">
                          <a:solidFill>
                            <a:srgbClr val="333333"/>
                          </a:solidFill>
                          <a:latin typeface="Segoe UI"/>
                          <a:ea typeface="Malgun Gothic"/>
                          <a:cs typeface="Segoe UI"/>
                        </a:rPr>
                        <a:t>객체</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Administrator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전체 객체의 데이터 작업</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Vault 관리·역할 할당은 별도</a:t>
                      </a:r>
                    </a:p>
                  </a:txBody>
                  <a:tcPr marL="109728" marR="109728" marT="59436" marB="59436">
                    <a:solidFill>
                      <a:srgbClr val="F2F6FA"/>
                    </a:solidFill>
                  </a:tcPr>
                </a:tc>
              </a:tr>
            </a:tbl>
          </a:graphicData>
        </a:graphic>
      </p:graphicFrame>
      <p:sp>
        <p:nvSpPr>
          <p:cNvPr id="7" name="Rounded Rectangle 6"/>
          <p:cNvSpPr/>
          <p:nvPr/>
        </p:nvSpPr>
        <p:spPr>
          <a:xfrm>
            <a:off x="548640" y="5961888"/>
            <a:ext cx="11091672" cy="329184"/>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5961888"/>
            <a:ext cx="54864" cy="32918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044183"/>
            <a:ext cx="10661904" cy="201167"/>
          </a:xfrm>
          <a:prstGeom prst="rect">
            <a:avLst/>
          </a:prstGeom>
          <a:noFill/>
        </p:spPr>
        <p:txBody>
          <a:bodyPr wrap="square" lIns="0" rIns="0" tIns="0" bIns="0" anchor="t">
            <a:spAutoFit/>
          </a:bodyPr>
          <a:lstStyle/>
          <a:p>
            <a:pPr algn="l">
              <a:lnSpc>
                <a:spcPct val="108000"/>
              </a:lnSpc>
              <a:spcBef>
                <a:spcPts val="0"/>
              </a:spcBef>
              <a:spcAft>
                <a:spcPts val="0"/>
              </a:spcAft>
            </a:pPr>
            <a:r>
              <a:rPr sz="1400" b="0" lang="ko-KR">
                <a:solidFill>
                  <a:srgbClr val="0078D4"/>
                </a:solidFill>
                <a:latin typeface="Segoe UI"/>
                <a:ea typeface="Malgun Gothic"/>
                <a:cs typeface="Segoe UI"/>
              </a:rPr>
              <a:t>같은 Secrets User 역할도 Vault 범위와 특정 Secret 범위에서 적용 대상이 달라집니다.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RBAC 상세 역할: Secrets와 Keys</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A4 · 조회·암호 연산·수명 관리 역할</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A4  ·  상세 참고</a:t>
            </a:r>
          </a:p>
        </p:txBody>
      </p:sp>
      <p:graphicFrame>
        <p:nvGraphicFramePr>
          <p:cNvPr id="5" name="Table 4"/>
          <p:cNvGraphicFramePr>
            <a:graphicFrameLocks noGrp="1"/>
          </p:cNvGraphicFramePr>
          <p:nvPr/>
        </p:nvGraphicFramePr>
        <p:xfrm>
          <a:off x="548640" y="1719072"/>
          <a:ext cx="11091672" cy="4114800"/>
        </p:xfrm>
        <a:graphic>
          <a:graphicData uri="http://schemas.openxmlformats.org/drawingml/2006/table">
            <a:tbl>
              <a:tblPr firstRow="1" bandRow="1">
                <a:tableStyleId>{5C22544A-7EE6-4342-B048-85BDC9FD1C3A}</a:tableStyleId>
              </a:tblPr>
              <a:tblGrid>
                <a:gridCol w="1005840"/>
                <a:gridCol w="3474720"/>
                <a:gridCol w="3657600"/>
                <a:gridCol w="2953512"/>
              </a:tblGrid>
              <a:tr h="420624">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작업 대상</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역할</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할 수 있는 일</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주요 경계</a:t>
                      </a:r>
                    </a:p>
                  </a:txBody>
                  <a:tcPr marL="109728" marR="109728" marT="59436" marB="59436">
                    <a:solidFill>
                      <a:srgbClr val="243A5E"/>
                    </a:solidFill>
                  </a:tcPr>
                </a:tc>
              </a:tr>
              <a:tr h="65836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Secrets</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Secrets User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 값 조회</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읽기 앱·참가자용</a:t>
                      </a:r>
                    </a:p>
                  </a:txBody>
                  <a:tcPr marL="109728" marR="109728" marT="59436" marB="59436">
                    <a:solidFill>
                      <a:srgbClr val="F2F6FA"/>
                    </a:solidFill>
                  </a:tcPr>
                </a:tc>
              </a:tr>
              <a:tr h="74980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Secrets</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Secrets Officer</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생성·조회·새 버전·속성 변경</a:t>
                      </a:r>
                    </a:p>
                    <a:p>
                      <a:pPr>
                        <a:lnSpc>
                          <a:spcPct val="105000"/>
                        </a:lnSpc>
                        <a:spcBef>
                          <a:spcPts val="0"/>
                        </a:spcBef>
                        <a:spcAft>
                          <a:spcPts val="0"/>
                        </a:spcAft>
                      </a:pPr>
                      <a:r>
                        <a:rPr sz="1250" b="0" lang="ko-KR">
                          <a:solidFill>
                            <a:srgbClr val="333333"/>
                          </a:solidFill>
                          <a:latin typeface="Segoe UI"/>
                          <a:ea typeface="Malgun Gothic"/>
                          <a:cs typeface="Segoe UI"/>
                        </a:rPr>
                        <a:t>삭제·복구·백업 등</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비밀 관리자용</a:t>
                      </a:r>
                    </a:p>
                    <a:p>
                      <a:pPr>
                        <a:lnSpc>
                          <a:spcPct val="105000"/>
                        </a:lnSpc>
                        <a:spcBef>
                          <a:spcPts val="0"/>
                        </a:spcBef>
                        <a:spcAft>
                          <a:spcPts val="0"/>
                        </a:spcAft>
                      </a:pPr>
                      <a:r>
                        <a:rPr sz="1250" b="0" lang="ko-KR">
                          <a:solidFill>
                            <a:srgbClr val="333333"/>
                          </a:solidFill>
                          <a:latin typeface="Segoe UI"/>
                          <a:ea typeface="Malgun Gothic"/>
                          <a:cs typeface="Segoe UI"/>
                        </a:rPr>
                        <a:t>역할 할당은 별도</a:t>
                      </a:r>
                    </a:p>
                  </a:txBody>
                  <a:tcPr marL="109728" marR="109728" marT="59436" marB="59436">
                    <a:solidFill>
                      <a:srgbClr val="FFFFFF"/>
                    </a:solidFill>
                  </a:tcPr>
                </a:tc>
              </a:tr>
              <a:tr h="74980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Keys</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Crypto User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암복호화 · 서명/검증</a:t>
                      </a:r>
                    </a:p>
                    <a:p>
                      <a:pPr>
                        <a:lnSpc>
                          <a:spcPct val="105000"/>
                        </a:lnSpc>
                        <a:spcBef>
                          <a:spcPts val="0"/>
                        </a:spcBef>
                        <a:spcAft>
                          <a:spcPts val="0"/>
                        </a:spcAft>
                      </a:pPr>
                      <a:r>
                        <a:rPr sz="1250" b="0" lang="ko-KR">
                          <a:solidFill>
                            <a:srgbClr val="333333"/>
                          </a:solidFill>
                          <a:latin typeface="Segoe UI"/>
                          <a:ea typeface="Malgun Gothic"/>
                          <a:cs typeface="Segoe UI"/>
                        </a:rPr>
                        <a:t>Wrap / Unwrap</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키 수명 관리와 구분</a:t>
                      </a:r>
                    </a:p>
                  </a:txBody>
                  <a:tcPr marL="109728" marR="109728" marT="59436" marB="59436">
                    <a:solidFill>
                      <a:srgbClr val="F2F6FA"/>
                    </a:solidFill>
                  </a:tcPr>
                </a:tc>
              </a:tr>
              <a:tr h="786384">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Keys</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 Crypto</a:t>
                      </a:r>
                    </a:p>
                    <a:p>
                      <a:pPr>
                        <a:lnSpc>
                          <a:spcPct val="105000"/>
                        </a:lnSpc>
                        <a:spcBef>
                          <a:spcPts val="0"/>
                        </a:spcBef>
                        <a:spcAft>
                          <a:spcPts val="0"/>
                        </a:spcAft>
                      </a:pPr>
                      <a:r>
                        <a:rPr sz="1250" b="1" lang="ko-KR">
                          <a:solidFill>
                            <a:srgbClr val="0078D4"/>
                          </a:solidFill>
                          <a:latin typeface="Segoe UI Semibold"/>
                          <a:ea typeface="Malgun Gothic"/>
                          <a:cs typeface="Segoe UI"/>
                        </a:rPr>
                        <a:t>Service Encryption User</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키 메타데이터 조회</a:t>
                      </a:r>
                    </a:p>
                    <a:p>
                      <a:pPr>
                        <a:lnSpc>
                          <a:spcPct val="105000"/>
                        </a:lnSpc>
                        <a:spcBef>
                          <a:spcPts val="0"/>
                        </a:spcBef>
                        <a:spcAft>
                          <a:spcPts val="0"/>
                        </a:spcAft>
                      </a:pPr>
                      <a:r>
                        <a:rPr sz="1250" b="0" lang="ko-KR">
                          <a:solidFill>
                            <a:srgbClr val="333333"/>
                          </a:solidFill>
                          <a:latin typeface="Segoe UI"/>
                          <a:ea typeface="Malgun Gothic"/>
                          <a:cs typeface="Segoe UI"/>
                        </a:rPr>
                        <a:t>Wrap / Unwrap</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일반 Encrypt·Decrypt·Sign</a:t>
                      </a:r>
                    </a:p>
                    <a:p>
                      <a:pPr>
                        <a:lnSpc>
                          <a:spcPct val="105000"/>
                        </a:lnSpc>
                        <a:spcBef>
                          <a:spcPts val="0"/>
                        </a:spcBef>
                        <a:spcAft>
                          <a:spcPts val="0"/>
                        </a:spcAft>
                      </a:pPr>
                      <a:r>
                        <a:rPr sz="1250" b="0" lang="ko-KR">
                          <a:solidFill>
                            <a:srgbClr val="333333"/>
                          </a:solidFill>
                          <a:latin typeface="Segoe UI"/>
                          <a:ea typeface="Malgun Gothic"/>
                          <a:cs typeface="Segoe UI"/>
                        </a:rPr>
                        <a:t>전체 권한은 아님</a:t>
                      </a:r>
                    </a:p>
                  </a:txBody>
                  <a:tcPr marL="109728" marR="109728" marT="59436" marB="59436">
                    <a:solidFill>
                      <a:srgbClr val="FFFFFF"/>
                    </a:solidFill>
                  </a:tcPr>
                </a:tc>
              </a:tr>
              <a:tr h="74980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Keys</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Key Vault</a:t>
                      </a:r>
                    </a:p>
                    <a:p>
                      <a:pPr>
                        <a:lnSpc>
                          <a:spcPct val="105000"/>
                        </a:lnSpc>
                        <a:spcBef>
                          <a:spcPts val="0"/>
                        </a:spcBef>
                        <a:spcAft>
                          <a:spcPts val="0"/>
                        </a:spcAft>
                      </a:pPr>
                      <a:r>
                        <a:rPr sz="1250" b="1" lang="ko-KR">
                          <a:solidFill>
                            <a:srgbClr val="0078D4"/>
                          </a:solidFill>
                          <a:latin typeface="Segoe UI Semibold"/>
                          <a:ea typeface="Malgun Gothic"/>
                          <a:cs typeface="Segoe UI"/>
                        </a:rPr>
                        <a:t>Crypto Officer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키 생성·가져오기·변경·회전</a:t>
                      </a:r>
                    </a:p>
                    <a:p>
                      <a:pPr>
                        <a:lnSpc>
                          <a:spcPct val="105000"/>
                        </a:lnSpc>
                        <a:spcBef>
                          <a:spcPts val="0"/>
                        </a:spcBef>
                        <a:spcAft>
                          <a:spcPts val="0"/>
                        </a:spcAft>
                      </a:pPr>
                      <a:r>
                        <a:rPr sz="1250" b="0" lang="ko-KR">
                          <a:solidFill>
                            <a:srgbClr val="333333"/>
                          </a:solidFill>
                          <a:latin typeface="Segoe UI"/>
                          <a:ea typeface="Malgun Gothic"/>
                          <a:cs typeface="Segoe UI"/>
                        </a:rPr>
                        <a:t>삭제·복구·암호 연산 등</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키 관리자용</a:t>
                      </a:r>
                    </a:p>
                    <a:p>
                      <a:pPr>
                        <a:lnSpc>
                          <a:spcPct val="105000"/>
                        </a:lnSpc>
                        <a:spcBef>
                          <a:spcPts val="0"/>
                        </a:spcBef>
                        <a:spcAft>
                          <a:spcPts val="0"/>
                        </a:spcAft>
                      </a:pPr>
                      <a:r>
                        <a:rPr sz="1250" b="0" lang="ko-KR">
                          <a:solidFill>
                            <a:srgbClr val="333333"/>
                          </a:solidFill>
                          <a:latin typeface="Segoe UI"/>
                          <a:ea typeface="Malgun Gothic"/>
                          <a:cs typeface="Segoe UI"/>
                        </a:rPr>
                        <a:t>역할 할당은 별도</a:t>
                      </a:r>
                    </a:p>
                  </a:txBody>
                  <a:tcPr marL="109728" marR="109728" marT="59436" marB="59436">
                    <a:solidFill>
                      <a:srgbClr val="F2F6FA"/>
                    </a:solidFill>
                  </a:tcPr>
                </a:tc>
              </a:tr>
            </a:tbl>
          </a:graphicData>
        </a:graphic>
      </p:graphicFrame>
      <p:sp>
        <p:nvSpPr>
          <p:cNvPr id="6" name="Rounded Rectangle 5"/>
          <p:cNvSpPr/>
          <p:nvPr/>
        </p:nvSpPr>
        <p:spPr>
          <a:xfrm>
            <a:off x="548640" y="5943600"/>
            <a:ext cx="11091672" cy="347472"/>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943600"/>
            <a:ext cx="54864" cy="34747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025896"/>
            <a:ext cx="10661904" cy="219456"/>
          </a:xfrm>
          <a:prstGeom prst="rect">
            <a:avLst/>
          </a:prstGeom>
          <a:noFill/>
        </p:spPr>
        <p:txBody>
          <a:bodyPr wrap="square" lIns="0" rIns="0" tIns="0" bIns="0" anchor="t">
            <a:spAutoFit/>
          </a:bodyPr>
          <a:lstStyle/>
          <a:p>
            <a:pPr algn="l">
              <a:lnSpc>
                <a:spcPct val="108000"/>
              </a:lnSpc>
              <a:spcBef>
                <a:spcPts val="0"/>
              </a:spcBef>
              <a:spcAft>
                <a:spcPts val="0"/>
              </a:spcAft>
            </a:pPr>
            <a:r>
              <a:rPr sz="1400" b="0" lang="ko-KR">
                <a:solidFill>
                  <a:srgbClr val="0078D4"/>
                </a:solidFill>
                <a:latin typeface="Segoe UI"/>
                <a:ea typeface="Malgun Gothic"/>
                <a:cs typeface="Segoe UI"/>
              </a:rPr>
              <a:t>Secrets User는 인증서에 연결된 Secret도 읽을 수 있으므로, 역할 할당 범위를 확인합니다.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RBAC 상세 역할: Certificates와 권한 관리</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A5 · 인증서 역할과 역할 할당 담당자</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A5  ·  상세 참고</a:t>
            </a:r>
          </a:p>
        </p:txBody>
      </p:sp>
      <p:sp>
        <p:nvSpPr>
          <p:cNvPr id="5" name="Rounded Rectangle 4"/>
          <p:cNvSpPr/>
          <p:nvPr/>
        </p:nvSpPr>
        <p:spPr>
          <a:xfrm>
            <a:off x="548640" y="1764792"/>
            <a:ext cx="5440680" cy="203911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64792"/>
            <a:ext cx="54864" cy="203911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75104"/>
            <a:ext cx="5020056" cy="438912"/>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Key Vault Certificate User</a:t>
            </a:r>
          </a:p>
        </p:txBody>
      </p:sp>
      <p:sp>
        <p:nvSpPr>
          <p:cNvPr id="8" name="TextBox 7"/>
          <p:cNvSpPr txBox="1"/>
          <p:nvPr/>
        </p:nvSpPr>
        <p:spPr>
          <a:xfrm>
            <a:off x="758952" y="2569464"/>
            <a:ext cx="5020056" cy="1078992"/>
          </a:xfrm>
          <a:prstGeom prst="rect">
            <a:avLst/>
          </a:prstGeom>
          <a:noFill/>
        </p:spPr>
        <p:txBody>
          <a:bodyPr wrap="square" lIns="0" rIns="0" tIns="0" bIns="0" anchor="t">
            <a:spAutoFit/>
          </a:bodyPr>
          <a:lstStyle/>
          <a:p>
            <a:pPr algn="l">
              <a:lnSpc>
                <a:spcPct val="116000"/>
              </a:lnSpc>
              <a:spcBef>
                <a:spcPts val="0"/>
              </a:spcBef>
              <a:spcAft>
                <a:spcPts val="0"/>
              </a:spcAft>
            </a:pPr>
            <a:r>
              <a:rPr sz="1350" b="0" lang="ko-KR">
                <a:solidFill>
                  <a:srgbClr val="333333"/>
                </a:solidFill>
                <a:latin typeface="Segoe UI"/>
                <a:ea typeface="Malgun Gothic"/>
                <a:cs typeface="Segoe UI"/>
              </a:rPr>
              <a:t>• 인증서와 연결된 Secret·Key 부분을 읽습니다.</a:t>
            </a:r>
          </a:p>
          <a:p>
            <a:pPr algn="l">
              <a:lnSpc>
                <a:spcPct val="116000"/>
              </a:lnSpc>
              <a:spcBef>
                <a:spcPts val="0"/>
              </a:spcBef>
              <a:spcAft>
                <a:spcPts val="0"/>
              </a:spcAft>
            </a:pPr>
            <a:r>
              <a:rPr sz="1350" b="0" lang="ko-KR">
                <a:solidFill>
                  <a:srgbClr val="333333"/>
                </a:solidFill>
                <a:latin typeface="Segoe UI"/>
                <a:ea typeface="Malgun Gothic"/>
                <a:cs typeface="Segoe UI"/>
              </a:rPr>
              <a:t>• 개인 키 내보내기 제한을 우회하는 역할은 아닙니다.</a:t>
            </a:r>
          </a:p>
          <a:p>
            <a:pPr algn="l">
              <a:lnSpc>
                <a:spcPct val="116000"/>
              </a:lnSpc>
              <a:spcBef>
                <a:spcPts val="0"/>
              </a:spcBef>
              <a:spcAft>
                <a:spcPts val="0"/>
              </a:spcAft>
            </a:pPr>
            <a:r>
              <a:rPr sz="1350" b="0" lang="ko-KR">
                <a:solidFill>
                  <a:srgbClr val="333333"/>
                </a:solidFill>
                <a:latin typeface="Segoe UI"/>
                <a:ea typeface="Malgun Gothic"/>
                <a:cs typeface="Segoe UI"/>
              </a:rPr>
              <a:t>• 어떤 객체를 읽는 연동인지 먼저 확인하고 권한을 부여합니다.</a:t>
            </a:r>
          </a:p>
        </p:txBody>
      </p:sp>
      <p:sp>
        <p:nvSpPr>
          <p:cNvPr id="9" name="Rounded Rectangle 8"/>
          <p:cNvSpPr/>
          <p:nvPr/>
        </p:nvSpPr>
        <p:spPr>
          <a:xfrm>
            <a:off x="6199632" y="1764792"/>
            <a:ext cx="5440680" cy="2039112"/>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764792"/>
            <a:ext cx="54864" cy="2039112"/>
          </a:xfrm>
          <a:prstGeom prst="rect">
            <a:avLst/>
          </a:prstGeom>
          <a:solidFill>
            <a:srgbClr val="24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975104"/>
            <a:ext cx="5020056" cy="438912"/>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Key Vault Certificates Officer</a:t>
            </a:r>
          </a:p>
        </p:txBody>
      </p:sp>
      <p:sp>
        <p:nvSpPr>
          <p:cNvPr id="12" name="TextBox 11"/>
          <p:cNvSpPr txBox="1"/>
          <p:nvPr/>
        </p:nvSpPr>
        <p:spPr>
          <a:xfrm>
            <a:off x="6409944" y="2569464"/>
            <a:ext cx="5020056" cy="1078992"/>
          </a:xfrm>
          <a:prstGeom prst="rect">
            <a:avLst/>
          </a:prstGeom>
          <a:noFill/>
        </p:spPr>
        <p:txBody>
          <a:bodyPr wrap="square" lIns="0" rIns="0" tIns="0" bIns="0" anchor="t">
            <a:spAutoFit/>
          </a:bodyPr>
          <a:lstStyle/>
          <a:p>
            <a:pPr algn="l">
              <a:lnSpc>
                <a:spcPct val="116000"/>
              </a:lnSpc>
              <a:spcBef>
                <a:spcPts val="0"/>
              </a:spcBef>
              <a:spcAft>
                <a:spcPts val="0"/>
              </a:spcAft>
            </a:pPr>
            <a:r>
              <a:rPr sz="1350" b="0" lang="ko-KR">
                <a:solidFill>
                  <a:srgbClr val="333333"/>
                </a:solidFill>
                <a:latin typeface="Segoe UI"/>
                <a:ea typeface="Malgun Gothic"/>
                <a:cs typeface="Segoe UI"/>
              </a:rPr>
              <a:t>• 인증서 생성·가져오기·갱신 정책을 관리합니다.</a:t>
            </a:r>
          </a:p>
          <a:p>
            <a:pPr algn="l">
              <a:lnSpc>
                <a:spcPct val="116000"/>
              </a:lnSpc>
              <a:spcBef>
                <a:spcPts val="0"/>
              </a:spcBef>
              <a:spcAft>
                <a:spcPts val="0"/>
              </a:spcAft>
            </a:pPr>
            <a:r>
              <a:rPr sz="1350" b="0" lang="ko-KR">
                <a:solidFill>
                  <a:srgbClr val="333333"/>
                </a:solidFill>
                <a:latin typeface="Segoe UI"/>
                <a:ea typeface="Malgun Gothic"/>
                <a:cs typeface="Segoe UI"/>
              </a:rPr>
              <a:t>• 삭제·복구 등 인증서 수명 관리에 사용합니다.</a:t>
            </a:r>
          </a:p>
          <a:p>
            <a:pPr algn="l">
              <a:lnSpc>
                <a:spcPct val="116000"/>
              </a:lnSpc>
              <a:spcBef>
                <a:spcPts val="0"/>
              </a:spcBef>
              <a:spcAft>
                <a:spcPts val="0"/>
              </a:spcAft>
            </a:pPr>
            <a:r>
              <a:rPr sz="1350" b="0" lang="ko-KR">
                <a:solidFill>
                  <a:srgbClr val="333333"/>
                </a:solidFill>
                <a:latin typeface="Segoe UI"/>
                <a:ea typeface="Malgun Gothic"/>
                <a:cs typeface="Segoe UI"/>
              </a:rPr>
              <a:t>• 다른 사람에게 역할을 부여하는 권한과는 별개입니다.</a:t>
            </a:r>
          </a:p>
        </p:txBody>
      </p:sp>
      <p:sp>
        <p:nvSpPr>
          <p:cNvPr id="13" name="Rounded Rectangle 12"/>
          <p:cNvSpPr/>
          <p:nvPr/>
        </p:nvSpPr>
        <p:spPr>
          <a:xfrm>
            <a:off x="548640" y="4069080"/>
            <a:ext cx="11091672" cy="1417320"/>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8096" y="4270248"/>
            <a:ext cx="1115568" cy="320040"/>
          </a:xfrm>
          <a:prstGeom prst="roundRect">
            <a:avLst>
              <a:gd name="adj" fmla="val 4000"/>
            </a:avLst>
          </a:prstGeom>
          <a:solidFill>
            <a:srgbClr val="E1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320540"/>
            <a:ext cx="932688" cy="219456"/>
          </a:xfrm>
          <a:prstGeom prst="rect">
            <a:avLst/>
          </a:prstGeom>
          <a:noFill/>
        </p:spPr>
        <p:txBody>
          <a:bodyPr wrap="square" lIns="0" rIns="0" tIns="0" bIns="0" anchor="t">
            <a:spAutoFit/>
          </a:bodyPr>
          <a:lstStyle/>
          <a:p>
            <a:pPr algn="l">
              <a:lnSpc>
                <a:spcPct val="108000"/>
              </a:lnSpc>
              <a:spcBef>
                <a:spcPts val="0"/>
              </a:spcBef>
              <a:spcAft>
                <a:spcPts val="0"/>
              </a:spcAft>
            </a:pPr>
            <a:r>
              <a:rPr sz="1200" b="1" lang="ko-KR">
                <a:solidFill>
                  <a:srgbClr val="008575"/>
                </a:solidFill>
                <a:latin typeface="Segoe UI Semibold"/>
                <a:ea typeface="Malgun Gothic"/>
                <a:cs typeface="Segoe UI"/>
              </a:rPr>
              <a:t>권한 관리</a:t>
            </a:r>
          </a:p>
        </p:txBody>
      </p:sp>
      <p:sp>
        <p:nvSpPr>
          <p:cNvPr id="16" name="TextBox 15"/>
          <p:cNvSpPr txBox="1"/>
          <p:nvPr/>
        </p:nvSpPr>
        <p:spPr>
          <a:xfrm>
            <a:off x="2093976" y="4288536"/>
            <a:ext cx="9235440" cy="402336"/>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008575"/>
                </a:solidFill>
                <a:latin typeface="Segoe UI Semibold"/>
                <a:ea typeface="Malgun Gothic"/>
                <a:cs typeface="Segoe UI"/>
              </a:rPr>
              <a:t>Key Vault Data Access Administrator</a:t>
            </a:r>
          </a:p>
        </p:txBody>
      </p:sp>
      <p:sp>
        <p:nvSpPr>
          <p:cNvPr id="17" name="TextBox 16"/>
          <p:cNvSpPr txBox="1"/>
          <p:nvPr/>
        </p:nvSpPr>
        <p:spPr>
          <a:xfrm>
            <a:off x="777240" y="4901184"/>
            <a:ext cx="10469880" cy="393192"/>
          </a:xfrm>
          <a:prstGeom prst="rect">
            <a:avLst/>
          </a:prstGeom>
          <a:noFill/>
        </p:spPr>
        <p:txBody>
          <a:bodyPr wrap="square" lIns="0" rIns="0" tIns="0" bIns="0" anchor="t">
            <a:spAutoFit/>
          </a:bodyPr>
          <a:lstStyle/>
          <a:p>
            <a:pPr algn="l">
              <a:lnSpc>
                <a:spcPct val="108000"/>
              </a:lnSpc>
              <a:spcBef>
                <a:spcPts val="0"/>
              </a:spcBef>
              <a:spcAft>
                <a:spcPts val="0"/>
              </a:spcAft>
            </a:pPr>
            <a:r>
              <a:rPr sz="1350" b="0" lang="ko-KR">
                <a:solidFill>
                  <a:srgbClr val="333333"/>
                </a:solidFill>
                <a:latin typeface="Segoe UI"/>
                <a:ea typeface="Malgun Gothic"/>
                <a:cs typeface="Segoe UI"/>
              </a:rPr>
              <a:t>조건으로 허용된 데이터 역할을 할당·제거합니다. 이 역할 자체는 Secret 값 읽기를 허용하지 않습니다.</a:t>
            </a:r>
          </a:p>
        </p:txBody>
      </p:sp>
      <p:sp>
        <p:nvSpPr>
          <p:cNvPr id="18" name="Rounded Rectangle 17"/>
          <p:cNvSpPr/>
          <p:nvPr/>
        </p:nvSpPr>
        <p:spPr>
          <a:xfrm>
            <a:off x="548640" y="5751576"/>
            <a:ext cx="11091672" cy="502920"/>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751576"/>
            <a:ext cx="54864" cy="50292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833872"/>
            <a:ext cx="10661904" cy="374904"/>
          </a:xfrm>
          <a:prstGeom prst="rect">
            <a:avLst/>
          </a:prstGeom>
          <a:noFill/>
        </p:spPr>
        <p:txBody>
          <a:bodyPr wrap="square" lIns="0" rIns="0" tIns="0" bIns="0" anchor="t">
            <a:spAutoFit/>
          </a:bodyPr>
          <a:lstStyle/>
          <a:p>
            <a:pPr algn="l">
              <a:lnSpc>
                <a:spcPct val="108000"/>
              </a:lnSpc>
              <a:spcBef>
                <a:spcPts val="0"/>
              </a:spcBef>
              <a:spcAft>
                <a:spcPts val="0"/>
              </a:spcAft>
            </a:pPr>
            <a:r>
              <a:rPr sz="1350" b="0" lang="ko-KR">
                <a:solidFill>
                  <a:srgbClr val="0078D4"/>
                </a:solidFill>
                <a:latin typeface="Segoe UI"/>
                <a:ea typeface="Malgun Gothic"/>
                <a:cs typeface="Segoe UI"/>
              </a:rPr>
              <a:t>읽기 앱: Secrets User  /  비밀 관리자: Secrets Officer  /  역할 부여: 별도 권한 관리자</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Access Policy의 작업별 권한</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A6 · Get·List·Set와 암호 키·인증서 작업</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A6  ·  상세 참고</a:t>
            </a:r>
          </a:p>
        </p:txBody>
      </p:sp>
      <p:sp>
        <p:nvSpPr>
          <p:cNvPr id="5" name="Rounded Rectangle 4"/>
          <p:cNvSpPr/>
          <p:nvPr/>
        </p:nvSpPr>
        <p:spPr>
          <a:xfrm>
            <a:off x="548640" y="1618488"/>
            <a:ext cx="1234440" cy="320040"/>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8780"/>
            <a:ext cx="1051560" cy="219456"/>
          </a:xfrm>
          <a:prstGeom prst="rect">
            <a:avLst/>
          </a:prstGeom>
          <a:noFill/>
        </p:spPr>
        <p:txBody>
          <a:bodyPr wrap="square" lIns="0" rIns="0" tIns="0" bIns="0" anchor="t">
            <a:spAutoFit/>
          </a:bodyPr>
          <a:lstStyle/>
          <a:p>
            <a:pPr algn="l">
              <a:lnSpc>
                <a:spcPct val="108000"/>
              </a:lnSpc>
              <a:spcBef>
                <a:spcPts val="0"/>
              </a:spcBef>
              <a:spcAft>
                <a:spcPts val="0"/>
              </a:spcAft>
            </a:pPr>
            <a:r>
              <a:rPr sz="1200" b="1" lang="ko-KR">
                <a:solidFill>
                  <a:srgbClr val="0078D4"/>
                </a:solidFill>
                <a:latin typeface="Segoe UI Semibold"/>
                <a:ea typeface="Malgun Gothic"/>
                <a:cs typeface="Segoe UI"/>
              </a:rPr>
              <a:t>Secrets</a:t>
            </a:r>
          </a:p>
        </p:txBody>
      </p:sp>
      <p:sp>
        <p:nvSpPr>
          <p:cNvPr id="7" name="Rounded Rectangle 6"/>
          <p:cNvSpPr/>
          <p:nvPr/>
        </p:nvSpPr>
        <p:spPr>
          <a:xfrm>
            <a:off x="6281928" y="1618488"/>
            <a:ext cx="2048256" cy="320040"/>
          </a:xfrm>
          <a:prstGeom prst="roundRect">
            <a:avLst>
              <a:gd name="adj" fmla="val 4000"/>
            </a:avLst>
          </a:prstGeom>
          <a:solidFill>
            <a:srgbClr val="E1F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73368" y="1668780"/>
            <a:ext cx="1865376" cy="219456"/>
          </a:xfrm>
          <a:prstGeom prst="rect">
            <a:avLst/>
          </a:prstGeom>
          <a:noFill/>
        </p:spPr>
        <p:txBody>
          <a:bodyPr wrap="square" lIns="0" rIns="0" tIns="0" bIns="0" anchor="t">
            <a:spAutoFit/>
          </a:bodyPr>
          <a:lstStyle/>
          <a:p>
            <a:pPr algn="l">
              <a:lnSpc>
                <a:spcPct val="108000"/>
              </a:lnSpc>
              <a:spcBef>
                <a:spcPts val="0"/>
              </a:spcBef>
              <a:spcAft>
                <a:spcPts val="0"/>
              </a:spcAft>
            </a:pPr>
            <a:r>
              <a:rPr sz="1200" b="1" lang="ko-KR">
                <a:solidFill>
                  <a:srgbClr val="008575"/>
                </a:solidFill>
                <a:latin typeface="Segoe UI Semibold"/>
                <a:ea typeface="Malgun Gothic"/>
                <a:cs typeface="Segoe UI"/>
              </a:rPr>
              <a:t>Keys / Certificates</a:t>
            </a:r>
          </a:p>
        </p:txBody>
      </p:sp>
      <p:graphicFrame>
        <p:nvGraphicFramePr>
          <p:cNvPr id="9" name="Table 8"/>
          <p:cNvGraphicFramePr>
            <a:graphicFrameLocks noGrp="1"/>
          </p:cNvGraphicFramePr>
          <p:nvPr/>
        </p:nvGraphicFramePr>
        <p:xfrm>
          <a:off x="548640" y="2084831"/>
          <a:ext cx="5340096" cy="3730752"/>
        </p:xfrm>
        <a:graphic>
          <a:graphicData uri="http://schemas.openxmlformats.org/drawingml/2006/table">
            <a:tbl>
              <a:tblPr firstRow="1" bandRow="1">
                <a:tableStyleId>{5C22544A-7EE6-4342-B048-85BDC9FD1C3A}</a:tableStyleId>
              </a:tblPr>
              <a:tblGrid>
                <a:gridCol w="1572768"/>
                <a:gridCol w="3767328"/>
              </a:tblGrid>
              <a:tr h="384048">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권한</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허용 작업</a:t>
                      </a:r>
                    </a:p>
                  </a:txBody>
                  <a:tcPr marL="109728" marR="109728" marT="59436" marB="59436">
                    <a:solidFill>
                      <a:srgbClr val="243A5E"/>
                    </a:solidFill>
                  </a:tcPr>
                </a:tc>
              </a:tr>
              <a:tr h="438912">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Get</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 값·속성 조회</a:t>
                      </a:r>
                    </a:p>
                  </a:txBody>
                  <a:tcPr marL="109728" marR="109728" marT="59436" marB="59436">
                    <a:solidFill>
                      <a:srgbClr val="F2F6FA"/>
                    </a:solidFill>
                  </a:tcPr>
                </a:tc>
              </a:tr>
              <a:tr h="438912">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List</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이름·속성·버전 목록 조회</a:t>
                      </a:r>
                    </a:p>
                  </a:txBody>
                  <a:tcPr marL="109728" marR="109728" marT="59436" marB="59436">
                    <a:solidFill>
                      <a:srgbClr val="FFFFFF"/>
                    </a:solidFill>
                  </a:tcPr>
                </a:tc>
              </a:tr>
              <a:tr h="493776">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Set</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생성 또는 같은 이름의 새 버전</a:t>
                      </a:r>
                    </a:p>
                  </a:txBody>
                  <a:tcPr marL="109728" marR="109728" marT="59436" marB="59436">
                    <a:solidFill>
                      <a:srgbClr val="F2F6FA"/>
                    </a:solidFill>
                  </a:tcPr>
                </a:tc>
              </a:tr>
              <a:tr h="493776">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Delete</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해당 Secret 전체 버전 삭제</a:t>
                      </a:r>
                    </a:p>
                  </a:txBody>
                  <a:tcPr marL="109728" marR="109728" marT="59436" marB="59436">
                    <a:solidFill>
                      <a:srgbClr val="FFFFFF"/>
                    </a:solidFill>
                  </a:tcPr>
                </a:tc>
              </a:tr>
              <a:tr h="438912">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Recover</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Soft-deleted Secret 복구</a:t>
                      </a:r>
                    </a:p>
                  </a:txBody>
                  <a:tcPr marL="109728" marR="109728" marT="59436" marB="59436">
                    <a:solidFill>
                      <a:srgbClr val="F2F6FA"/>
                    </a:solidFill>
                  </a:tcPr>
                </a:tc>
              </a:tr>
              <a:tr h="548640">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Backup /</a:t>
                      </a:r>
                    </a:p>
                    <a:p>
                      <a:pPr>
                        <a:lnSpc>
                          <a:spcPct val="105000"/>
                        </a:lnSpc>
                        <a:spcBef>
                          <a:spcPts val="0"/>
                        </a:spcBef>
                        <a:spcAft>
                          <a:spcPts val="0"/>
                        </a:spcAft>
                      </a:pPr>
                      <a:r>
                        <a:rPr sz="1250" b="1" lang="ko-KR">
                          <a:solidFill>
                            <a:srgbClr val="0078D4"/>
                          </a:solidFill>
                          <a:latin typeface="Segoe UI Semibold"/>
                          <a:ea typeface="Malgun Gothic"/>
                          <a:cs typeface="Segoe UI"/>
                        </a:rPr>
                        <a:t>Restore</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보호된 백업 / 제약 내 복원</a:t>
                      </a:r>
                    </a:p>
                  </a:txBody>
                  <a:tcPr marL="109728" marR="109728" marT="59436" marB="59436">
                    <a:solidFill>
                      <a:srgbClr val="FFFFFF"/>
                    </a:solidFill>
                  </a:tcPr>
                </a:tc>
              </a:tr>
              <a:tr h="493776">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Purge</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영구 삭제 · 보호 정책 우회 불가</a:t>
                      </a:r>
                    </a:p>
                  </a:txBody>
                  <a:tcPr marL="109728" marR="109728" marT="59436" marB="59436">
                    <a:solidFill>
                      <a:srgbClr val="F2F6FA"/>
                    </a:solidFill>
                  </a:tcPr>
                </a:tc>
              </a:tr>
            </a:tbl>
          </a:graphicData>
        </a:graphic>
      </p:graphicFrame>
      <p:graphicFrame>
        <p:nvGraphicFramePr>
          <p:cNvPr id="10" name="Table 9"/>
          <p:cNvGraphicFramePr>
            <a:graphicFrameLocks noGrp="1"/>
          </p:cNvGraphicFramePr>
          <p:nvPr/>
        </p:nvGraphicFramePr>
        <p:xfrm>
          <a:off x="6281928" y="2084831"/>
          <a:ext cx="5358384" cy="3145536"/>
        </p:xfrm>
        <a:graphic>
          <a:graphicData uri="http://schemas.openxmlformats.org/drawingml/2006/table">
            <a:tbl>
              <a:tblPr firstRow="1" bandRow="1">
                <a:tableStyleId>{5C22544A-7EE6-4342-B048-85BDC9FD1C3A}</a:tableStyleId>
              </a:tblPr>
              <a:tblGrid>
                <a:gridCol w="1371600"/>
                <a:gridCol w="3986784"/>
              </a:tblGrid>
              <a:tr h="384048">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대상</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대표 작업</a:t>
                      </a:r>
                    </a:p>
                  </a:txBody>
                  <a:tcPr marL="109728" marR="109728" marT="59436" marB="59436">
                    <a:solidFill>
                      <a:srgbClr val="243A5E"/>
                    </a:solidFill>
                  </a:tcPr>
                </a:tc>
              </a:tr>
              <a:tr h="576072">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 조회</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Get · List  (개인 키 다운로드 아님)</a:t>
                      </a:r>
                    </a:p>
                  </a:txBody>
                  <a:tcPr marL="109728" marR="109728" marT="59436" marB="59436">
                    <a:solidFill>
                      <a:srgbClr val="F2F6FA"/>
                    </a:solidFill>
                  </a:tcPr>
                </a:tc>
              </a:tr>
              <a:tr h="740664">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 사용</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Encrypt/Decrypt · Sign/Verify</a:t>
                      </a:r>
                    </a:p>
                    <a:p>
                      <a:pPr>
                        <a:lnSpc>
                          <a:spcPct val="105000"/>
                        </a:lnSpc>
                        <a:spcBef>
                          <a:spcPts val="0"/>
                        </a:spcBef>
                        <a:spcAft>
                          <a:spcPts val="0"/>
                        </a:spcAft>
                      </a:pPr>
                      <a:r>
                        <a:rPr sz="1250" b="0" lang="ko-KR">
                          <a:solidFill>
                            <a:srgbClr val="333333"/>
                          </a:solidFill>
                          <a:latin typeface="Segoe UI"/>
                          <a:ea typeface="Malgun Gothic"/>
                          <a:cs typeface="Segoe UI"/>
                        </a:rPr>
                        <a:t>Wrap/Unwrap</a:t>
                      </a:r>
                    </a:p>
                  </a:txBody>
                  <a:tcPr marL="109728" marR="109728" marT="59436" marB="59436">
                    <a:solidFill>
                      <a:srgbClr val="FFFFFF"/>
                    </a:solidFill>
                  </a:tcPr>
                </a:tc>
              </a:tr>
              <a:tr h="65836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Key 관리</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Create · Import · Update · Rotate 등</a:t>
                      </a:r>
                    </a:p>
                  </a:txBody>
                  <a:tcPr marL="109728" marR="109728" marT="59436" marB="59436">
                    <a:solidFill>
                      <a:srgbClr val="F2F6FA"/>
                    </a:solidFill>
                  </a:tcPr>
                </a:tc>
              </a:tr>
              <a:tr h="786384">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인증서</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Get/List · Create/Import · Update</a:t>
                      </a:r>
                    </a:p>
                    <a:p>
                      <a:pPr>
                        <a:lnSpc>
                          <a:spcPct val="105000"/>
                        </a:lnSpc>
                        <a:spcBef>
                          <a:spcPts val="0"/>
                        </a:spcBef>
                        <a:spcAft>
                          <a:spcPts val="0"/>
                        </a:spcAft>
                      </a:pPr>
                      <a:r>
                        <a:rPr sz="1250" b="0" lang="ko-KR">
                          <a:solidFill>
                            <a:srgbClr val="333333"/>
                          </a:solidFill>
                          <a:latin typeface="Segoe UI"/>
                          <a:ea typeface="Malgun Gothic"/>
                          <a:cs typeface="Segoe UI"/>
                        </a:rPr>
                        <a:t>Delete/Recover · 발급자 관리 등</a:t>
                      </a:r>
                    </a:p>
                  </a:txBody>
                  <a:tcPr marL="109728" marR="109728" marT="59436" marB="59436">
                    <a:solidFill>
                      <a:srgbClr val="FFFFFF"/>
                    </a:solidFill>
                  </a:tcPr>
                </a:tc>
              </a:tr>
            </a:tbl>
          </a:graphicData>
        </a:graphic>
      </p:graphicFrame>
      <p:sp>
        <p:nvSpPr>
          <p:cNvPr id="11" name="Rounded Rectangle 10"/>
          <p:cNvSpPr/>
          <p:nvPr/>
        </p:nvSpPr>
        <p:spPr>
          <a:xfrm>
            <a:off x="6281928" y="5477256"/>
            <a:ext cx="5358384" cy="621792"/>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5568696"/>
            <a:ext cx="5029200" cy="457200"/>
          </a:xfrm>
          <a:prstGeom prst="rect">
            <a:avLst/>
          </a:prstGeom>
          <a:noFill/>
        </p:spPr>
        <p:txBody>
          <a:bodyPr wrap="square" lIns="0" rIns="0" tIns="0" bIns="0" anchor="t">
            <a:spAutoFit/>
          </a:bodyPr>
          <a:lstStyle/>
          <a:p>
            <a:pPr algn="l">
              <a:lnSpc>
                <a:spcPct val="108000"/>
              </a:lnSpc>
              <a:spcBef>
                <a:spcPts val="0"/>
              </a:spcBef>
              <a:spcAft>
                <a:spcPts val="0"/>
              </a:spcAft>
            </a:pPr>
            <a:r>
              <a:rPr sz="1400" b="0" lang="ko-KR">
                <a:solidFill>
                  <a:srgbClr val="C16C00"/>
                </a:solidFill>
                <a:latin typeface="Segoe UI"/>
                <a:ea typeface="Malgun Gothic"/>
                <a:cs typeface="Segoe UI"/>
              </a:rPr>
              <a:t>Certificate Get만으로 PFX를 받는 것은 아닙니다.</a:t>
            </a:r>
          </a:p>
          <a:p>
            <a:pPr algn="l">
              <a:lnSpc>
                <a:spcPct val="108000"/>
              </a:lnSpc>
              <a:spcBef>
                <a:spcPts val="0"/>
              </a:spcBef>
              <a:spcAft>
                <a:spcPts val="0"/>
              </a:spcAft>
            </a:pPr>
            <a:r>
              <a:rPr sz="1400" b="0" lang="ko-KR">
                <a:solidFill>
                  <a:srgbClr val="C16C00"/>
                </a:solidFill>
                <a:latin typeface="Segoe UI"/>
                <a:ea typeface="Malgun Gothic"/>
                <a:cs typeface="Segoe UI"/>
              </a:rPr>
              <a:t>연결된 개인 키 포함 PFX 조회에는 Secret Get이 필요합니다.</a:t>
            </a:r>
          </a:p>
        </p:txBody>
      </p:sp>
      <p:sp>
        <p:nvSpPr>
          <p:cNvPr id="13" name="TextBox 12"/>
          <p:cNvSpPr txBox="1"/>
          <p:nvPr/>
        </p:nvSpPr>
        <p:spPr>
          <a:xfrm>
            <a:off x="594360" y="6053328"/>
            <a:ext cx="5404104" cy="237744"/>
          </a:xfrm>
          <a:prstGeom prst="rect">
            <a:avLst/>
          </a:prstGeom>
          <a:noFill/>
        </p:spPr>
        <p:txBody>
          <a:bodyPr wrap="square" lIns="0" rIns="0" tIns="0" bIns="0" anchor="t">
            <a:spAutoFit/>
          </a:bodyPr>
          <a:lstStyle/>
          <a:p>
            <a:pPr algn="l">
              <a:lnSpc>
                <a:spcPct val="108000"/>
              </a:lnSpc>
              <a:spcBef>
                <a:spcPts val="0"/>
              </a:spcBef>
              <a:spcAft>
                <a:spcPts val="0"/>
              </a:spcAft>
            </a:pPr>
            <a:r>
              <a:rPr sz="1400" b="1" lang="ko-KR">
                <a:solidFill>
                  <a:srgbClr val="0078D4"/>
                </a:solidFill>
                <a:latin typeface="Segoe UI Semibold"/>
                <a:ea typeface="Malgun Gothic"/>
                <a:cs typeface="Segoe UI"/>
              </a:rPr>
              <a:t>Principal 선택 → 필요한 작업 선택 → 정책 저장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기존 Access Policy를 전환할 때 확인할 것</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A7 · 모델 변경 영향과 최소 권한</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A7  ·  상세 참고</a:t>
            </a:r>
          </a:p>
        </p:txBody>
      </p:sp>
      <p:sp>
        <p:nvSpPr>
          <p:cNvPr id="5" name="Rounded Rectangle 4"/>
          <p:cNvSpPr/>
          <p:nvPr/>
        </p:nvSpPr>
        <p:spPr>
          <a:xfrm>
            <a:off x="548640" y="1755648"/>
            <a:ext cx="5440680" cy="234086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55648"/>
            <a:ext cx="54864" cy="2340864"/>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1965960"/>
            <a:ext cx="5020056" cy="438912"/>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신규 앱 · 신규 교육용 Vault</a:t>
            </a:r>
          </a:p>
        </p:txBody>
      </p:sp>
      <p:sp>
        <p:nvSpPr>
          <p:cNvPr id="8" name="TextBox 7"/>
          <p:cNvSpPr txBox="1"/>
          <p:nvPr/>
        </p:nvSpPr>
        <p:spPr>
          <a:xfrm>
            <a:off x="758952" y="2560320"/>
            <a:ext cx="5020056" cy="1380744"/>
          </a:xfrm>
          <a:prstGeom prst="rect">
            <a:avLst/>
          </a:prstGeom>
          <a:noFill/>
        </p:spPr>
        <p:txBody>
          <a:bodyPr wrap="square" lIns="0" rIns="0" tIns="0" bIns="0" anchor="t">
            <a:spAutoFit/>
          </a:bodyPr>
          <a:lstStyle/>
          <a:p>
            <a:pPr algn="l">
              <a:lnSpc>
                <a:spcPct val="116000"/>
              </a:lnSpc>
              <a:spcBef>
                <a:spcPts val="0"/>
              </a:spcBef>
              <a:spcAft>
                <a:spcPts val="0"/>
              </a:spcAft>
            </a:pPr>
            <a:r>
              <a:rPr sz="1350" b="0" lang="ko-KR">
                <a:solidFill>
                  <a:srgbClr val="333333"/>
                </a:solidFill>
                <a:latin typeface="Segoe UI"/>
                <a:ea typeface="Malgun Gothic"/>
                <a:cs typeface="Segoe UI"/>
              </a:rPr>
              <a:t>• RBAC를 기본 선택으로 권장합니다.</a:t>
            </a:r>
          </a:p>
          <a:p>
            <a:pPr algn="l">
              <a:lnSpc>
                <a:spcPct val="116000"/>
              </a:lnSpc>
              <a:spcBef>
                <a:spcPts val="0"/>
              </a:spcBef>
              <a:spcAft>
                <a:spcPts val="0"/>
              </a:spcAft>
            </a:pPr>
            <a:r>
              <a:rPr sz="1350" b="0" lang="ko-KR">
                <a:solidFill>
                  <a:srgbClr val="333333"/>
                </a:solidFill>
                <a:latin typeface="Segoe UI"/>
                <a:ea typeface="Malgun Gothic"/>
                <a:cs typeface="Segoe UI"/>
              </a:rPr>
              <a:t>• 앱은 Secrets User, 비밀 관리자는 Secrets Officer로 분리합니다.</a:t>
            </a:r>
          </a:p>
          <a:p>
            <a:pPr algn="l">
              <a:lnSpc>
                <a:spcPct val="116000"/>
              </a:lnSpc>
              <a:spcBef>
                <a:spcPts val="0"/>
              </a:spcBef>
              <a:spcAft>
                <a:spcPts val="0"/>
              </a:spcAft>
            </a:pPr>
            <a:r>
              <a:rPr sz="1350" b="0" lang="ko-KR">
                <a:solidFill>
                  <a:srgbClr val="333333"/>
                </a:solidFill>
                <a:latin typeface="Segoe UI"/>
                <a:ea typeface="Malgun Gothic"/>
                <a:cs typeface="Segoe UI"/>
              </a:rPr>
              <a:t>• 앱·환경별 Vault에 필요한 역할만 부여합니다.</a:t>
            </a:r>
          </a:p>
          <a:p>
            <a:pPr algn="l">
              <a:lnSpc>
                <a:spcPct val="116000"/>
              </a:lnSpc>
              <a:spcBef>
                <a:spcPts val="0"/>
              </a:spcBef>
              <a:spcAft>
                <a:spcPts val="0"/>
              </a:spcAft>
            </a:pPr>
            <a:r>
              <a:rPr sz="1350" b="0" lang="ko-KR">
                <a:solidFill>
                  <a:srgbClr val="333333"/>
                </a:solidFill>
                <a:latin typeface="Segoe UI"/>
                <a:ea typeface="Malgun Gothic"/>
                <a:cs typeface="Segoe UI"/>
              </a:rPr>
              <a:t>• 구독 Contributor를 주는 것으로 읽기 권한을 해결하지 않습니다.</a:t>
            </a:r>
          </a:p>
        </p:txBody>
      </p:sp>
      <p:sp>
        <p:nvSpPr>
          <p:cNvPr id="9" name="Rounded Rectangle 8"/>
          <p:cNvSpPr/>
          <p:nvPr/>
        </p:nvSpPr>
        <p:spPr>
          <a:xfrm>
            <a:off x="6199632" y="1755648"/>
            <a:ext cx="5440680" cy="2340864"/>
          </a:xfrm>
          <a:prstGeom prst="roundRect">
            <a:avLst>
              <a:gd name="adj" fmla="val 4000"/>
            </a:avLst>
          </a:prstGeom>
          <a:solidFill>
            <a:srgbClr val="F2F6FA"/>
          </a:solidFill>
          <a:ln w="10160">
            <a:solidFill>
              <a:srgbClr val="CBD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755648"/>
            <a:ext cx="54864" cy="2340864"/>
          </a:xfrm>
          <a:prstGeom prst="rect">
            <a:avLst/>
          </a:prstGeom>
          <a:solidFill>
            <a:srgbClr val="008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965960"/>
            <a:ext cx="5020056" cy="438912"/>
          </a:xfrm>
          <a:prstGeom prst="rect">
            <a:avLst/>
          </a:prstGeom>
          <a:noFill/>
        </p:spPr>
        <p:txBody>
          <a:bodyPr wrap="square" lIns="0" rIns="0" tIns="0" bIns="0" anchor="t">
            <a:spAutoFit/>
          </a:bodyPr>
          <a:lstStyle/>
          <a:p>
            <a:pPr algn="l">
              <a:lnSpc>
                <a:spcPct val="108000"/>
              </a:lnSpc>
              <a:spcBef>
                <a:spcPts val="0"/>
              </a:spcBef>
              <a:spcAft>
                <a:spcPts val="0"/>
              </a:spcAft>
            </a:pPr>
            <a:r>
              <a:rPr sz="1600" b="1" lang="ko-KR">
                <a:solidFill>
                  <a:srgbClr val="243A5E"/>
                </a:solidFill>
                <a:latin typeface="Segoe UI Semibold"/>
                <a:ea typeface="Malgun Gothic"/>
                <a:cs typeface="Segoe UI"/>
              </a:rPr>
              <a:t>기존 Access Policy Vault</a:t>
            </a:r>
          </a:p>
        </p:txBody>
      </p:sp>
      <p:sp>
        <p:nvSpPr>
          <p:cNvPr id="12" name="TextBox 11"/>
          <p:cNvSpPr txBox="1"/>
          <p:nvPr/>
        </p:nvSpPr>
        <p:spPr>
          <a:xfrm>
            <a:off x="6409944" y="2560320"/>
            <a:ext cx="5020056" cy="1380744"/>
          </a:xfrm>
          <a:prstGeom prst="rect">
            <a:avLst/>
          </a:prstGeom>
          <a:noFill/>
        </p:spPr>
        <p:txBody>
          <a:bodyPr wrap="square" lIns="0" rIns="0" tIns="0" bIns="0" anchor="t">
            <a:spAutoFit/>
          </a:bodyPr>
          <a:lstStyle/>
          <a:p>
            <a:pPr algn="l">
              <a:lnSpc>
                <a:spcPct val="116000"/>
              </a:lnSpc>
              <a:spcBef>
                <a:spcPts val="0"/>
              </a:spcBef>
              <a:spcAft>
                <a:spcPts val="0"/>
              </a:spcAft>
            </a:pPr>
            <a:r>
              <a:rPr sz="1350" b="0" lang="ko-KR">
                <a:solidFill>
                  <a:srgbClr val="333333"/>
                </a:solidFill>
                <a:latin typeface="Segoe UI"/>
                <a:ea typeface="Malgun Gothic"/>
                <a:cs typeface="Segoe UI"/>
              </a:rPr>
              <a:t>• 현재 모델에서 필요한 작업만 허용하여 연동합니다.</a:t>
            </a:r>
          </a:p>
          <a:p>
            <a:pPr algn="l">
              <a:lnSpc>
                <a:spcPct val="116000"/>
              </a:lnSpc>
              <a:spcBef>
                <a:spcPts val="0"/>
              </a:spcBef>
              <a:spcAft>
                <a:spcPts val="0"/>
              </a:spcAft>
            </a:pPr>
            <a:r>
              <a:rPr sz="1350" b="0" lang="ko-KR">
                <a:solidFill>
                  <a:srgbClr val="333333"/>
                </a:solidFill>
                <a:latin typeface="Segoe UI"/>
                <a:ea typeface="Malgun Gothic"/>
                <a:cs typeface="Segoe UI"/>
              </a:rPr>
              <a:t>• 이름 지정 읽기는 Get, 목록 탐색에는 List가 필요합니다.</a:t>
            </a:r>
          </a:p>
          <a:p>
            <a:pPr algn="l">
              <a:lnSpc>
                <a:spcPct val="116000"/>
              </a:lnSpc>
              <a:spcBef>
                <a:spcPts val="0"/>
              </a:spcBef>
              <a:spcAft>
                <a:spcPts val="0"/>
              </a:spcAft>
            </a:pPr>
            <a:r>
              <a:rPr sz="1350" b="0" lang="ko-KR">
                <a:solidFill>
                  <a:srgbClr val="333333"/>
                </a:solidFill>
                <a:latin typeface="Segoe UI"/>
                <a:ea typeface="Malgun Gothic"/>
                <a:cs typeface="Segoe UI"/>
              </a:rPr>
              <a:t>• RBAC 전환 시 기존 정책은 데이터 권한 판단에 사용되지 않습니다.</a:t>
            </a:r>
          </a:p>
          <a:p>
            <a:pPr algn="l">
              <a:lnSpc>
                <a:spcPct val="116000"/>
              </a:lnSpc>
              <a:spcBef>
                <a:spcPts val="0"/>
              </a:spcBef>
              <a:spcAft>
                <a:spcPts val="0"/>
              </a:spcAft>
            </a:pPr>
            <a:r>
              <a:rPr sz="1350" b="0" lang="ko-KR">
                <a:solidFill>
                  <a:srgbClr val="333333"/>
                </a:solidFill>
                <a:latin typeface="Segoe UI"/>
                <a:ea typeface="Malgun Gothic"/>
                <a:cs typeface="Segoe UI"/>
              </a:rPr>
              <a:t>• 역할 준비·영향 확인·전환·복구 절차를 계획합니다.</a:t>
            </a:r>
          </a:p>
        </p:txBody>
      </p:sp>
      <p:sp>
        <p:nvSpPr>
          <p:cNvPr id="13" name="Rounded Rectangle 12"/>
          <p:cNvSpPr/>
          <p:nvPr/>
        </p:nvSpPr>
        <p:spPr>
          <a:xfrm>
            <a:off x="548640" y="4389120"/>
            <a:ext cx="11091672" cy="941832"/>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535424"/>
            <a:ext cx="10661904" cy="694944"/>
          </a:xfrm>
          <a:prstGeom prst="rect">
            <a:avLst/>
          </a:prstGeom>
          <a:noFill/>
        </p:spPr>
        <p:txBody>
          <a:bodyPr wrap="square" lIns="0" rIns="0" tIns="0" bIns="0" anchor="t">
            <a:spAutoFit/>
          </a:bodyPr>
          <a:lstStyle/>
          <a:p>
            <a:pPr algn="l">
              <a:lnSpc>
                <a:spcPct val="108000"/>
              </a:lnSpc>
              <a:spcBef>
                <a:spcPts val="0"/>
              </a:spcBef>
              <a:spcAft>
                <a:spcPts val="0"/>
              </a:spcAft>
            </a:pPr>
            <a:r>
              <a:rPr sz="1350" b="0" lang="ko-KR">
                <a:solidFill>
                  <a:srgbClr val="C16C00"/>
                </a:solidFill>
                <a:latin typeface="Segoe UI"/>
                <a:ea typeface="Malgun Gothic"/>
                <a:cs typeface="Segoe UI"/>
              </a:rPr>
              <a:t>Access Policy는 Vault 내 객체 종류별 권한입니다. 개별 Secret 이름으로 제한하지 못합니다.</a:t>
            </a:r>
          </a:p>
          <a:p>
            <a:pPr algn="l">
              <a:lnSpc>
                <a:spcPct val="108000"/>
              </a:lnSpc>
              <a:spcBef>
                <a:spcPts val="0"/>
              </a:spcBef>
              <a:spcAft>
                <a:spcPts val="0"/>
              </a:spcAft>
            </a:pPr>
            <a:r>
              <a:rPr sz="1350" b="0" lang="ko-KR">
                <a:solidFill>
                  <a:srgbClr val="C16C00"/>
                </a:solidFill>
                <a:latin typeface="Segoe UI"/>
                <a:ea typeface="Malgun Gothic"/>
                <a:cs typeface="Segoe UI"/>
              </a:rPr>
              <a:t>Vault 구성 변경 권한 보유자가 정책을 수정할 수 있으므로 관리 권한도 통제해야 합니다.</a:t>
            </a:r>
          </a:p>
        </p:txBody>
      </p:sp>
      <p:sp>
        <p:nvSpPr>
          <p:cNvPr id="15" name="Rounded Rectangle 14"/>
          <p:cNvSpPr/>
          <p:nvPr/>
        </p:nvSpPr>
        <p:spPr>
          <a:xfrm>
            <a:off x="548640" y="5678424"/>
            <a:ext cx="11091672" cy="539496"/>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5678424"/>
            <a:ext cx="54864" cy="539496"/>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760720"/>
            <a:ext cx="10661904" cy="411479"/>
          </a:xfrm>
          <a:prstGeom prst="rect">
            <a:avLst/>
          </a:prstGeom>
          <a:noFill/>
        </p:spPr>
        <p:txBody>
          <a:bodyPr wrap="square" lIns="0" rIns="0" tIns="0" bIns="0" anchor="t">
            <a:spAutoFit/>
          </a:bodyPr>
          <a:lstStyle/>
          <a:p>
            <a:pPr algn="l">
              <a:lnSpc>
                <a:spcPct val="108000"/>
              </a:lnSpc>
              <a:spcBef>
                <a:spcPts val="0"/>
              </a:spcBef>
              <a:spcAft>
                <a:spcPts val="0"/>
              </a:spcAft>
            </a:pPr>
            <a:r>
              <a:rPr sz="1350" b="0" lang="ko-KR">
                <a:solidFill>
                  <a:srgbClr val="0078D4"/>
                </a:solidFill>
                <a:latin typeface="Segoe UI"/>
                <a:ea typeface="Malgun Gothic"/>
                <a:cs typeface="Segoe UI"/>
              </a:rPr>
              <a:t>SP·Managed Identity는 두 모델 모두 사용 가능  ·  모델 전환 전 역할과 앱 접근 영향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lIns="0" rIns="0" tIns="0" bIns="0"/>
          <a:lstStyle/>
          <a:p>
            <a:pPr algn="l">
              <a:lnSpc>
                <a:spcPct val="113000"/>
              </a:lnSpc>
              <a:spcBef>
                <a:spcPts val="0"/>
              </a:spcBef>
              <a:spcAft>
                <a:spcPts val="0"/>
              </a:spcAft>
            </a:pPr>
            <a:r>
              <a:rPr sz="2800" b="1" lang="ko-KR">
                <a:solidFill>
                  <a:srgbClr val="243A5E"/>
                </a:solidFill>
                <a:latin typeface="Segoe UI Semibold"/>
                <a:ea typeface="Malgun Gothic"/>
                <a:cs typeface="Segoe UI"/>
              </a:rPr>
              <a:t>실행 환경별로 인증 신원을 선택합니다</a:t>
            </a:r>
          </a:p>
        </p:txBody>
      </p:sp>
      <p:sp>
        <p:nvSpPr>
          <p:cNvPr id="3" name="TextBox 2"/>
          <p:cNvSpPr txBox="1"/>
          <p:nvPr/>
        </p:nvSpPr>
        <p:spPr>
          <a:xfrm>
            <a:off x="585216" y="1252728"/>
            <a:ext cx="11018520" cy="256032"/>
          </a:xfrm>
          <a:prstGeom prst="rect">
            <a:avLst/>
          </a:prstGeom>
          <a:noFill/>
        </p:spPr>
        <p:txBody>
          <a:bodyPr wrap="square" lIns="0" rIns="0" tIns="0" bIns="0" anchor="t">
            <a:spAutoFit/>
          </a:bodyPr>
          <a:lstStyle/>
          <a:p>
            <a:pPr algn="l">
              <a:lnSpc>
                <a:spcPct val="113000"/>
              </a:lnSpc>
              <a:spcBef>
                <a:spcPts val="0"/>
              </a:spcBef>
              <a:spcAft>
                <a:spcPts val="0"/>
              </a:spcAft>
            </a:pPr>
            <a:r>
              <a:rPr sz="1350" b="0" lang="ko-KR">
                <a:solidFill>
                  <a:srgbClr val="737373"/>
                </a:solidFill>
                <a:latin typeface="Segoe UI"/>
                <a:ea typeface="Malgun Gothic"/>
                <a:cs typeface="Segoe UI"/>
              </a:rPr>
              <a:t>부록 A8 · 사용자·SP·MI·Workload Identity</a:t>
            </a:r>
          </a:p>
        </p:txBody>
      </p:sp>
      <p:sp>
        <p:nvSpPr>
          <p:cNvPr id="4" name="TextBox 3"/>
          <p:cNvSpPr txBox="1"/>
          <p:nvPr/>
        </p:nvSpPr>
        <p:spPr>
          <a:xfrm>
            <a:off x="585216" y="6492240"/>
            <a:ext cx="9692640" cy="164592"/>
          </a:xfrm>
          <a:prstGeom prst="rect">
            <a:avLst/>
          </a:prstGeom>
          <a:noFill/>
        </p:spPr>
        <p:txBody>
          <a:bodyPr wrap="square" lIns="0" rIns="0" tIns="0" bIns="0" anchor="t">
            <a:spAutoFit/>
          </a:bodyPr>
          <a:lstStyle/>
          <a:p>
            <a:pPr algn="l">
              <a:lnSpc>
                <a:spcPct val="113000"/>
              </a:lnSpc>
              <a:spcBef>
                <a:spcPts val="0"/>
              </a:spcBef>
              <a:spcAft>
                <a:spcPts val="0"/>
              </a:spcAft>
            </a:pPr>
            <a:r>
              <a:rPr sz="950" b="0" lang="ko-KR">
                <a:solidFill>
                  <a:srgbClr val="737373"/>
                </a:solidFill>
                <a:latin typeface="Segoe UI"/>
                <a:ea typeface="Malgun Gothic"/>
                <a:cs typeface="Segoe UI"/>
              </a:rPr>
              <a:t>MODULE 01  ·  부록 A8  ·  상세 참고</a:t>
            </a:r>
          </a:p>
        </p:txBody>
      </p:sp>
      <p:graphicFrame>
        <p:nvGraphicFramePr>
          <p:cNvPr id="5" name="Table 4"/>
          <p:cNvGraphicFramePr>
            <a:graphicFrameLocks noGrp="1"/>
          </p:cNvGraphicFramePr>
          <p:nvPr/>
        </p:nvGraphicFramePr>
        <p:xfrm>
          <a:off x="548640" y="1746504"/>
          <a:ext cx="11091672" cy="4023360"/>
        </p:xfrm>
        <a:graphic>
          <a:graphicData uri="http://schemas.openxmlformats.org/drawingml/2006/table">
            <a:tbl>
              <a:tblPr firstRow="1" bandRow="1">
                <a:tableStyleId>{5C22544A-7EE6-4342-B048-85BDC9FD1C3A}</a:tableStyleId>
              </a:tblPr>
              <a:tblGrid>
                <a:gridCol w="2761488"/>
                <a:gridCol w="3931920"/>
                <a:gridCol w="4398264"/>
              </a:tblGrid>
              <a:tr h="411480">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실행 환경</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권장 출발점</a:t>
                      </a:r>
                    </a:p>
                  </a:txBody>
                  <a:tcPr marL="109728" marR="109728" marT="59436" marB="59436">
                    <a:solidFill>
                      <a:srgbClr val="243A5E"/>
                    </a:solidFill>
                  </a:tcPr>
                </a:tc>
                <a:tc>
                  <a:txBody>
                    <a:bodyPr wrap="square" anchor="ctr"/>
                    <a:lstStyle/>
                    <a:p>
                      <a:pPr>
                        <a:lnSpc>
                          <a:spcPct val="105000"/>
                        </a:lnSpc>
                        <a:spcBef>
                          <a:spcPts val="0"/>
                        </a:spcBef>
                        <a:spcAft>
                          <a:spcPts val="0"/>
                        </a:spcAft>
                      </a:pPr>
                      <a:r>
                        <a:rPr sz="1200" b="1" lang="ko-KR">
                          <a:solidFill>
                            <a:srgbClr val="FFFFFF"/>
                          </a:solidFill>
                          <a:latin typeface="Segoe UI Semibold"/>
                          <a:ea typeface="Malgun Gothic"/>
                          <a:cs typeface="Segoe UI"/>
                        </a:rPr>
                        <a:t>준비·운영 포인트</a:t>
                      </a:r>
                    </a:p>
                  </a:txBody>
                  <a:tcPr marL="109728" marR="109728" marT="59436" marB="59436">
                    <a:solidFill>
                      <a:srgbClr val="243A5E"/>
                    </a:solidFill>
                  </a:tcPr>
                </a:tc>
              </a:tr>
              <a:tr h="749808">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권한 있는 개발자 PC / VDI</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사용자 로그인</a:t>
                      </a:r>
                    </a:p>
                    <a:p>
                      <a:pPr>
                        <a:lnSpc>
                          <a:spcPct val="105000"/>
                        </a:lnSpc>
                        <a:spcBef>
                          <a:spcPts val="0"/>
                        </a:spcBef>
                        <a:spcAft>
                          <a:spcPts val="0"/>
                        </a:spcAft>
                      </a:pPr>
                      <a:r>
                        <a:rPr sz="1250" b="1" lang="ko-KR">
                          <a:solidFill>
                            <a:srgbClr val="0078D4"/>
                          </a:solidFill>
                          <a:latin typeface="Segoe UI Semibold"/>
                          <a:ea typeface="Malgun Gothic"/>
                          <a:cs typeface="Segoe UI"/>
                        </a:rPr>
                        <a:t>AzureCliCredential</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개인 계정으로 az login</a:t>
                      </a:r>
                    </a:p>
                    <a:p>
                      <a:pPr>
                        <a:lnSpc>
                          <a:spcPct val="105000"/>
                        </a:lnSpc>
                        <a:spcBef>
                          <a:spcPts val="0"/>
                        </a:spcBef>
                        <a:spcAft>
                          <a:spcPts val="0"/>
                        </a:spcAft>
                      </a:pPr>
                      <a:r>
                        <a:rPr sz="1250" b="0" lang="ko-KR">
                          <a:solidFill>
                            <a:srgbClr val="333333"/>
                          </a:solidFill>
                          <a:latin typeface="Segoe UI"/>
                          <a:ea typeface="Malgun Gothic"/>
                          <a:cs typeface="Segoe UI"/>
                        </a:rPr>
                        <a:t>별도 Client Secret 불필요</a:t>
                      </a:r>
                    </a:p>
                  </a:txBody>
                  <a:tcPr marL="109728" marR="109728" marT="59436" marB="59436">
                    <a:solidFill>
                      <a:srgbClr val="F2F6FA"/>
                    </a:solidFill>
                  </a:tcPr>
                </a:tc>
              </a:tr>
              <a:tr h="77724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외부 참가자 워크숍</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참가자별 실습 SP</a:t>
                      </a:r>
                    </a:p>
                    <a:p>
                      <a:pPr>
                        <a:lnSpc>
                          <a:spcPct val="105000"/>
                        </a:lnSpc>
                        <a:spcBef>
                          <a:spcPts val="0"/>
                        </a:spcBef>
                        <a:spcAft>
                          <a:spcPts val="0"/>
                        </a:spcAft>
                      </a:pPr>
                      <a:r>
                        <a:rPr sz="1250" b="1" lang="ko-KR">
                          <a:solidFill>
                            <a:srgbClr val="0078D4"/>
                          </a:solidFill>
                          <a:latin typeface="Segoe UI Semibold"/>
                          <a:ea typeface="Malgun Gothic"/>
                          <a:cs typeface="Segoe UI"/>
                        </a:rPr>
                        <a:t>Client Secret</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앱 직접 인증은 CLI 로그인 불필요</a:t>
                      </a:r>
                    </a:p>
                    <a:p>
                      <a:pPr>
                        <a:lnSpc>
                          <a:spcPct val="105000"/>
                        </a:lnSpc>
                        <a:spcBef>
                          <a:spcPts val="0"/>
                        </a:spcBef>
                        <a:spcAft>
                          <a:spcPts val="0"/>
                        </a:spcAft>
                      </a:pPr>
                      <a:r>
                        <a:rPr sz="1250" b="0" lang="ko-KR">
                          <a:solidFill>
                            <a:srgbClr val="333333"/>
                          </a:solidFill>
                          <a:latin typeface="Segoe UI"/>
                          <a:ea typeface="Malgun Gothic"/>
                          <a:cs typeface="Segoe UI"/>
                        </a:rPr>
                        <a:t>단기 자격 증명 전달·회수</a:t>
                      </a:r>
                    </a:p>
                  </a:txBody>
                  <a:tcPr marL="109728" marR="109728" marT="59436" marB="59436">
                    <a:solidFill>
                      <a:srgbClr val="FFFFFF"/>
                    </a:solidFill>
                  </a:tcPr>
                </a:tc>
              </a:tr>
              <a:tr h="64008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지원되는 Azure 호스트</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ManagedIdentityCredential</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인증용 암호를 앱이 관리하지 않음</a:t>
                      </a:r>
                    </a:p>
                  </a:txBody>
                  <a:tcPr marL="109728" marR="109728" marT="59436" marB="59436">
                    <a:solidFill>
                      <a:srgbClr val="F2F6FA"/>
                    </a:solidFill>
                  </a:tcPr>
                </a:tc>
              </a:tr>
              <a:tr h="731520">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AKS Pod / 지원 CI·CD</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Workload Identity</a:t>
                      </a:r>
                    </a:p>
                    <a:p>
                      <a:pPr>
                        <a:lnSpc>
                          <a:spcPct val="105000"/>
                        </a:lnSpc>
                        <a:spcBef>
                          <a:spcPts val="0"/>
                        </a:spcBef>
                        <a:spcAft>
                          <a:spcPts val="0"/>
                        </a:spcAft>
                      </a:pPr>
                      <a:r>
                        <a:rPr sz="1250" b="1" lang="ko-KR">
                          <a:solidFill>
                            <a:srgbClr val="0078D4"/>
                          </a:solidFill>
                          <a:latin typeface="Segoe UI Semibold"/>
                          <a:ea typeface="Malgun Gothic"/>
                          <a:cs typeface="Segoe UI"/>
                        </a:rPr>
                        <a:t>자격 증명 연합</a:t>
                      </a:r>
                    </a:p>
                  </a:txBody>
                  <a:tcPr marL="109728" marR="109728" marT="59436" marB="59436">
                    <a:solidFill>
                      <a:srgbClr val="FFFFFF"/>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연합 설정을 통한 토큰 교환</a:t>
                      </a:r>
                    </a:p>
                  </a:txBody>
                  <a:tcPr marL="109728" marR="109728" marT="59436" marB="59436">
                    <a:solidFill>
                      <a:srgbClr val="FFFFFF"/>
                    </a:solidFill>
                  </a:tcPr>
                </a:tc>
              </a:tr>
              <a:tr h="713232">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Azure 밖 무인 서비스</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1" lang="ko-KR">
                          <a:solidFill>
                            <a:srgbClr val="0078D4"/>
                          </a:solidFill>
                          <a:latin typeface="Segoe UI Semibold"/>
                          <a:ea typeface="Malgun Gothic"/>
                          <a:cs typeface="Segoe UI"/>
                        </a:rPr>
                        <a:t>SP 인증서 / 자격 증명 연합 검토</a:t>
                      </a:r>
                    </a:p>
                  </a:txBody>
                  <a:tcPr marL="109728" marR="109728" marT="59436" marB="59436">
                    <a:solidFill>
                      <a:srgbClr val="F2F6FA"/>
                    </a:solidFill>
                  </a:tcPr>
                </a:tc>
                <a:tc>
                  <a:txBody>
                    <a:bodyPr wrap="square" anchor="ctr"/>
                    <a:lstStyle/>
                    <a:p>
                      <a:pPr>
                        <a:lnSpc>
                          <a:spcPct val="105000"/>
                        </a:lnSpc>
                        <a:spcBef>
                          <a:spcPts val="0"/>
                        </a:spcBef>
                        <a:spcAft>
                          <a:spcPts val="0"/>
                        </a:spcAft>
                      </a:pPr>
                      <a:r>
                        <a:rPr sz="1250" b="0" lang="ko-KR">
                          <a:solidFill>
                            <a:srgbClr val="333333"/>
                          </a:solidFill>
                          <a:latin typeface="Segoe UI"/>
                          <a:ea typeface="Malgun Gothic"/>
                          <a:cs typeface="Segoe UI"/>
                        </a:rPr>
                        <a:t>Secret 사용 시 저장·갱신·폐기 설계</a:t>
                      </a:r>
                    </a:p>
                  </a:txBody>
                  <a:tcPr marL="109728" marR="109728" marT="59436" marB="59436">
                    <a:solidFill>
                      <a:srgbClr val="F2F6FA"/>
                    </a:solidFill>
                  </a:tcPr>
                </a:tc>
              </a:tr>
            </a:tbl>
          </a:graphicData>
        </a:graphic>
      </p:graphicFrame>
      <p:sp>
        <p:nvSpPr>
          <p:cNvPr id="6" name="Rounded Rectangle 5"/>
          <p:cNvSpPr/>
          <p:nvPr/>
        </p:nvSpPr>
        <p:spPr>
          <a:xfrm>
            <a:off x="548640" y="5843016"/>
            <a:ext cx="11091672" cy="429768"/>
          </a:xfrm>
          <a:prstGeom prst="roundRect">
            <a:avLst>
              <a:gd name="adj" fmla="val 4000"/>
            </a:avLst>
          </a:prstGeom>
          <a:solidFill>
            <a:srgbClr val="EC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843016"/>
            <a:ext cx="54864" cy="42976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25312"/>
            <a:ext cx="10661904" cy="301751"/>
          </a:xfrm>
          <a:prstGeom prst="rect">
            <a:avLst/>
          </a:prstGeom>
          <a:noFill/>
        </p:spPr>
        <p:txBody>
          <a:bodyPr wrap="square" lIns="0" rIns="0" tIns="0" bIns="0" anchor="t">
            <a:spAutoFit/>
          </a:bodyPr>
          <a:lstStyle/>
          <a:p>
            <a:pPr algn="l">
              <a:lnSpc>
                <a:spcPct val="108000"/>
              </a:lnSpc>
              <a:spcBef>
                <a:spcPts val="0"/>
              </a:spcBef>
              <a:spcAft>
                <a:spcPts val="0"/>
              </a:spcAft>
            </a:pPr>
            <a:r>
              <a:rPr sz="1350" b="0" lang="ko-KR">
                <a:solidFill>
                  <a:srgbClr val="0078D4"/>
                </a:solidFill>
                <a:latin typeface="Segoe UI"/>
                <a:ea typeface="Malgun Gothic"/>
                <a:cs typeface="Segoe UI"/>
              </a:rPr>
              <a:t>SP는 앱 신원이고, Client Secret은 그 앱의 인증 자격 증명입니다. Vault의 실습 Secret과 다릅니다.</a:t>
            </a:r>
          </a:p>
        </p:txBody>
      </p:sp>
    </p:spTree>
  </p:cSld>
  <p:clrMapOvr>
    <a:masterClrMapping/>
  </p:clrMapOvr>
</p:sld>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2_Microsoft Build 16:9 Template Dark">
  <a:themeElements>
    <a:clrScheme name="Custom 91">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4EC8E"/>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Build_2023_16-9 Event-template.potx" id="{D98A8582-D9E9-4D2A-A4F4-342A0FDF4A6D}" vid="{F8883483-E3B9-4652-861E-5160AAC80937}"/>
    </a:ext>
  </a:extLst>
</a:theme>
</file>

<file path=ppt/theme/theme3.xml><?xml version="1.0" encoding="utf-8"?>
<a:theme xmlns:a="http://schemas.openxmlformats.org/drawingml/2006/main" name="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4.xml><?xml version="1.0" encoding="utf-8"?>
<a:theme xmlns:a="http://schemas.openxmlformats.org/drawingml/2006/main" name="Dark 16x9">
  <a:themeElements>
    <a:clrScheme name="Theme Colors Dark">
      <a:dk1>
        <a:srgbClr val="091F2C"/>
      </a:dk1>
      <a:lt1>
        <a:srgbClr val="FFFFFF"/>
      </a:lt1>
      <a:dk2>
        <a:srgbClr val="463668"/>
      </a:dk2>
      <a:lt2>
        <a:srgbClr val="E8E6DF"/>
      </a:lt2>
      <a:accent1>
        <a:srgbClr val="C5B4E3"/>
      </a:accent1>
      <a:accent2>
        <a:srgbClr val="8661C5"/>
      </a:accent2>
      <a:accent3>
        <a:srgbClr val="0078D4"/>
      </a:accent3>
      <a:accent4>
        <a:srgbClr val="D7D2CB"/>
      </a:accent4>
      <a:accent5>
        <a:srgbClr val="D59ED7"/>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 brand template starter - 16x9 v02.potx" id="{9DE343BB-684C-4E39-9ABE-CA20EBB6B8E9}" vid="{2DADB89F-2F3A-458B-84CE-11ACB76D7223}"/>
    </a:ext>
  </a:extLst>
</a:theme>
</file>

<file path=ppt/theme/theme5.xml><?xml version="1.0" encoding="utf-8"?>
<a:theme xmlns:a="http://schemas.openxmlformats.org/drawingml/2006/main" name="Test">
  <a:themeElements>
    <a:clrScheme name="MCAPS">
      <a:dk1>
        <a:srgbClr val="000000"/>
      </a:dk1>
      <a:lt1>
        <a:srgbClr val="FFFFFF"/>
      </a:lt1>
      <a:dk2>
        <a:srgbClr val="3B2E58"/>
      </a:dk2>
      <a:lt2>
        <a:srgbClr val="E6E6E6"/>
      </a:lt2>
      <a:accent1>
        <a:srgbClr val="8661C5"/>
      </a:accent1>
      <a:accent2>
        <a:srgbClr val="0A1F2B"/>
      </a:accent2>
      <a:accent3>
        <a:srgbClr val="0078D4"/>
      </a:accent3>
      <a:accent4>
        <a:srgbClr val="FFB900"/>
      </a:accent4>
      <a:accent5>
        <a:srgbClr val="F4364C"/>
      </a:accent5>
      <a:accent6>
        <a:srgbClr val="D59DFF"/>
      </a:accent6>
      <a:hlink>
        <a:srgbClr val="0078D4"/>
      </a:hlink>
      <a:folHlink>
        <a:srgbClr val="0078D4"/>
      </a:folHlink>
    </a:clrScheme>
    <a:fontScheme name="Custom 5">
      <a:majorFont>
        <a:latin typeface="Segoe UI Variable Display"/>
        <a:ea typeface=""/>
        <a:cs typeface=""/>
      </a:majorFont>
      <a:minorFont>
        <a:latin typeface="Segoe UI Variable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32000">
              <a:srgbClr val="C03BC4"/>
            </a:gs>
            <a:gs pos="100000">
              <a:srgbClr val="399A91"/>
            </a:gs>
            <a:gs pos="68000">
              <a:srgbClr val="0078D4"/>
            </a:gs>
            <a:gs pos="0">
              <a:srgbClr val="FF5C39"/>
            </a:gs>
          </a:gsLst>
          <a:path path="circle">
            <a:fillToRect l="100000" t="100000"/>
          </a:path>
        </a:gradFill>
        <a:ln w="25400">
          <a:noFill/>
          <a:headEnd type="none" w="med" len="med"/>
          <a:tailEnd type="none" w="med" len="med"/>
        </a:ln>
        <a:effectLst/>
      </a:spPr>
      <a:bodyPr rot="0" spcFirstLastPara="0" vertOverflow="overflow" horzOverflow="overflow" vert="horz" wrap="none" lIns="0" tIns="0" rIns="0" bIns="0" numCol="1" spcCol="0" rtlCol="0" fromWordArt="0" anchor="ctr" anchorCtr="0" forceAA="0" compatLnSpc="1">
        <a:prstTxWarp prst="textNoShape">
          <a:avLst/>
        </a:prstTxWarp>
        <a:noAutofit/>
      </a:bodyPr>
      <a:lstStyle>
        <a:defPPr marL="0" marR="0" indent="0" algn="ctr" defTabSz="932472" rtl="0" eaLnBrk="1" fontAlgn="base" latinLnBrk="0" hangingPunct="1">
          <a:lnSpc>
            <a:spcPct val="100000"/>
          </a:lnSpc>
          <a:spcBef>
            <a:spcPct val="0"/>
          </a:spcBef>
          <a:spcAft>
            <a:spcPct val="0"/>
          </a:spcAft>
          <a:buClrTx/>
          <a:buSzTx/>
          <a:buFontTx/>
          <a:buNone/>
          <a:tabLst/>
          <a:defRPr kumimoji="0" sz="1800" b="1" i="0" u="none" strike="noStrike" kern="1200" cap="none" spc="0" normalizeH="0" baseline="0" noProof="0" dirty="0">
            <a:ln>
              <a:noFill/>
            </a:ln>
            <a:solidFill>
              <a:schemeClr val="tx1"/>
            </a:solidFill>
            <a:effectLst/>
            <a:uLnTx/>
            <a:uFillTx/>
            <a:latin typeface="Segoe UI"/>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Test" id="{14D6B222-068A-4F98-B2D8-20284718B742}" vid="{D72A4739-C47D-4CE1-8FB6-CA1FBE049EE8}"/>
    </a:ext>
  </a:extLst>
</a:theme>
</file>

<file path=ppt/theme/theme6.xml><?xml version="1.0" encoding="utf-8"?>
<a:theme xmlns:a="http://schemas.openxmlformats.org/drawingml/2006/main" name="1_Black Template">
  <a:themeElements>
    <a:clrScheme name="TS_20_Blue on Black">
      <a:dk1>
        <a:srgbClr val="000000"/>
      </a:dk1>
      <a:lt1>
        <a:srgbClr val="FFFFFF"/>
      </a:lt1>
      <a:dk2>
        <a:srgbClr val="243A5E"/>
      </a:dk2>
      <a:lt2>
        <a:srgbClr val="E6E6E6"/>
      </a:lt2>
      <a:accent1>
        <a:srgbClr val="50E6FF"/>
      </a:accent1>
      <a:accent2>
        <a:srgbClr val="0078D4"/>
      </a:accent2>
      <a:accent3>
        <a:srgbClr val="243A5E"/>
      </a:accent3>
      <a:accent4>
        <a:srgbClr val="30E5D0"/>
      </a:accent4>
      <a:accent5>
        <a:srgbClr val="008575"/>
      </a:accent5>
      <a:accent6>
        <a:srgbClr val="D2D2D2"/>
      </a:accent6>
      <a:hlink>
        <a:srgbClr val="50E6FF"/>
      </a:hlink>
      <a:folHlink>
        <a:srgbClr val="50E6FF"/>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000000"/>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BLACK Microsoft template BLUE Accent_10-20.potx" id="{936FC27D-29D7-439A-9712-BFAF6C362AAB}" vid="{D99BA823-0B64-4A5D-8684-9480EA3FB95C}"/>
    </a:ext>
  </a:extLst>
</a:theme>
</file>

<file path=ppt/theme/theme7.xml><?xml version="1.0" encoding="utf-8"?>
<a:theme xmlns:a="http://schemas.openxmlformats.org/drawingml/2006/main" name="1_Build 2019 Black">
  <a:themeElements>
    <a:clrScheme name="Azure">
      <a:dk1>
        <a:sysClr val="windowText" lastClr="000000"/>
      </a:dk1>
      <a:lt1>
        <a:sysClr val="window" lastClr="FFFFFF"/>
      </a:lt1>
      <a:dk2>
        <a:srgbClr val="000000"/>
      </a:dk2>
      <a:lt2>
        <a:srgbClr val="FFFFFF"/>
      </a:lt2>
      <a:accent1>
        <a:srgbClr val="0078D4"/>
      </a:accent1>
      <a:accent2>
        <a:srgbClr val="50E6FF"/>
      </a:accent2>
      <a:accent3>
        <a:srgbClr val="3C3C41"/>
      </a:accent3>
      <a:accent4>
        <a:srgbClr val="75757A"/>
      </a:accent4>
      <a:accent5>
        <a:srgbClr val="EBEBEB"/>
      </a:accent5>
      <a:accent6>
        <a:srgbClr val="FFFFFF"/>
      </a:accent6>
      <a:hlink>
        <a:srgbClr val="0078D4"/>
      </a:hlink>
      <a:folHlink>
        <a:srgbClr val="954F72"/>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uild2019_Breakout_Template_FINAL.potx" id="{F8CBCD3C-F346-4704-9E55-7681191E3DC9}" vid="{9B198E64-13BA-4121-B286-122848D264C2}"/>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8.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EF4AA5EB-A638-4D3A-B852-E71E18ED4953}">
  <ds:schemaRefs>
    <ds:schemaRef ds:uri="Strauss.PersonalizationDefinition"/>
  </ds:schemaRefs>
</ds:datastoreItem>
</file>

<file path=customXml/itemProps2.xml><?xml version="1.0" encoding="utf-8"?>
<ds:datastoreItem xmlns:ds="http://schemas.openxmlformats.org/officeDocument/2006/customXml" ds:itemID="{13A5538B-5199-4900-941A-B01E377F2065}">
  <ds:schemaRefs>
    <ds:schemaRef ds:uri="Strauss.PersonalizationDefinition"/>
  </ds:schemaRefs>
</ds:datastoreItem>
</file>

<file path=customXml/itemProps3.xml><?xml version="1.0" encoding="utf-8"?>
<ds:datastoreItem xmlns:ds="http://schemas.openxmlformats.org/officeDocument/2006/customXml" ds:itemID="{DF333A1B-0A9C-4DA8-ADAB-4378B69FDC48}">
  <ds:schemaRefs>
    <ds:schemaRef ds:uri="Strauss.PersonalizationDefinition"/>
  </ds:schemaRefs>
</ds:datastoreItem>
</file>

<file path=customXml/itemProps4.xml><?xml version="1.0" encoding="utf-8"?>
<ds:datastoreItem xmlns:ds="http://schemas.openxmlformats.org/officeDocument/2006/customXml" ds:itemID="{DE0DC7DC-A960-4E6E-BF1B-D3D906B081A2}">
  <ds:schemaRefs>
    <ds:schemaRef ds:uri="Strauss.PersonalizationDefinition"/>
  </ds:schemaRefs>
</ds:datastoreItem>
</file>

<file path=customXml/itemProps5.xml><?xml version="1.0" encoding="utf-8"?>
<ds:datastoreItem xmlns:ds="http://schemas.openxmlformats.org/officeDocument/2006/customXml" ds:itemID="{A09B3D8F-A36C-4B6D-871D-C53F61DFD219}">
  <ds:schemaRefs>
    <ds:schemaRef ds:uri="Strauss.PersonalizationDefinition"/>
  </ds:schemaRefs>
</ds:datastoreItem>
</file>

<file path=customXml/itemProps6.xml><?xml version="1.0" encoding="utf-8"?>
<ds:datastoreItem xmlns:ds="http://schemas.openxmlformats.org/officeDocument/2006/customXml" ds:itemID="{4EA01338-72BB-48B6-B6A4-05B31FE21105}">
  <ds:schemaRefs>
    <ds:schemaRef ds:uri="Strauss.PersonalizationDefinition"/>
  </ds:schemaRefs>
</ds:datastoreItem>
</file>

<file path=customXml/itemProps7.xml><?xml version="1.0" encoding="utf-8"?>
<ds:datastoreItem xmlns:ds="http://schemas.openxmlformats.org/officeDocument/2006/customXml" ds:itemID="{712108F3-86F2-4B95-AF2D-FE4E45965FCC}">
  <ds:schemaRefs>
    <ds:schemaRef ds:uri="Strauss.PersonalizationDefinition"/>
  </ds:schemaRefs>
</ds:datastoreItem>
</file>

<file path=customXml/itemProps8.xml><?xml version="1.0" encoding="utf-8"?>
<ds:datastoreItem xmlns:ds="http://schemas.openxmlformats.org/officeDocument/2006/customXml" ds:itemID="{B72F138C-EF79-4F9F-A08B-397C52E81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9421e1-74d8-4915-bb0d-c72892872ba0"/>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628127A0-F2C3-45C3-BB9F-5B29A6B848BE}">
  <ds:schemaRefs>
    <ds:schemaRef ds:uri="Strauss.PersonalizationDefinition"/>
  </ds:schemaRefs>
</ds:datastoreItem>
</file>

<file path=customXml/itemProps10.xml><?xml version="1.0" encoding="utf-8"?>
<ds:datastoreItem xmlns:ds="http://schemas.openxmlformats.org/officeDocument/2006/customXml" ds:itemID="{08068EAD-DA6C-4DC8-843E-9CB0982D15F3}">
  <ds:schemaRefs>
    <ds:schemaRef ds:uri="Strauss.PersonalizationDefinition"/>
  </ds:schemaRefs>
</ds:datastoreItem>
</file>

<file path=customXml/itemProps11.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12.xml><?xml version="1.0" encoding="utf-8"?>
<ds:datastoreItem xmlns:ds="http://schemas.openxmlformats.org/officeDocument/2006/customXml" ds:itemID="{68BE9F8F-073F-46B7-B2D0-86DC8E2E9DCE}">
  <ds:schemaRefs>
    <ds:schemaRef ds:uri="Strauss.PersonalizationDefinition"/>
  </ds:schemaRefs>
</ds:datastoreItem>
</file>

<file path=customXml/itemProps13.xml><?xml version="1.0" encoding="utf-8"?>
<ds:datastoreItem xmlns:ds="http://schemas.openxmlformats.org/officeDocument/2006/customXml" ds:itemID="{103AB8E4-C30A-4895-9606-8D77F2E70F19}">
  <ds:schemaRefs>
    <ds:schemaRef ds:uri="Strauss.PersonalizationDefinition"/>
  </ds:schemaRefs>
</ds:datastoreItem>
</file>

<file path=customXml/itemProps14.xml><?xml version="1.0" encoding="utf-8"?>
<ds:datastoreItem xmlns:ds="http://schemas.openxmlformats.org/officeDocument/2006/customXml" ds:itemID="{FBC13881-F2DC-4AA3-88C8-97C40CA1EBC7}">
  <ds:schemaRefs>
    <ds:schemaRef ds:uri="Strauss.PersonalizationDefinition"/>
  </ds:schemaRefs>
</ds:datastoreItem>
</file>

<file path=customXml/itemProps15.xml><?xml version="1.0" encoding="utf-8"?>
<ds:datastoreItem xmlns:ds="http://schemas.openxmlformats.org/officeDocument/2006/customXml" ds:itemID="{2BCFCE7B-4A43-491B-887D-365E2A1C50B2}">
  <ds:schemaRefs>
    <ds:schemaRef ds:uri="Strauss.PersonalizationDefinition"/>
  </ds:schemaRefs>
</ds:datastoreItem>
</file>

<file path=customXml/itemProps16.xml><?xml version="1.0" encoding="utf-8"?>
<ds:datastoreItem xmlns:ds="http://schemas.openxmlformats.org/officeDocument/2006/customXml" ds:itemID="{FC25CD5D-A9DA-407F-9106-47BDA14BCED9}">
  <ds:schemaRefs>
    <ds:schemaRef ds:uri="Strauss.PersonalizationDefinition"/>
  </ds:schemaRefs>
</ds:datastoreItem>
</file>

<file path=customXml/itemProps17.xml><?xml version="1.0" encoding="utf-8"?>
<ds:datastoreItem xmlns:ds="http://schemas.openxmlformats.org/officeDocument/2006/customXml" ds:itemID="{C1060A51-5976-4775-97EE-ABE1B1E4972A}">
  <ds:schemaRefs>
    <ds:schemaRef ds:uri="Strauss.PersonalizationDefinition"/>
  </ds:schemaRefs>
</ds:datastoreItem>
</file>

<file path=customXml/itemProps18.xml><?xml version="1.0" encoding="utf-8"?>
<ds:datastoreItem xmlns:ds="http://schemas.openxmlformats.org/officeDocument/2006/customXml" ds:itemID="{D55AC15F-0A03-4D96-AA43-65FC3DCE2717}">
  <ds:schemaRefs>
    <ds:schemaRef ds:uri="Strauss.PersonalizationDefinition"/>
  </ds:schemaRefs>
</ds:datastoreItem>
</file>

<file path=customXml/itemProps19.xml><?xml version="1.0" encoding="utf-8"?>
<ds:datastoreItem xmlns:ds="http://schemas.openxmlformats.org/officeDocument/2006/customXml" ds:itemID="{D7FDC28F-4CBD-40ED-9D33-0A1360D5DEC4}">
  <ds:schemaRefs>
    <ds:schemaRef ds:uri="Strauss.PersonalizationDefinition"/>
  </ds:schemaRefs>
</ds:datastoreItem>
</file>

<file path=customXml/itemProps20.xml><?xml version="1.0" encoding="utf-8"?>
<ds:datastoreItem xmlns:ds="http://schemas.openxmlformats.org/officeDocument/2006/customXml" ds:itemID="{EDFBA6C8-3A38-44F0-B645-B6B0034983DA}">
  <ds:schemaRefs>
    <ds:schemaRef ds:uri="Strauss.PersonalizationDefinition"/>
  </ds:schemaRefs>
</ds:datastoreItem>
</file>

<file path=customXml/itemProps21.xml><?xml version="1.0" encoding="utf-8"?>
<ds:datastoreItem xmlns:ds="http://schemas.openxmlformats.org/officeDocument/2006/customXml" ds:itemID="{4C485A9E-99A8-4277-BE90-E837A967DB2E}">
  <ds:schemaRefs>
    <ds:schemaRef ds:uri="Strauss.PersonalizationDefinition"/>
  </ds:schemaRefs>
</ds:datastoreItem>
</file>

<file path=customXml/itemProps22.xml><?xml version="1.0" encoding="utf-8"?>
<ds:datastoreItem xmlns:ds="http://schemas.openxmlformats.org/officeDocument/2006/customXml" ds:itemID="{5C919DC8-E31E-42F0-9621-B916C2E029BA}">
  <ds:schemaRefs>
    <ds:schemaRef ds:uri="Strauss.PersonalizationDefinition"/>
  </ds:schemaRefs>
</ds:datastoreItem>
</file>

<file path=customXml/itemProps23.xml><?xml version="1.0" encoding="utf-8"?>
<ds:datastoreItem xmlns:ds="http://schemas.openxmlformats.org/officeDocument/2006/customXml" ds:itemID="{82C716E8-B770-4139-99B0-F35B9C64B90F}">
  <ds:schemaRefs>
    <ds:schemaRef ds:uri="Strauss.PersonalizationDefinition"/>
  </ds:schemaRefs>
</ds:datastoreItem>
</file>

<file path=customXml/itemProps24.xml><?xml version="1.0" encoding="utf-8"?>
<ds:datastoreItem xmlns:ds="http://schemas.openxmlformats.org/officeDocument/2006/customXml" ds:itemID="{32920470-F086-4197-B6FE-12027DE25DCC}">
  <ds:schemaRefs>
    <ds:schemaRef ds:uri="Strauss.PersonalizationDefinition"/>
  </ds:schemaRefs>
</ds:datastoreItem>
</file>

<file path=customXml/itemProps25.xml><?xml version="1.0" encoding="utf-8"?>
<ds:datastoreItem xmlns:ds="http://schemas.openxmlformats.org/officeDocument/2006/customXml" ds:itemID="{6F485757-9F3C-4A1E-9E86-E1C1551910BA}">
  <ds:schemaRefs>
    <ds:schemaRef ds:uri="Strauss.PersonalizationDefinition"/>
  </ds:schemaRefs>
</ds:datastoreItem>
</file>

<file path=customXml/itemProps26.xml><?xml version="1.0" encoding="utf-8"?>
<ds:datastoreItem xmlns:ds="http://schemas.openxmlformats.org/officeDocument/2006/customXml" ds:itemID="{BC268A45-186B-46A3-937F-0E016CEA70C1}">
  <ds:schemaRefs>
    <ds:schemaRef ds:uri="Strauss.PersonalizationDefinition"/>
  </ds:schemaRefs>
</ds:datastoreItem>
</file>

<file path=customXml/itemProps27.xml><?xml version="1.0" encoding="utf-8"?>
<ds:datastoreItem xmlns:ds="http://schemas.openxmlformats.org/officeDocument/2006/customXml" ds:itemID="{E7EBEF02-C69B-46E0-B38A-E51611CE5254}">
  <ds:schemaRefs>
    <ds:schemaRef ds:uri="Strauss.PersonalizationDefinition"/>
  </ds:schemaRefs>
</ds:datastoreItem>
</file>

<file path=customXml/itemProps28.xml><?xml version="1.0" encoding="utf-8"?>
<ds:datastoreItem xmlns:ds="http://schemas.openxmlformats.org/officeDocument/2006/customXml" ds:itemID="{406127A5-B8F7-4F8A-95A9-8E20F72EA129}">
  <ds:schemaRefs>
    <ds:schemaRef ds:uri="Strauss.PersonalizationDefinition"/>
  </ds:schemaRefs>
</ds:datastoreItem>
</file>

<file path=customXml/itemProps29.xml><?xml version="1.0" encoding="utf-8"?>
<ds:datastoreItem xmlns:ds="http://schemas.openxmlformats.org/officeDocument/2006/customXml" ds:itemID="{F56EB5D8-3CD5-48EE-9536-13CF2B9AC25D}">
  <ds:schemaRefs>
    <ds:schemaRef ds:uri="Strauss.PersonalizationDefinition"/>
  </ds:schemaRefs>
</ds:datastoreItem>
</file>

<file path=customXml/itemProps30.xml><?xml version="1.0" encoding="utf-8"?>
<ds:datastoreItem xmlns:ds="http://schemas.openxmlformats.org/officeDocument/2006/customXml" ds:itemID="{7BE5F28F-50CA-40F1-A02E-E794FE33362D}">
  <ds:schemaRefs>
    <ds:schemaRef ds:uri="Strauss.PersonalizationDefinition"/>
  </ds:schemaRefs>
</ds:datastoreItem>
</file>

<file path=customXml/itemProps31.xml><?xml version="1.0" encoding="utf-8"?>
<ds:datastoreItem xmlns:ds="http://schemas.openxmlformats.org/officeDocument/2006/customXml" ds:itemID="{734F6CED-B619-41E0-BEDE-58B64D5F5EB2}">
  <ds:schemaRefs>
    <ds:schemaRef ds:uri="Strauss.PersonalizationDefinition"/>
  </ds:schemaRefs>
</ds:datastoreItem>
</file>

<file path=customXml/itemProps32.xml><?xml version="1.0" encoding="utf-8"?>
<ds:datastoreItem xmlns:ds="http://schemas.openxmlformats.org/officeDocument/2006/customXml" ds:itemID="{B228D3F7-8445-4CE7-92DC-AC7FE2D5A2AF}">
  <ds:schemaRefs>
    <ds:schemaRef ds:uri="Strauss.PersonalizationDefinition"/>
  </ds:schemaRefs>
</ds:datastoreItem>
</file>

<file path=customXml/itemProps33.xml><?xml version="1.0" encoding="utf-8"?>
<ds:datastoreItem xmlns:ds="http://schemas.openxmlformats.org/officeDocument/2006/customXml" ds:itemID="{AC7687D8-5695-4F99-A8BA-1D247B418C22}">
  <ds:schemaRefs>
    <ds:schemaRef ds:uri="http://schemas.openxmlformats.org/package/2006/metadata/core-properties"/>
    <ds:schemaRef ds:uri="cea7764e-6bf9-427d-be15-e74097e0a61c"/>
    <ds:schemaRef ds:uri="http://schemas.microsoft.com/sharepoint/v3"/>
    <ds:schemaRef ds:uri="http://schemas.microsoft.com/office/2006/metadata/properties"/>
    <ds:schemaRef ds:uri="http://www.w3.org/XML/1998/namespace"/>
    <ds:schemaRef ds:uri="fb9ea31f-0ab8-44ff-80d1-5777f6d9d945"/>
    <ds:schemaRef ds:uri="http://schemas.microsoft.com/office/infopath/2007/PartnerControls"/>
    <ds:schemaRef ds:uri="http://purl.org/dc/elements/1.1/"/>
    <ds:schemaRef ds:uri="http://schemas.microsoft.com/office/2006/documentManagement/types"/>
    <ds:schemaRef ds:uri="230e9df3-be65-4c73-a93b-d1236ebd677e"/>
    <ds:schemaRef ds:uri="http://purl.org/dc/dcmitype/"/>
    <ds:schemaRef ds:uri="http://purl.org/dc/terms/"/>
    <ds:schemaRef ds:uri="a29421e1-74d8-4915-bb0d-c72892872ba0"/>
  </ds:schemaRefs>
</ds:datastoreItem>
</file>

<file path=customXml/itemProps34.xml><?xml version="1.0" encoding="utf-8"?>
<ds:datastoreItem xmlns:ds="http://schemas.openxmlformats.org/officeDocument/2006/customXml" ds:itemID="{6552B3D2-5F72-49FB-8B35-AFE12BF36804}">
  <ds:schemaRefs>
    <ds:schemaRef ds:uri="Strauss.PersonalizationDefinition"/>
  </ds:schemaRefs>
</ds:datastoreItem>
</file>

<file path=customXml/itemProps35.xml><?xml version="1.0" encoding="utf-8"?>
<ds:datastoreItem xmlns:ds="http://schemas.openxmlformats.org/officeDocument/2006/customXml" ds:itemID="{B09E3EAE-66CA-4A91-A5FE-A34A70B099ED}">
  <ds:schemaRefs>
    <ds:schemaRef ds:uri="Strauss.PersonalizationDefinition"/>
  </ds:schemaRefs>
</ds:datastoreItem>
</file>

<file path=customXml/itemProps36.xml><?xml version="1.0" encoding="utf-8"?>
<ds:datastoreItem xmlns:ds="http://schemas.openxmlformats.org/officeDocument/2006/customXml" ds:itemID="{541D4602-AC17-4CBD-B95E-D5B3D757BC54}">
  <ds:schemaRefs>
    <ds:schemaRef ds:uri="Strauss.PersonalizationDefinition"/>
  </ds:schemaRefs>
</ds:datastoreItem>
</file>

<file path=customXml/itemProps37.xml><?xml version="1.0" encoding="utf-8"?>
<ds:datastoreItem xmlns:ds="http://schemas.openxmlformats.org/officeDocument/2006/customXml" ds:itemID="{ECCE7DC3-F525-4E76-8812-56FCA2D21E50}">
  <ds:schemaRefs>
    <ds:schemaRef ds:uri="Strauss.PersonalizationDefinition"/>
  </ds:schemaRefs>
</ds:datastoreItem>
</file>

<file path=customXml/itemProps38.xml><?xml version="1.0" encoding="utf-8"?>
<ds:datastoreItem xmlns:ds="http://schemas.openxmlformats.org/officeDocument/2006/customXml" ds:itemID="{4A3F169F-E27D-4A25-888C-4C5D83BAC082}">
  <ds:schemaRefs>
    <ds:schemaRef ds:uri="Strauss.PersonalizationDefinition"/>
  </ds:schemaRefs>
</ds:datastoreItem>
</file>

<file path=customXml/itemProps39.xml><?xml version="1.0" encoding="utf-8"?>
<ds:datastoreItem xmlns:ds="http://schemas.openxmlformats.org/officeDocument/2006/customXml" ds:itemID="{11767EAE-0FC6-472D-9D35-EB3533243F22}">
  <ds:schemaRefs>
    <ds:schemaRef ds:uri="Strauss.PersonalizationDefinition"/>
  </ds:schemaRefs>
</ds:datastoreItem>
</file>

<file path=customXml/itemProps40.xml><?xml version="1.0" encoding="utf-8"?>
<ds:datastoreItem xmlns:ds="http://schemas.openxmlformats.org/officeDocument/2006/customXml" ds:itemID="{BC8D21B8-CC7A-47A5-8D21-CC643F0F4B3B}">
  <ds:schemaRefs>
    <ds:schemaRef ds:uri="Strauss.PersonalizationDefinition"/>
  </ds:schemaRefs>
</ds:datastoreItem>
</file>

<file path=customXml/itemProps41.xml><?xml version="1.0" encoding="utf-8"?>
<ds:datastoreItem xmlns:ds="http://schemas.openxmlformats.org/officeDocument/2006/customXml" ds:itemID="{FCAA2A99-6BF1-4F8C-822A-43FEE4D21DBD}">
  <ds:schemaRefs>
    <ds:schemaRef ds:uri="Strauss.PersonalizationDefinition"/>
  </ds:schemaRefs>
</ds:datastoreItem>
</file>

<file path=customXml/itemProps42.xml><?xml version="1.0" encoding="utf-8"?>
<ds:datastoreItem xmlns:ds="http://schemas.openxmlformats.org/officeDocument/2006/customXml" ds:itemID="{CEDD01A4-653E-4446-B29C-C3F1C33BD0E2}">
  <ds:schemaRefs>
    <ds:schemaRef ds:uri="Strauss.PersonalizationDefinition"/>
  </ds:schemaRefs>
</ds:datastoreItem>
</file>

<file path=customXml/itemProps43.xml><?xml version="1.0" encoding="utf-8"?>
<ds:datastoreItem xmlns:ds="http://schemas.openxmlformats.org/officeDocument/2006/customXml" ds:itemID="{733F9BED-2234-4BE7-A3B8-CC015E5060AB}">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15185</Words>
  <Application>Microsoft Office PowerPoint</Application>
  <PresentationFormat>Widescreen</PresentationFormat>
  <Paragraphs>1483</Paragraphs>
  <Slides>80</Slides>
  <Notes>66</Notes>
  <HiddenSlides>5</HiddenSlides>
  <MMClips>0</MMClips>
  <ScaleCrop>false</ScaleCrop>
  <HeadingPairs>
    <vt:vector size="4" baseType="variant">
      <vt:variant>
        <vt:lpstr>Theme</vt:lpstr>
      </vt:variant>
      <vt:variant>
        <vt:i4>7</vt:i4>
      </vt:variant>
      <vt:variant>
        <vt:lpstr>Slide Titles</vt:lpstr>
      </vt:variant>
      <vt:variant>
        <vt:i4>80</vt:i4>
      </vt:variant>
    </vt:vector>
  </HeadingPairs>
  <TitlesOfParts>
    <vt:vector size="87" baseType="lpstr">
      <vt:lpstr>White Template</vt:lpstr>
      <vt:lpstr>2_Microsoft Build 16:9 Template Dark</vt:lpstr>
      <vt:lpstr>Black Template</vt:lpstr>
      <vt:lpstr>Dark 16x9</vt:lpstr>
      <vt:lpstr>Test</vt:lpstr>
      <vt:lpstr>1_Black Template</vt:lpstr>
      <vt:lpstr>1_Build 2019 Black</vt:lpstr>
      <vt:lpstr>Workshop ​ Building AI Apps &amp; Agents</vt:lpstr>
      <vt:lpstr>Conditions and terms of use</vt:lpstr>
      <vt:lpstr>Learning Units covered  in this Module  </vt:lpstr>
      <vt:lpstr>Understanding  Retrieval Augmented Generation </vt:lpstr>
      <vt:lpstr>The limitations of LLMs</vt:lpstr>
      <vt:lpstr>Bringing domain knowledge to LLMs</vt:lpstr>
      <vt:lpstr>Retrieval augmented generation: bring your data to the prompt</vt:lpstr>
      <vt:lpstr>RAG: Retrieval Augmented Generation</vt:lpstr>
      <vt:lpstr>Simple Anatomy of a RAG app</vt:lpstr>
      <vt:lpstr>Retrieval Augmented Generation with Azure AI Search Grounding for intelligent applications</vt:lpstr>
      <vt:lpstr>RAG components</vt:lpstr>
      <vt:lpstr>RAG data sources</vt:lpstr>
      <vt:lpstr>Anatomy of RAG (unstructured data)</vt:lpstr>
      <vt:lpstr>Robust retrieval for RAG apps</vt:lpstr>
      <vt:lpstr>Why do we need to split documents?</vt:lpstr>
      <vt:lpstr>Optimal size of document chunk</vt:lpstr>
      <vt:lpstr>Retrieval strategies</vt:lpstr>
      <vt:lpstr>The technology behind Azure AI Search</vt:lpstr>
      <vt:lpstr>PowerPoint Presentation</vt:lpstr>
      <vt:lpstr>PowerPoint Presentation</vt:lpstr>
      <vt:lpstr>Retrieval and Vectors</vt:lpstr>
      <vt:lpstr>Let’s review the basics! Traditional information retrieval</vt:lpstr>
      <vt:lpstr>Let’s review the basics! Search via Inverted Indexes</vt:lpstr>
      <vt:lpstr>Let’s review the basics! Ranking &amp; Relevance in Traditional Search </vt:lpstr>
      <vt:lpstr>Combining Lexical and Semantic Representations for Optimal Recall Leveraging the Strengths of Lexical and Semantic Approaches in Retrieval</vt:lpstr>
      <vt:lpstr>Embeddings</vt:lpstr>
      <vt:lpstr>Embeddings make it possible to map content to a “semantic space”</vt:lpstr>
      <vt:lpstr>Vector embeddings</vt:lpstr>
      <vt:lpstr>Embedding models</vt:lpstr>
      <vt:lpstr>Similarity Search with embeddings</vt:lpstr>
      <vt:lpstr>Vector similarity</vt:lpstr>
      <vt:lpstr>Vector search</vt:lpstr>
      <vt:lpstr>Vector search strategies</vt:lpstr>
      <vt:lpstr>Rich vector search query capabilities</vt:lpstr>
      <vt:lpstr>Search multi-modal vectors</vt:lpstr>
      <vt:lpstr>Optimal relevance: Hybrid search + Semantic ranker </vt:lpstr>
      <vt:lpstr>Retrieval relevance across methods</vt:lpstr>
      <vt:lpstr>Impact of query types on relevance</vt:lpstr>
      <vt:lpstr>PowerPoint Presentation</vt:lpstr>
      <vt:lpstr>RAG patterns in action</vt:lpstr>
      <vt:lpstr>PowerPoint Presentation</vt:lpstr>
      <vt:lpstr>Demo</vt:lpstr>
      <vt:lpstr>PowerPoint Presentation</vt:lpstr>
      <vt:lpstr>GPT Retrieval Augmented Generation (GPT-RAG)</vt:lpstr>
      <vt:lpstr>Diagram</vt:lpstr>
      <vt:lpstr>Azure OpenAI End-to-end baseline</vt:lpstr>
      <vt:lpstr>Extract and analyze call center data</vt:lpstr>
      <vt:lpstr>Azure AI Search</vt:lpstr>
      <vt:lpstr>Diagram</vt:lpstr>
      <vt:lpstr>Diagram</vt:lpstr>
      <vt:lpstr>Build language model pipelines with memory</vt:lpstr>
      <vt:lpstr>Conversation Summarization</vt:lpstr>
      <vt:lpstr>Diagram</vt:lpstr>
      <vt:lpstr>Retrieval and Data engineering for RAG scenarios</vt:lpstr>
      <vt:lpstr>Choosing an embedding model Key factors for selecting the optimal model for your use case</vt:lpstr>
      <vt:lpstr>The dream scenario for Vector Search Effortless data management and relevant search results</vt:lpstr>
      <vt:lpstr>Scalability in Vector Search Key questions and considerations for efficient scaling</vt:lpstr>
      <vt:lpstr>Preprocessing &amp; document Chunking  Optimizing data preparation for efficient Vector Search</vt:lpstr>
      <vt:lpstr>Challenge of embedding management Overcoming embedding management in Vector Search</vt:lpstr>
      <vt:lpstr>Addressing the query language challenge Enhancing Vector Search through improved query understanding</vt:lpstr>
      <vt:lpstr>Enhancing search relevance in Vector Search Achieving accurate ranking, result diversity, and adaptability</vt:lpstr>
      <vt:lpstr>PowerPoint Presentation</vt:lpstr>
      <vt:lpstr>Lab: Guided implementation </vt:lpstr>
      <vt:lpstr>Questions?</vt:lpstr>
      <vt:lpstr>Thank you!</vt:lpstr>
      <vt:lpstr>Appendix</vt:lpstr>
      <vt:lpstr>RAG on documents</vt:lpstr>
      <vt:lpstr>Components of a high-quality RAG</vt:lpstr>
      <vt:lpstr>Retrieval Augmented Generation – HLA for private documents</vt:lpstr>
      <vt:lpstr>Chunking</vt:lpstr>
      <vt:lpstr>Data ingestion process</vt:lpstr>
      <vt:lpstr>Integrated vectorization</vt:lpstr>
      <vt:lpstr>Common applications of Azure AI Search</vt:lpstr>
      <vt:lpstr>Search + AI Better together</vt:lpstr>
      <vt:lpstr>Vector Search at a High Level </vt:lpstr>
      <vt:lpstr>Vector Search: Deeper Dive </vt:lpstr>
      <vt:lpstr>The Dream Scenario for Vector Search Effortless Data Management and Relevant Search Results</vt:lpstr>
      <vt:lpstr>Scalability Preprocessing Splitting/Chunking Embedding management </vt:lpstr>
      <vt:lpstr>Query understanding Query flexibility</vt:lpstr>
      <vt:lpstr>Ranking accuracy Result Diversity  Search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01 | Key Vault 개념과 접근 구조</dc:title>
  <dc:creator>Azure Key Vault Workshop</dc:creator>
  <cp:lastModifiedBy>Davide Antelmo</cp:lastModifiedBy>
  <cp:revision>14</cp:revision>
  <dcterms:created xsi:type="dcterms:W3CDTF">2019-02-08T20:09:46Z</dcterms:created>
  <dcterms:modified xsi:type="dcterms:W3CDTF">2026-07-30T06:50:42Z</dcterms:modified>
  <dc:subject>앱 사례 중심 본문 15장 + 상세 참조 부록 8장</dc:subject>
  <cp:keywords>Key Vault, Secrets, Keys, Certificates, RBAC, Service Principal</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Lead Signoff">
    <vt:bool>false</vt:bool>
  </property>
  <property fmtid="{D5CDD505-2E9C-101B-9397-08002B2CF9AE}" pid="21" name="Title URL">
    <vt:lpwstr>, </vt:lpwstr>
  </property>
  <property fmtid="{D5CDD505-2E9C-101B-9397-08002B2CF9AE}" pid="22" name="Mail Sent">
    <vt:bool>false</vt:bool>
  </property>
  <property fmtid="{D5CDD505-2E9C-101B-9397-08002B2CF9AE}" pid="23" name="State">
    <vt:lpwstr>Open</vt:lpwstr>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_ExtendedDescription">
    <vt:lpwstr/>
  </property>
  <property fmtid="{D5CDD505-2E9C-101B-9397-08002B2CF9AE}" pid="30" name="xd_Signature">
    <vt:lpwstr/>
  </property>
  <property fmtid="{D5CDD505-2E9C-101B-9397-08002B2CF9AE}" pid="31" name="TriggerFlowInfo">
    <vt:lpwstr/>
  </property>
</Properties>
</file>