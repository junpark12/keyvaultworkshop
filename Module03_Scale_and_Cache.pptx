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media/image2.svg" ContentType="image/svg+xml"/>
  <Override PartName="/ppt/media/image6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099" r:id="rId45"/>
    <p:sldMasterId id="2147484151" r:id="rId46"/>
    <p:sldMasterId id="2147484206" r:id="rId47"/>
    <p:sldMasterId id="2147484259" r:id="rId48"/>
    <p:sldMasterId id="2147484304" r:id="rId49"/>
    <p:sldMasterId id="2147484362" r:id="rId50"/>
  </p:sldMasterIdLst>
  <p:notesMasterIdLst>
    <p:notesMasterId r:id="rId131"/>
  </p:notesMasterIdLst>
  <p:sldIdLst>
    <p:sldId id="256" r:id="rId59"/>
    <p:sldId id="257" r:id="rId60"/>
    <p:sldId id="258" r:id="rId61"/>
    <p:sldId id="259" r:id="rId62"/>
    <p:sldId id="260" r:id="rId63"/>
    <p:sldId id="261" r:id="rId64"/>
    <p:sldId id="262" r:id="rId65"/>
    <p:sldId id="263" r:id="rId66"/>
    <p:sldId id="264" r:id="rId67"/>
    <p:sldId id="265" r:id="rId68"/>
    <p:sldId id="266" r:id="rId69"/>
    <p:sldId id="267" r:id="rId70"/>
    <p:sldId id="268" r:id="rId71"/>
    <p:sldId id="269" r:id="rId72"/>
    <p:sldId id="270" r:id="rId73"/>
    <p:sldId id="271" r:id="rId74"/>
    <p:sldId id="272" r:id="rId75"/>
    <p:sldId id="273" r:id="rId76"/>
    <p:sldId id="274" r:id="rId77"/>
    <p:sldId id="275" r:id="rId78"/>
    <p:sldId id="276" r:id="rId79"/>
    <p:sldId id="277" r:id="rId80"/>
    <p:sldId id="278" r:id="rId81"/>
    <p:sldId id="279"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526DF9A2-33C5-A206-06EC-FB815EEEF4C6}" name="Pamela Fox" initials="PF" userId="S::pamelafox@microsoft.com::05c421f6-d446-4f2a-8ee0-1060b47b154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FFF37-9078-5E31-C47B-DBDF2141256F}" v="6" dt="2026-03-16T14:22:27.35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34" autoAdjust="0"/>
    <p:restoredTop sz="78182" autoAdjust="0"/>
  </p:normalViewPr>
  <p:slideViewPr>
    <p:cSldViewPr snapToGrid="0">
      <p:cViewPr varScale="1">
        <p:scale>
          <a:sx n="78" d="100"/>
          <a:sy n="78" d="100"/>
        </p:scale>
        <p:origin x="1632"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slideMaster" Target="slideMasters/slideMaster1.xml"/><Relationship Id="rId45" Type="http://schemas.openxmlformats.org/officeDocument/2006/relationships/slideMaster" Target="slideMasters/slideMaster2.xml"/><Relationship Id="rId46" Type="http://schemas.openxmlformats.org/officeDocument/2006/relationships/slideMaster" Target="slideMasters/slideMaster3.xml"/><Relationship Id="rId47" Type="http://schemas.openxmlformats.org/officeDocument/2006/relationships/slideMaster" Target="slideMasters/slideMaster4.xml"/><Relationship Id="rId48" Type="http://schemas.openxmlformats.org/officeDocument/2006/relationships/slideMaster" Target="slideMasters/slideMaster5.xml"/><Relationship Id="rId49" Type="http://schemas.openxmlformats.org/officeDocument/2006/relationships/slideMaster" Target="slideMasters/slideMaster6.xml"/><Relationship Id="rId50" Type="http://schemas.openxmlformats.org/officeDocument/2006/relationships/slideMaster" Target="slideMasters/slideMaster7.xml"/><Relationship Id="rId59" Type="http://schemas.openxmlformats.org/officeDocument/2006/relationships/slide" Target="slides/slide1.xml"/><Relationship Id="rId60" Type="http://schemas.openxmlformats.org/officeDocument/2006/relationships/slide" Target="slides/slide2.xml"/><Relationship Id="rId61" Type="http://schemas.openxmlformats.org/officeDocument/2006/relationships/slide" Target="slides/slide3.xml"/><Relationship Id="rId62" Type="http://schemas.openxmlformats.org/officeDocument/2006/relationships/slide" Target="slides/slide4.xml"/><Relationship Id="rId63" Type="http://schemas.openxmlformats.org/officeDocument/2006/relationships/slide" Target="slides/slide5.xml"/><Relationship Id="rId64" Type="http://schemas.openxmlformats.org/officeDocument/2006/relationships/slide" Target="slides/slide6.xml"/><Relationship Id="rId65" Type="http://schemas.openxmlformats.org/officeDocument/2006/relationships/slide" Target="slides/slide7.xml"/><Relationship Id="rId66" Type="http://schemas.openxmlformats.org/officeDocument/2006/relationships/slide" Target="slides/slide8.xml"/><Relationship Id="rId67" Type="http://schemas.openxmlformats.org/officeDocument/2006/relationships/slide" Target="slides/slide9.xml"/><Relationship Id="rId68" Type="http://schemas.openxmlformats.org/officeDocument/2006/relationships/slide" Target="slides/slide10.xml"/><Relationship Id="rId69" Type="http://schemas.openxmlformats.org/officeDocument/2006/relationships/slide" Target="slides/slide11.xml"/><Relationship Id="rId70" Type="http://schemas.openxmlformats.org/officeDocument/2006/relationships/slide" Target="slides/slide12.xml"/><Relationship Id="rId71" Type="http://schemas.openxmlformats.org/officeDocument/2006/relationships/slide" Target="slides/slide13.xml"/><Relationship Id="rId72" Type="http://schemas.openxmlformats.org/officeDocument/2006/relationships/slide" Target="slides/slide14.xml"/><Relationship Id="rId73" Type="http://schemas.openxmlformats.org/officeDocument/2006/relationships/slide" Target="slides/slide15.xml"/><Relationship Id="rId74" Type="http://schemas.openxmlformats.org/officeDocument/2006/relationships/slide" Target="slides/slide16.xml"/><Relationship Id="rId75" Type="http://schemas.openxmlformats.org/officeDocument/2006/relationships/slide" Target="slides/slide17.xml"/><Relationship Id="rId76" Type="http://schemas.openxmlformats.org/officeDocument/2006/relationships/slide" Target="slides/slide18.xml"/><Relationship Id="rId77" Type="http://schemas.openxmlformats.org/officeDocument/2006/relationships/slide" Target="slides/slide19.xml"/><Relationship Id="rId78" Type="http://schemas.openxmlformats.org/officeDocument/2006/relationships/slide" Target="slides/slide20.xml"/><Relationship Id="rId79" Type="http://schemas.openxmlformats.org/officeDocument/2006/relationships/slide" Target="slides/slide21.xml"/><Relationship Id="rId80" Type="http://schemas.openxmlformats.org/officeDocument/2006/relationships/slide" Target="slides/slide22.xml"/><Relationship Id="rId81" Type="http://schemas.openxmlformats.org/officeDocument/2006/relationships/slide" Target="slides/slide23.xml"/><Relationship Id="rId82" Type="http://schemas.openxmlformats.org/officeDocument/2006/relationships/slide" Target="slides/slide24.xml"/><Relationship Id="rId131" Type="http://schemas.openxmlformats.org/officeDocument/2006/relationships/notesMaster" Target="notesMasters/notesMaster1.xml"/><Relationship Id="rId133" Type="http://schemas.openxmlformats.org/officeDocument/2006/relationships/commentAuthors" Target="commentAuthors.xml"/><Relationship Id="rId134" Type="http://schemas.openxmlformats.org/officeDocument/2006/relationships/presProps" Target="presProps.xml"/><Relationship Id="rId135" Type="http://schemas.openxmlformats.org/officeDocument/2006/relationships/viewProps" Target="viewProps.xml"/><Relationship Id="rId136" Type="http://schemas.openxmlformats.org/officeDocument/2006/relationships/theme" Target="theme/theme1.xml"/><Relationship Id="rId137" Type="http://schemas.openxmlformats.org/officeDocument/2006/relationships/tableStyles" Target="tableStyles.xml"/><Relationship Id="rId138" Type="http://schemas.microsoft.com/office/2015/10/relationships/revisionInfo" Target="revisionInfo.xml"/><Relationship Id="rId13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제목, 0. 핵심 결론</a:t>
            </a:r>
          </a:p>
          <a:p>
            <a:r>
              <a:t>수천 개 Secret 문제를 캐시가 아니라 Vault 경계 설계에서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0. 핵심 결론</a:t>
            </a:r>
          </a:p>
          <a:p>
            <a:r>
              <a:t>권한·장애·트래픽 경계를 먼저 정하고 호출 최적화는 그다음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1. 앱별 Vault와 공유 Vault</a:t>
            </a:r>
          </a:p>
          <a:p>
            <a:r>
              <a:t>앱별 Vault와 공유 Vault의 토폴로지 차이를 시각화한다.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1.1 앱별 Vault, 1.2 공유 Vault</a:t>
            </a:r>
          </a:p>
          <a:p>
            <a:r>
              <a:t>앱별 Vault와 공유 Vault의 핵심 장단점을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1.3 공유 Vault의 권한 모델</a:t>
            </a:r>
          </a:p>
          <a:p>
            <a:r>
              <a:t>RBAC과 Access Policy의 Secret 범위 및 Provider 목록 조회 주의를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1.4 Vault 경계 결정 기준</a:t>
            </a:r>
          </a:p>
          <a:p>
            <a:r>
              <a:t>Vault 경계를 소유·권한·네트워크·장애·트래픽·수명주기로 점검한다.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2. 공유 Vault의 전체 로딩이 만드는 부하</a:t>
            </a:r>
          </a:p>
          <a:p>
            <a:r>
              <a:t>공유 Vault 전체 로딩과 선택·지연 조회의 논리적 값 조회 수를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2.1 공유 대형 Vault에서 피해야 할 전체 열거·전체 로딩 패턴</a:t>
            </a:r>
          </a:p>
          <a:p>
            <a:r>
              <a:t>Configuration Provider가 List 후 선택된 Secret을 Get하는 개념 구조를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2.2 필요한 이름을 직접 조회</a:t>
            </a:r>
          </a:p>
          <a:p>
            <a:r>
              <a:t>허용된 알려진 이름만 직접 조회하고 앱 캐시로 반복 호출을 제어한다.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2.3 Configuration Provider에서 값 로딩 대상 제한</a:t>
            </a:r>
          </a:p>
          <a:p>
            <a:r>
              <a:t>Provider 필터의 효과와 남는 metadata 목록 조회를 구분한다.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3.1 Configuration reload와 앱 캐시를 중복하지 않기</a:t>
            </a:r>
          </a:p>
          <a:p>
            <a:r>
              <a:t>IConfiguration 메모리 읽기와 직접 조회 캐시의 책임을 분리한다.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3.1 Configuration reload와 앱 캐시를 중복하지 않기</a:t>
            </a:r>
          </a:p>
          <a:p>
            <a:r>
              <a:t>Provider polling은 계속되고 독립 앱 캐시가 반영만 늦출 수 있음을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3. Vault 경계를 정한 뒤 호출 최적화</a:t>
            </a:r>
          </a:p>
          <a:p>
            <a:r>
              <a:t>알려진 약 30개 Secret을 startup preload하고 장기 프로세스 캐시하는 장단점을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3.2 TTL — 앱이 정한 시간 동안 캐시 사용</a:t>
            </a:r>
          </a:p>
          <a:p>
            <a:r>
              <a:t>앱 메모리 TTL 정의와 Secret ExpiresOn 상한 적용을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3.3 Single-flight — 같은 Secret의 동시 조회를 한 번으로 통합</a:t>
            </a:r>
          </a:p>
          <a:p>
            <a:r>
              <a:t>Secret 이름별 gate와 double-check로 동시 miss를 한 번의 성공 조회로 합친다.</a:t>
            </a:r>
          </a:p>
          <a:p>
            <a:r>
              <a:t>secretName 파라미터로 ConcurrentDictionary의 이름별 Entry를 선택합니다. 캐시 객체는 요청 간 공유하고 Gate는 프로세스 내부의 같은 이름 호출만 통합합니다. 전체 클래스와 입력 검증은 docs/03-scale-and-cache.md §3.3을 참고합니다.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3.4 Jitter — 여러 인스턴스의 동시 갱신 분산</a:t>
            </a:r>
          </a:p>
          <a:p>
            <a:r>
              <a:t>동일 Deployment 100 Pods의 동시 갱신을 ±30초 jitter로 분산한다.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3.5 세 패턴을 함께 사용</a:t>
            </a:r>
          </a:p>
          <a:p>
            <a:r>
              <a:t>세 호출 최적화 패턴의 결합 순서를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4. 서비스 한도를 용량 계획에 반영</a:t>
            </a:r>
          </a:p>
          <a:p>
            <a:r>
              <a:t>Secret create와 기타 Get/List 한도, 500버전 백업 한도를 정확히 제시한다.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5. 설계 권고</a:t>
            </a:r>
          </a:p>
          <a:p>
            <a:r>
              <a:t>TLS와 앱 계층의 cleartext 경계 및 분산 캐시 복제 위험을 정확히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5. 설계 권고, 6. 실습 연결</a:t>
            </a:r>
          </a:p>
          <a:p>
            <a:r>
              <a:t>모듈의 설계 권고를 요약하고 기존 실습과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2.1 전체 로딩 패턴, 2.2 필요한 이름을 직접 조회</a:t>
            </a:r>
          </a:p>
          <a:p>
            <a:r>
              <a:t>AddAzureKeyVault의 개념적 List/Get 구조와 직접 Get 코드를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2.3 Configuration Provider에서 값 로딩 대상 제한</a:t>
            </a:r>
          </a:p>
          <a:p>
            <a:r>
              <a:t>필터 코드와 보안 경계가 아니라는 caveat를 함께 제공한다.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3.2 TTL, 3.3 Single-flight</a:t>
            </a:r>
          </a:p>
          <a:p>
            <a:r>
              <a:t>TTL과 single-flight의 핵심 C# 구조를 한 화면에 제공한다.</a:t>
            </a:r>
          </a:p>
          <a:p>
            <a:r>
              <a:t>secretName 파라미터로 ConcurrentDictionary의 이름별 Entry를 선택합니다. 캐시 객체는 요청 간 공유하고 Gate는 프로세스 내부의 같은 이름 호출만 통합합니다. 전체 클래스와 입력 검증은 docs/03-scale-and-cache.md §3.3을 참고합니다.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docs/03-scale-and-cache.md — 4. 서비스 한도, 5. 설계 권고</a:t>
            </a:r>
          </a:p>
          <a:p>
            <a:r>
              <a:t>공식 한도와 운영 점검 항목, Redis caveat를 빠르게 참조한다.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e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 Id="rId3" Type="http://schemas.openxmlformats.org/officeDocument/2006/relationships/image" Target="../media/image30.jpe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 Id="rId3" Type="http://schemas.openxmlformats.org/officeDocument/2006/relationships/image" Target="../media/image30.jpe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microsoft.com/office/2007/relationships/hdphoto" Target="../media/hdphoto1.wdp"/><Relationship Id="rId4" Type="http://schemas.openxmlformats.org/officeDocument/2006/relationships/image" Target="../media/image1.emf"/></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image" Target="../media/image35.jpe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jpeg"/><Relationship Id="rId3" Type="http://schemas.openxmlformats.org/officeDocument/2006/relationships/image" Target="../media/image37.jpeg"/><Relationship Id="rId4" Type="http://schemas.openxmlformats.org/officeDocument/2006/relationships/image" Target="../media/image38.jpeg"/><Relationship Id="rId5" Type="http://schemas.openxmlformats.org/officeDocument/2006/relationships/image" Target="../media/image39.jpe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jpeg"/><Relationship Id="rId3" Type="http://schemas.openxmlformats.org/officeDocument/2006/relationships/image" Target="../media/image41.jpeg"/><Relationship Id="rId4" Type="http://schemas.openxmlformats.org/officeDocument/2006/relationships/image" Target="../media/image42.jpeg"/><Relationship Id="rId5" Type="http://schemas.openxmlformats.org/officeDocument/2006/relationships/image" Target="../media/image43.jpeg"/><Relationship Id="rId6" Type="http://schemas.openxmlformats.org/officeDocument/2006/relationships/image" Target="../media/image44.jpe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jpeg"/><Relationship Id="rId3" Type="http://schemas.openxmlformats.org/officeDocument/2006/relationships/image" Target="../media/image46.jpeg"/><Relationship Id="rId4" Type="http://schemas.openxmlformats.org/officeDocument/2006/relationships/image" Target="../media/image47.jpe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jpeg"/><Relationship Id="rId3" Type="http://schemas.openxmlformats.org/officeDocument/2006/relationships/image" Target="../media/image46.jpeg"/><Relationship Id="rId4" Type="http://schemas.openxmlformats.org/officeDocument/2006/relationships/image" Target="../media/image47.jpeg"/><Relationship Id="rId5" Type="http://schemas.openxmlformats.org/officeDocument/2006/relationships/image" Target="../media/image48.jpe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9.jpeg"/><Relationship Id="rId3" Type="http://schemas.openxmlformats.org/officeDocument/2006/relationships/image" Target="../media/image50.jpeg"/><Relationship Id="rId4" Type="http://schemas.openxmlformats.org/officeDocument/2006/relationships/image" Target="../media/image51.jpeg"/><Relationship Id="rId5" Type="http://schemas.openxmlformats.org/officeDocument/2006/relationships/image" Target="../media/image52.jpeg"/><Relationship Id="rId6" Type="http://schemas.openxmlformats.org/officeDocument/2006/relationships/image" Target="../media/image53.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4.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5.png"/><Relationship Id="rId3" Type="http://schemas.openxmlformats.org/officeDocument/2006/relationships/image" Target="../media/image56.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7.png"/><Relationship Id="rId3" Type="http://schemas.openxmlformats.org/officeDocument/2006/relationships/image" Target="../media/image56.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8.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2.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3.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4.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5.jpe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jpe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6.svg"/><Relationship Id="rId3" Type="http://schemas.openxmlformats.org/officeDocument/2006/relationships/image" Target="../media/image1.emf"/></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7.emf"/><Relationship Id="rId3" Type="http://schemas.openxmlformats.org/officeDocument/2006/relationships/image" Target="../media/image1.emf"/></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7.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9.png"/><Relationship Id="rId3" Type="http://schemas.openxmlformats.org/officeDocument/2006/relationships/image" Target="../media/image1.emf"/></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1"/>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4"/>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374407673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1"/>
            <a:ext cx="12191998" cy="6857999"/>
          </a:xfrm>
          <a:prstGeom prst="rect">
            <a:avLst/>
          </a:prstGeom>
        </p:spPr>
      </p:pic>
      <p:sp>
        <p:nvSpPr>
          <p:cNvPr id="9" name="Title 1"/>
          <p:cNvSpPr>
            <a:spLocks noGrp="1"/>
          </p:cNvSpPr>
          <p:nvPr>
            <p:ph type="title" hasCustomPrompt="1"/>
          </p:nvPr>
        </p:nvSpPr>
        <p:spPr bwMode="white">
          <a:xfrm>
            <a:off x="584200" y="2918224"/>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spTree>
    <p:extLst>
      <p:ext uri="{BB962C8B-B14F-4D97-AF65-F5344CB8AC3E}">
        <p14:creationId xmlns:p14="http://schemas.microsoft.com/office/powerpoint/2010/main" val="353429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72">
          <p15:clr>
            <a:srgbClr val="5ACBF0"/>
          </p15:clr>
        </p15:guide>
        <p15:guide id="2" orient="horz" pos="2546">
          <p15:clr>
            <a:srgbClr val="5ACBF0"/>
          </p15:clr>
        </p15:guide>
        <p15:guide id="3" pos="6267">
          <p15:clr>
            <a:srgbClr val="5ACBF0"/>
          </p15:clr>
        </p15:guide>
        <p15:guide id="4" orient="horz" pos="2203">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4"/>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132015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72">
          <p15:clr>
            <a:srgbClr val="5ACBF0"/>
          </p15:clr>
        </p15:guide>
        <p15:guide id="2" orient="horz" pos="2546">
          <p15:clr>
            <a:srgbClr val="5ACBF0"/>
          </p15:clr>
        </p15:guide>
        <p15:guide id="3" pos="6255">
          <p15:clr>
            <a:srgbClr val="5ACBF0"/>
          </p15:clr>
        </p15:guide>
        <p15:guide id="4" orient="horz" pos="2203">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640854743"/>
      </p:ext>
    </p:extLst>
  </p:cSld>
  <p:clrMapOvr>
    <a:masterClrMapping/>
  </p:clrMapOvr>
  <p:transition>
    <p:fade/>
  </p:transition>
  <p:extLst>
    <p:ext uri="{DCECCB84-F9BA-43D5-87BE-67443E8EF086}">
      <p15:sldGuideLst xmlns:p15="http://schemas.microsoft.com/office/powerpoint/2012/main">
        <p15:guide id="2" orient="horz" pos="1297">
          <p15:clr>
            <a:srgbClr val="5ACBF0"/>
          </p15:clr>
        </p15:guide>
        <p15:guide id="3" orient="horz" pos="294">
          <p15:clr>
            <a:srgbClr val="5ACBF0"/>
          </p15:clr>
        </p15:guide>
        <p15:guide id="5" orient="horz" pos="92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6430004"/>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923">
          <p15:clr>
            <a:srgbClr val="5ACBF0"/>
          </p15:clr>
        </p15:guide>
        <p15:guide id="4" orient="horz" pos="1297">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435100"/>
            <a:ext cx="5211763"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870386566"/>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01">
          <p15:clr>
            <a:srgbClr val="5ACBF0"/>
          </p15:clr>
        </p15:guide>
        <p15:guide id="3" orient="horz" pos="922">
          <p15:clr>
            <a:srgbClr val="5ACBF0"/>
          </p15:clr>
        </p15:guide>
        <p15:guide id="4" pos="3733">
          <p15:clr>
            <a:srgbClr val="5ACBF0"/>
          </p15:clr>
        </p15:guide>
        <p15:guide id="5" pos="41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798476"/>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297">
          <p15:clr>
            <a:srgbClr val="5ACBF0"/>
          </p15:clr>
        </p15:guide>
        <p15:guide id="3" orient="horz" pos="922">
          <p15:clr>
            <a:srgbClr val="5ACBF0"/>
          </p15:clr>
        </p15:guide>
        <p15:guide id="4" pos="3729">
          <p15:clr>
            <a:srgbClr val="5ACBF0"/>
          </p15:clr>
        </p15:guide>
        <p15:guide id="5" pos="41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66622" indent="-152371">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85668" indent="-136499">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8325820"/>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37">
          <p15:clr>
            <a:srgbClr val="5ACBF0"/>
          </p15:clr>
        </p15:guide>
        <p15:guide id="4" pos="3729">
          <p15:clr>
            <a:srgbClr val="5ACBF0"/>
          </p15:clr>
        </p15:guide>
        <p15:guide id="5" pos="4105">
          <p15:clr>
            <a:srgbClr val="5ACBF0"/>
          </p15:clr>
        </p15:guide>
        <p15:guide id="7" orient="horz" pos="923">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4"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2"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181298799"/>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37">
          <p15:clr>
            <a:srgbClr val="5ACBF0"/>
          </p15:clr>
        </p15:guide>
        <p15:guide id="4" pos="3729">
          <p15:clr>
            <a:srgbClr val="5ACBF0"/>
          </p15:clr>
        </p15:guide>
        <p15:guide id="5" pos="4105">
          <p15:clr>
            <a:srgbClr val="5ACBF0"/>
          </p15:clr>
        </p15:guide>
        <p15:guide id="7" orient="horz" pos="923">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6"/>
            <a:ext cx="3264408" cy="1760482"/>
          </a:xfrm>
        </p:spPr>
        <p:txBody>
          <a:bodyPr wrap="square">
            <a:spAutoFit/>
          </a:bodyPr>
          <a:lstStyle>
            <a:lvl1pPr marL="176180" indent="-176180">
              <a:defRPr lang="en-US" sz="2000" dirty="0"/>
            </a:lvl1pPr>
            <a:lvl2pPr marL="322201" indent="-150784">
              <a:defRPr lang="en-US" sz="1800" dirty="0"/>
            </a:lvl2pPr>
            <a:lvl3pPr marL="466636" indent="-138086">
              <a:defRPr lang="en-US" dirty="0"/>
            </a:lvl3pPr>
            <a:lvl4pPr marL="595199" indent="-128563">
              <a:defRPr lang="en-US" dirty="0"/>
            </a:lvl4pPr>
            <a:lvl5pPr marL="731698" indent="-12221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0438298"/>
      </p:ext>
    </p:extLst>
  </p:cSld>
  <p:clrMapOvr>
    <a:masterClrMapping/>
  </p:clrMapOvr>
  <p:transition>
    <p:fade/>
  </p:transition>
  <p:extLst>
    <p:ext uri="{DCECCB84-F9BA-43D5-87BE-67443E8EF086}">
      <p15:sldGuideLst xmlns:p15="http://schemas.microsoft.com/office/powerpoint/2012/main">
        <p15:guide id="3" orient="horz" pos="1536">
          <p15:clr>
            <a:srgbClr val="5ACBF0"/>
          </p15:clr>
        </p15:guide>
        <p15:guide id="4" orient="horz" pos="924">
          <p15:clr>
            <a:srgbClr val="5ACBF0"/>
          </p15:clr>
        </p15:guide>
        <p15:guide id="5" orient="horz" pos="294">
          <p15:clr>
            <a:srgbClr val="5ACBF0"/>
          </p15:clr>
        </p15:guide>
        <p15:guide id="6" pos="2479">
          <p15:clr>
            <a:srgbClr val="5ACBF0"/>
          </p15:clr>
        </p15:guide>
        <p15:guide id="7" pos="2867">
          <p15:clr>
            <a:srgbClr val="5ACBF0"/>
          </p15:clr>
        </p15:guide>
        <p15:guide id="8" pos="4969">
          <p15:clr>
            <a:srgbClr val="5ACBF0"/>
          </p15:clr>
        </p15:guide>
        <p15:guide id="9" pos="5356">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6"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9"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9"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4"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9476952"/>
      </p:ext>
    </p:extLst>
  </p:cSld>
  <p:clrMapOvr>
    <a:masterClrMapping/>
  </p:clrMapOvr>
  <p:transition>
    <p:fade/>
  </p:transition>
  <p:extLst>
    <p:ext uri="{DCECCB84-F9BA-43D5-87BE-67443E8EF086}">
      <p15:sldGuideLst xmlns:p15="http://schemas.microsoft.com/office/powerpoint/2012/main">
        <p15:guide id="4" orient="horz" pos="924">
          <p15:clr>
            <a:srgbClr val="5ACBF0"/>
          </p15:clr>
        </p15:guide>
        <p15:guide id="5" orient="horz" pos="294">
          <p15:clr>
            <a:srgbClr val="5ACBF0"/>
          </p15:clr>
        </p15:guide>
        <p15:guide id="6" pos="2002">
          <p15:clr>
            <a:srgbClr val="5ACBF0"/>
          </p15:clr>
        </p15:guide>
        <p15:guide id="7" pos="2193">
          <p15:clr>
            <a:srgbClr val="5ACBF0"/>
          </p15:clr>
        </p15:guide>
        <p15:guide id="8" pos="3821">
          <p15:clr>
            <a:srgbClr val="5ACBF0"/>
          </p15:clr>
        </p15:guide>
        <p15:guide id="9" pos="4013">
          <p15:clr>
            <a:srgbClr val="5ACBF0"/>
          </p15:clr>
        </p15:guide>
        <p15:guide id="10" pos="5641">
          <p15:clr>
            <a:srgbClr val="5ACBF0"/>
          </p15:clr>
        </p15:guide>
        <p15:guide id="11" pos="5831">
          <p15:clr>
            <a:srgbClr val="5ACBF0"/>
          </p15:clr>
        </p15:guide>
        <p15:guide id="12" orient="horz" pos="146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7007316"/>
      </p:ext>
    </p:extLst>
  </p:cSld>
  <p:clrMapOvr>
    <a:masterClrMapping/>
  </p:clrMapOvr>
  <p:transition>
    <p:fade/>
  </p:transition>
  <p:extLst>
    <p:ext uri="{DCECCB84-F9BA-43D5-87BE-67443E8EF086}">
      <p15:sldGuideLst xmlns:p15="http://schemas.microsoft.com/office/powerpoint/2012/main">
        <p15:guide id="4" orient="horz" pos="924">
          <p15:clr>
            <a:srgbClr val="5ACBF0"/>
          </p15:clr>
        </p15:guide>
        <p15:guide id="5" orient="horz" pos="294">
          <p15:clr>
            <a:srgbClr val="5ACBF0"/>
          </p15:clr>
        </p15:guide>
        <p15:guide id="6" pos="1642">
          <p15:clr>
            <a:srgbClr val="5ACBF0"/>
          </p15:clr>
        </p15:guide>
        <p15:guide id="7" pos="1831">
          <p15:clr>
            <a:srgbClr val="5ACBF0"/>
          </p15:clr>
        </p15:guide>
        <p15:guide id="8" pos="3096">
          <p15:clr>
            <a:srgbClr val="5ACBF0"/>
          </p15:clr>
        </p15:guide>
        <p15:guide id="9" pos="3286">
          <p15:clr>
            <a:srgbClr val="5ACBF0"/>
          </p15:clr>
        </p15:guide>
        <p15:guide id="10" pos="4550">
          <p15:clr>
            <a:srgbClr val="5ACBF0"/>
          </p15:clr>
        </p15:guide>
        <p15:guide id="11" pos="6008">
          <p15:clr>
            <a:srgbClr val="5ACBF0"/>
          </p15:clr>
        </p15:guide>
        <p15:guide id="12" orient="horz" pos="1465">
          <p15:clr>
            <a:srgbClr val="5ACBF0"/>
          </p15:clr>
        </p15:guide>
        <p15:guide id="13" pos="4739">
          <p15:clr>
            <a:srgbClr val="5ACBF0"/>
          </p15:clr>
        </p15:guide>
        <p15:guide id="14" pos="619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4724574"/>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893858166"/>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30" orient="horz" pos="294">
          <p15:clr>
            <a:srgbClr val="5ACBF0"/>
          </p15:clr>
        </p15:guide>
        <p15:guide id="32" orient="horz" pos="2203">
          <p15:clr>
            <a:srgbClr val="5ACBF0"/>
          </p15:clr>
        </p15:guide>
        <p15:guide id="33" pos="3036">
          <p15:clr>
            <a:srgbClr val="5ACBF0"/>
          </p15:clr>
        </p15:guide>
        <p15:guide id="34" pos="340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153525655"/>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19">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guide id="31" pos="3917">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079"/>
            <a:ext cx="4158362" cy="1108121"/>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38610"/>
          </a:xfrm>
        </p:spPr>
        <p:txBody>
          <a:bodyPr/>
          <a:lstStyle>
            <a:lvl1pPr marL="0" indent="0">
              <a:buNone/>
              <a:defRPr sz="2200">
                <a:latin typeface="+mn-lt"/>
              </a:defRPr>
            </a:lvl1pPr>
            <a:lvl2pPr marL="228556" indent="0">
              <a:buNone/>
              <a:defRPr/>
            </a:lvl2pPr>
            <a:lvl3pPr marL="457112" indent="0">
              <a:buNone/>
              <a:defRPr/>
            </a:lvl3pPr>
            <a:lvl4pPr marL="661861" indent="0">
              <a:buNone/>
              <a:defRPr/>
            </a:lvl4pPr>
            <a:lvl5pPr marL="855499"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04454800"/>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7" orient="horz" pos="2007">
          <p15:clr>
            <a:srgbClr val="5ACBF0"/>
          </p15:clr>
        </p15:guide>
        <p15:guide id="8" orient="horz" pos="2270">
          <p15:clr>
            <a:srgbClr val="5ACBF0"/>
          </p15:clr>
        </p15:guide>
        <p15:guide id="10" pos="3804">
          <p15:clr>
            <a:srgbClr val="C35EA4"/>
          </p15:clr>
        </p15:guide>
        <p15:guide id="11" pos="3053">
          <p15:clr>
            <a:srgbClr val="5ACBF0"/>
          </p15:clr>
        </p15:guide>
        <p15:guide id="12" pos="3614">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353"/>
            <a:ext cx="4159950" cy="1108121"/>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60220825"/>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5" orient="horz" pos="2203">
          <p15:clr>
            <a:srgbClr val="5ACBF0"/>
          </p15:clr>
        </p15:guide>
        <p15:guide id="6" pos="3051">
          <p15:clr>
            <a:srgbClr val="5ACBF0"/>
          </p15:clr>
        </p15:guide>
        <p15:guide id="7" pos="3803">
          <p15:clr>
            <a:srgbClr val="C35EA4"/>
          </p15:clr>
        </p15:guide>
        <p15:guide id="8" pos="3615">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4" y="2979739"/>
            <a:ext cx="4163125" cy="861803"/>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872327984"/>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3" orient="horz" pos="1914">
          <p15:clr>
            <a:srgbClr val="5ACBF0"/>
          </p15:clr>
        </p15:guide>
        <p15:guide id="4" pos="3806">
          <p15:clr>
            <a:srgbClr val="C35EA4"/>
          </p15:clr>
        </p15:guide>
        <p15:guide id="5" pos="3053">
          <p15:clr>
            <a:srgbClr val="5ACBF0"/>
          </p15:clr>
        </p15:guide>
        <p15:guide id="6" pos="3618">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454209651"/>
      </p:ext>
    </p:extLst>
  </p:cSld>
  <p:clrMapOvr>
    <a:masterClrMapping/>
  </p:clrMapOvr>
  <p:transition>
    <p:fade/>
  </p:transition>
  <p:extLst>
    <p:ext uri="{DCECCB84-F9BA-43D5-87BE-67443E8EF086}">
      <p15:sldGuideLst xmlns:p15="http://schemas.microsoft.com/office/powerpoint/2012/main">
        <p15:guide id="1" orient="horz" pos="235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2"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924034979"/>
      </p:ext>
    </p:extLst>
  </p:cSld>
  <p:clrMapOvr>
    <a:masterClrMapping/>
  </p:clrMapOvr>
  <p:transition>
    <p:fade/>
  </p:transition>
  <p:extLst>
    <p:ext uri="{DCECCB84-F9BA-43D5-87BE-67443E8EF086}">
      <p15:sldGuideLst xmlns:p15="http://schemas.microsoft.com/office/powerpoint/2012/main">
        <p15:guide id="7" pos="3648">
          <p15:clr>
            <a:srgbClr val="5ACBF0"/>
          </p15:clr>
        </p15:guide>
        <p15:guide id="8" orient="horz" pos="2203">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753100261"/>
      </p:ext>
    </p:extLst>
  </p:cSld>
  <p:clrMapOvr>
    <a:masterClrMapping/>
  </p:clrMapOvr>
  <p:transition>
    <p:fade/>
  </p:transition>
  <p:extLst>
    <p:ext uri="{DCECCB84-F9BA-43D5-87BE-67443E8EF086}">
      <p15:sldGuideLst xmlns:p15="http://schemas.microsoft.com/office/powerpoint/2012/main">
        <p15:guide id="7" pos="4187">
          <p15:clr>
            <a:srgbClr val="5ACBF0"/>
          </p15:clr>
        </p15:guide>
        <p15:guide id="8" orient="horz" pos="220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097"/>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1"/>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87845414"/>
      </p:ext>
    </p:extLst>
  </p:cSld>
  <p:clrMapOvr>
    <a:masterClrMapping/>
  </p:clrMapOvr>
  <p:transition>
    <p:fade/>
  </p:transition>
  <p:extLst>
    <p:ext uri="{DCECCB84-F9BA-43D5-87BE-67443E8EF086}">
      <p15:sldGuideLst xmlns:p15="http://schemas.microsoft.com/office/powerpoint/2012/main">
        <p15:guide id="5" orient="horz" pos="2937">
          <p15:clr>
            <a:srgbClr val="5ACBF0"/>
          </p15:clr>
        </p15:guide>
        <p15:guide id="6" orient="horz" pos="3672">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56"/>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22885777"/>
      </p:ext>
    </p:extLst>
  </p:cSld>
  <p:clrMapOvr>
    <a:masterClrMapping/>
  </p:clrMapOvr>
  <p:transition>
    <p:fade/>
  </p:transition>
  <p:extLst>
    <p:ext uri="{DCECCB84-F9BA-43D5-87BE-67443E8EF086}">
      <p15:sldGuideLst xmlns:p15="http://schemas.microsoft.com/office/powerpoint/2012/main">
        <p15:guide id="5" orient="horz" pos="1469">
          <p15:clr>
            <a:srgbClr val="5ACBF0"/>
          </p15:clr>
        </p15:guide>
        <p15:guide id="6" orient="horz" pos="73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1722416"/>
      </p:ext>
    </p:extLst>
  </p:cSld>
  <p:clrMapOvr>
    <a:masterClrMapping/>
  </p:clrMapOvr>
  <p:transition>
    <p:fade/>
  </p:transition>
  <p:extLst>
    <p:ext uri="{DCECCB84-F9BA-43D5-87BE-67443E8EF086}">
      <p15:sldGuideLst xmlns:p15="http://schemas.microsoft.com/office/powerpoint/2012/main">
        <p15:guide id="3" orient="horz" pos="3655">
          <p15:clr>
            <a:srgbClr val="5ACBF0"/>
          </p15:clr>
        </p15:guide>
        <p15:guide id="4" orient="horz" pos="1301">
          <p15:clr>
            <a:srgbClr val="5ACBF0"/>
          </p15:clr>
        </p15:guide>
        <p15:guide id="5" orient="horz" pos="294">
          <p15:clr>
            <a:srgbClr val="5ACBF0"/>
          </p15:clr>
        </p15:guide>
        <p15:guide id="6" pos="3824">
          <p15:clr>
            <a:srgbClr val="5ACBF0"/>
          </p15:clr>
        </p15:guide>
        <p15:guide id="7" pos="4010">
          <p15:clr>
            <a:srgbClr val="5ACBF0"/>
          </p15:clr>
        </p15:guide>
        <p15:guide id="8" orient="horz" pos="3533">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4"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1"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96673771"/>
      </p:ext>
    </p:extLst>
  </p:cSld>
  <p:clrMapOvr>
    <a:masterClrMapping/>
  </p:clrMapOvr>
  <p:transition>
    <p:fade/>
  </p:transition>
  <p:extLst>
    <p:ext uri="{DCECCB84-F9BA-43D5-87BE-67443E8EF086}">
      <p15:sldGuideLst xmlns:p15="http://schemas.microsoft.com/office/powerpoint/2012/main">
        <p15:guide id="3" orient="horz" pos="3655">
          <p15:clr>
            <a:srgbClr val="5ACBF0"/>
          </p15:clr>
        </p15:guide>
        <p15:guide id="4" orient="horz" pos="1301">
          <p15:clr>
            <a:srgbClr val="5ACBF0"/>
          </p15:clr>
        </p15:guide>
        <p15:guide id="5" orient="horz" pos="294">
          <p15:clr>
            <a:srgbClr val="5ACBF0"/>
          </p15:clr>
        </p15:guide>
        <p15:guide id="6" pos="2608">
          <p15:clr>
            <a:srgbClr val="5ACBF0"/>
          </p15:clr>
        </p15:guide>
        <p15:guide id="7" pos="2799">
          <p15:clr>
            <a:srgbClr val="5ACBF0"/>
          </p15:clr>
        </p15:guide>
        <p15:guide id="8" pos="5035">
          <p15:clr>
            <a:srgbClr val="5ACBF0"/>
          </p15:clr>
        </p15:guide>
        <p15:guide id="9" pos="5226">
          <p15:clr>
            <a:srgbClr val="5ACBF0"/>
          </p15:clr>
        </p15:guide>
        <p15:guide id="10" orient="horz" pos="353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1"/>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1"/>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1"/>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10521163"/>
      </p:ext>
    </p:extLst>
  </p:cSld>
  <p:clrMapOvr>
    <a:masterClrMapping/>
  </p:clrMapOvr>
  <p:transition>
    <p:fade/>
  </p:transition>
  <p:extLst>
    <p:ext uri="{DCECCB84-F9BA-43D5-87BE-67443E8EF086}">
      <p15:sldGuideLst xmlns:p15="http://schemas.microsoft.com/office/powerpoint/2012/main">
        <p15:guide id="3" orient="horz" pos="3053">
          <p15:clr>
            <a:srgbClr val="5ACBF0"/>
          </p15:clr>
        </p15:guide>
        <p15:guide id="4" orient="horz" pos="1301">
          <p15:clr>
            <a:srgbClr val="5ACBF0"/>
          </p15:clr>
        </p15:guide>
        <p15:guide id="5" orient="horz" pos="294">
          <p15:clr>
            <a:srgbClr val="5ACBF0"/>
          </p15:clr>
        </p15:guide>
        <p15:guide id="6" pos="2002">
          <p15:clr>
            <a:srgbClr val="5ACBF0"/>
          </p15:clr>
        </p15:guide>
        <p15:guide id="7" pos="2193">
          <p15:clr>
            <a:srgbClr val="5ACBF0"/>
          </p15:clr>
        </p15:guide>
        <p15:guide id="8" pos="3821">
          <p15:clr>
            <a:srgbClr val="5ACBF0"/>
          </p15:clr>
        </p15:guide>
        <p15:guide id="9" pos="4013">
          <p15:clr>
            <a:srgbClr val="5ACBF0"/>
          </p15:clr>
        </p15:guide>
        <p15:guide id="10" pos="5641">
          <p15:clr>
            <a:srgbClr val="5ACBF0"/>
          </p15:clr>
        </p15:guide>
        <p15:guide id="11" pos="5831">
          <p15:clr>
            <a:srgbClr val="5ACBF0"/>
          </p15:clr>
        </p15:guide>
        <p15:guide id="12" orient="horz" pos="2927">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1"/>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9"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68200200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4" orient="horz" pos="3273">
          <p15:clr>
            <a:srgbClr val="5ACBF0"/>
          </p15:clr>
        </p15:guide>
        <p15:guide id="5" pos="3903">
          <p15:clr>
            <a:srgbClr val="5ACBF0"/>
          </p15:clr>
        </p15:guide>
        <p15:guide id="6" pos="3936">
          <p15:clr>
            <a:srgbClr val="5ACBF0"/>
          </p15:clr>
        </p15:guide>
        <p15:guide id="11" pos="1948">
          <p15:clr>
            <a:srgbClr val="5ACBF0"/>
          </p15:clr>
        </p15:guide>
        <p15:guide id="12" pos="5886">
          <p15:clr>
            <a:srgbClr val="5ACBF0"/>
          </p15:clr>
        </p15:guide>
        <p15:guide id="13" orient="horz" pos="3427">
          <p15:clr>
            <a:srgbClr val="5ACBF0"/>
          </p15:clr>
        </p15:guide>
        <p15:guide id="14" orient="horz">
          <p15:clr>
            <a:srgbClr val="5ACBF0"/>
          </p15:clr>
        </p15:guide>
        <p15:guide id="15" pos="3520">
          <p15:clr>
            <a:srgbClr val="5ACBF0"/>
          </p15:clr>
        </p15:guide>
        <p15:guide id="16" pos="431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1"/>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09822520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5" pos="2585">
          <p15:clr>
            <a:srgbClr val="5ACBF0"/>
          </p15:clr>
        </p15:guide>
        <p15:guide id="6" pos="2625">
          <p15:clr>
            <a:srgbClr val="5ACBF0"/>
          </p15:clr>
        </p15:guide>
        <p15:guide id="8" pos="5211">
          <p15:clr>
            <a:srgbClr val="5ACBF0"/>
          </p15:clr>
        </p15:guide>
        <p15:guide id="9" pos="5248">
          <p15:clr>
            <a:srgbClr val="5ACBF0"/>
          </p15:clr>
        </p15:guide>
        <p15:guide id="11" pos="1291">
          <p15:clr>
            <a:srgbClr val="5ACBF0"/>
          </p15:clr>
        </p15:guide>
        <p15:guide id="12" pos="3917">
          <p15:clr>
            <a:srgbClr val="5ACBF0"/>
          </p15:clr>
        </p15:guide>
        <p15:guide id="13" pos="6543">
          <p15:clr>
            <a:srgbClr val="5ACBF0"/>
          </p15:clr>
        </p15:guide>
        <p15:guide id="14" orient="horz" pos="1095">
          <p15:clr>
            <a:srgbClr val="5ACBF0"/>
          </p15:clr>
        </p15:guide>
        <p15:guide id="15" pos="2211">
          <p15:clr>
            <a:srgbClr val="5ACBF0"/>
          </p15:clr>
        </p15:guide>
        <p15:guide id="16" pos="3003">
          <p15:clr>
            <a:srgbClr val="5ACBF0"/>
          </p15:clr>
        </p15:guide>
        <p15:guide id="17" pos="4833">
          <p15:clr>
            <a:srgbClr val="5ACBF0"/>
          </p15:clr>
        </p15:guide>
        <p15:guide id="18" pos="562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3"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7"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7037435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5" pos="1928">
          <p15:clr>
            <a:srgbClr val="5ACBF0"/>
          </p15:clr>
        </p15:guide>
        <p15:guide id="6" pos="1969">
          <p15:clr>
            <a:srgbClr val="5ACBF0"/>
          </p15:clr>
        </p15:guide>
        <p15:guide id="7" pos="5864">
          <p15:clr>
            <a:srgbClr val="5ACBF0"/>
          </p15:clr>
        </p15:guide>
        <p15:guide id="8" pos="3897">
          <p15:clr>
            <a:srgbClr val="5ACBF0"/>
          </p15:clr>
        </p15:guide>
        <p15:guide id="9" pos="3937">
          <p15:clr>
            <a:srgbClr val="5ACBF0"/>
          </p15:clr>
        </p15:guide>
        <p15:guide id="10" pos="5905">
          <p15:clr>
            <a:srgbClr val="5ACBF0"/>
          </p15:clr>
        </p15:guide>
        <p15:guide id="11" pos="963">
          <p15:clr>
            <a:srgbClr val="5ACBF0"/>
          </p15:clr>
        </p15:guide>
        <p15:guide id="12" pos="2934">
          <p15:clr>
            <a:srgbClr val="5ACBF0"/>
          </p15:clr>
        </p15:guide>
        <p15:guide id="13" pos="4903">
          <p15:clr>
            <a:srgbClr val="5ACBF0"/>
          </p15:clr>
        </p15:guide>
        <p15:guide id="14" pos="6871">
          <p15:clr>
            <a:srgbClr val="5ACBF0"/>
          </p15:clr>
        </p15:guide>
        <p15:guide id="15" orient="horz">
          <p15:clr>
            <a:srgbClr val="5ACBF0"/>
          </p15:clr>
        </p15:guide>
        <p15:guide id="16" pos="1555">
          <p15:clr>
            <a:srgbClr val="5ACBF0"/>
          </p15:clr>
        </p15:guide>
        <p15:guide id="17" pos="2344">
          <p15:clr>
            <a:srgbClr val="5ACBF0"/>
          </p15:clr>
        </p15:guide>
        <p15:guide id="18" pos="3519">
          <p15:clr>
            <a:srgbClr val="5ACBF0"/>
          </p15:clr>
        </p15:guide>
        <p15:guide id="19" pos="4315">
          <p15:clr>
            <a:srgbClr val="5ACBF0"/>
          </p15:clr>
        </p15:guide>
        <p15:guide id="20" pos="5488">
          <p15:clr>
            <a:srgbClr val="5ACBF0"/>
          </p15:clr>
        </p15:guide>
        <p15:guide id="21" pos="6279">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1"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5"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558308207"/>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8" pos="4724">
          <p15:clr>
            <a:srgbClr val="5ACBF0"/>
          </p15:clr>
        </p15:guide>
        <p15:guide id="9" pos="4685">
          <p15:clr>
            <a:srgbClr val="5ACBF0"/>
          </p15:clr>
        </p15:guide>
        <p15:guide id="10" pos="6257">
          <p15:clr>
            <a:srgbClr val="5ACBF0"/>
          </p15:clr>
        </p15:guide>
        <p15:guide id="11" pos="1350">
          <p15:clr>
            <a:srgbClr val="5ACBF0"/>
          </p15:clr>
        </p15:guide>
        <p15:guide id="12" pos="2922">
          <p15:clr>
            <a:srgbClr val="5ACBF0"/>
          </p15:clr>
        </p15:guide>
        <p15:guide id="13" pos="4912">
          <p15:clr>
            <a:srgbClr val="5ACBF0"/>
          </p15:clr>
        </p15:guide>
        <p15:guide id="14" pos="6489">
          <p15:clr>
            <a:srgbClr val="5ACBF0"/>
          </p15:clr>
        </p15:guide>
        <p15:guide id="15" orient="horz">
          <p15:clr>
            <a:srgbClr val="5ACBF0"/>
          </p15:clr>
        </p15:guide>
        <p15:guide id="16" pos="1762">
          <p15:clr>
            <a:srgbClr val="5ACBF0"/>
          </p15:clr>
        </p15:guide>
        <p15:guide id="17" pos="2340">
          <p15:clr>
            <a:srgbClr val="5ACBF0"/>
          </p15:clr>
        </p15:guide>
        <p15:guide id="18" pos="3339">
          <p15:clr>
            <a:srgbClr val="5ACBF0"/>
          </p15:clr>
        </p15:guide>
        <p15:guide id="19" pos="4499">
          <p15:clr>
            <a:srgbClr val="5ACBF0"/>
          </p15:clr>
        </p15:guide>
        <p15:guide id="21" pos="6303">
          <p15:clr>
            <a:srgbClr val="5ACBF0"/>
          </p15:clr>
        </p15:guide>
        <p15:guide id="22" pos="1531">
          <p15:clr>
            <a:srgbClr val="5ACBF0"/>
          </p15:clr>
        </p15:guide>
        <p15:guide id="23" pos="1574">
          <p15:clr>
            <a:srgbClr val="5ACBF0"/>
          </p15:clr>
        </p15:guide>
        <p15:guide id="24" pos="3110">
          <p15:clr>
            <a:srgbClr val="5ACBF0"/>
          </p15:clr>
        </p15:guide>
        <p15:guide id="25" pos="3150">
          <p15:clr>
            <a:srgbClr val="5ACBF0"/>
          </p15:clr>
        </p15:guide>
        <p15:guide id="26" pos="6073">
          <p15:clr>
            <a:srgbClr val="5ACBF0"/>
          </p15:clr>
        </p15:guide>
        <p15:guide id="27" pos="3917">
          <p15:clr>
            <a:srgbClr val="5ACBF0"/>
          </p15:clr>
        </p15:guide>
        <p15:guide id="28" pos="5494">
          <p15:clr>
            <a:srgbClr val="5ACBF0"/>
          </p15:clr>
        </p15:guide>
        <p15:guide id="29" pos="768">
          <p15:clr>
            <a:srgbClr val="5ACBF0"/>
          </p15:clr>
        </p15:guide>
        <p15:guide id="30" pos="706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16"/>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4"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33644142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3084">
          <p15:clr>
            <a:srgbClr val="5ACBF0"/>
          </p15:clr>
        </p15:guide>
        <p15:guide id="3" pos="3917">
          <p15:clr>
            <a:srgbClr val="5ACBF0"/>
          </p15:clr>
        </p15:guide>
        <p15:guide id="4" pos="1309">
          <p15:clr>
            <a:srgbClr val="5ACBF0"/>
          </p15:clr>
        </p15:guide>
        <p15:guide id="5" pos="5780">
          <p15:clr>
            <a:srgbClr val="5ACBF0"/>
          </p15:clr>
        </p15:guide>
        <p15:guide id="6" pos="2796">
          <p15:clr>
            <a:srgbClr val="5ACBF0"/>
          </p15:clr>
        </p15:guide>
        <p15:guide id="7" pos="2052">
          <p15:clr>
            <a:srgbClr val="5ACBF0"/>
          </p15:clr>
        </p15:guide>
        <p15:guide id="8" pos="3171">
          <p15:clr>
            <a:srgbClr val="5ACBF0"/>
          </p15:clr>
        </p15:guide>
        <p15:guide id="9" pos="4662">
          <p15:clr>
            <a:srgbClr val="5ACBF0"/>
          </p15:clr>
        </p15:guide>
        <p15:guide id="11" pos="6525">
          <p15:clr>
            <a:srgbClr val="5ACBF0"/>
          </p15:clr>
        </p15:guide>
        <p15:guide id="12" orient="horz" pos="1469">
          <p15:clr>
            <a:srgbClr val="5ACBF0"/>
          </p15:clr>
        </p15:guide>
        <p15:guide id="13" pos="5037">
          <p15:clr>
            <a:srgbClr val="5ACBF0"/>
          </p15:clr>
        </p15:guide>
        <p15:guide id="14" orient="horz" pos="2952">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1"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1"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40276947"/>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3084">
          <p15:clr>
            <a:srgbClr val="5ACBF0"/>
          </p15:clr>
        </p15:guide>
        <p15:guide id="3" pos="4106">
          <p15:clr>
            <a:srgbClr val="5ACBF0"/>
          </p15:clr>
        </p15:guide>
        <p15:guide id="5" pos="5971">
          <p15:clr>
            <a:srgbClr val="5ACBF0"/>
          </p15:clr>
        </p15:guide>
        <p15:guide id="7" pos="3727">
          <p15:clr>
            <a:srgbClr val="5ACBF0"/>
          </p15:clr>
        </p15:guide>
        <p15:guide id="8" pos="2239">
          <p15:clr>
            <a:srgbClr val="5ACBF0"/>
          </p15:clr>
        </p15:guide>
        <p15:guide id="10" pos="2985">
          <p15:clr>
            <a:srgbClr val="5ACBF0"/>
          </p15:clr>
        </p15:guide>
        <p15:guide id="11" pos="4851">
          <p15:clr>
            <a:srgbClr val="5ACBF0"/>
          </p15:clr>
        </p15:guide>
        <p15:guide id="12" pos="6713">
          <p15:clr>
            <a:srgbClr val="5ACBF0"/>
          </p15:clr>
        </p15:guide>
        <p15:guide id="13" pos="1119">
          <p15:clr>
            <a:srgbClr val="5ACBF0"/>
          </p15:clr>
        </p15:guide>
        <p15:guide id="14" orient="horz" pos="1469">
          <p15:clr>
            <a:srgbClr val="5ACBF0"/>
          </p15:clr>
        </p15:guide>
        <p15:guide id="15" pos="1863">
          <p15:clr>
            <a:srgbClr val="5ACBF0"/>
          </p15:clr>
        </p15:guide>
        <p15:guide id="18" pos="5593">
          <p15:clr>
            <a:srgbClr val="5ACBF0"/>
          </p15:clr>
        </p15:guide>
        <p15:guide id="19" orient="horz" pos="295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99039960"/>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2717">
          <p15:clr>
            <a:srgbClr val="5ACBF0"/>
          </p15:clr>
        </p15:guide>
        <p15:guide id="3" pos="6341">
          <p15:clr>
            <a:srgbClr val="5ACBF0"/>
          </p15:clr>
        </p15:guide>
        <p15:guide id="5" pos="5967">
          <p15:clr>
            <a:srgbClr val="5ACBF0"/>
          </p15:clr>
        </p15:guide>
        <p15:guide id="7" pos="4480">
          <p15:clr>
            <a:srgbClr val="5ACBF0"/>
          </p15:clr>
        </p15:guide>
        <p15:guide id="8" pos="3358">
          <p15:clr>
            <a:srgbClr val="5ACBF0"/>
          </p15:clr>
        </p15:guide>
        <p15:guide id="10" pos="2985">
          <p15:clr>
            <a:srgbClr val="5ACBF0"/>
          </p15:clr>
        </p15:guide>
        <p15:guide id="11" pos="4849">
          <p15:clr>
            <a:srgbClr val="5ACBF0"/>
          </p15:clr>
        </p15:guide>
        <p15:guide id="13" pos="1493">
          <p15:clr>
            <a:srgbClr val="5ACBF0"/>
          </p15:clr>
        </p15:guide>
        <p15:guide id="14" orient="horz" pos="1469">
          <p15:clr>
            <a:srgbClr val="5ACBF0"/>
          </p15:clr>
        </p15:guide>
        <p15:guide id="15" pos="1867">
          <p15:clr>
            <a:srgbClr val="5ACBF0"/>
          </p15:clr>
        </p15:guide>
        <p15:guide id="16" orient="horz" pos="2583">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2309813"/>
            <a:ext cx="3182027" cy="554061"/>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3"/>
            <a:ext cx="7253288" cy="430901"/>
          </a:xfrm>
        </p:spPr>
        <p:txBody>
          <a:bodyPr anchor="t"/>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4"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374886"/>
      </p:ext>
    </p:extLst>
  </p:cSld>
  <p:clrMapOvr>
    <a:masterClrMapping/>
  </p:clrMapOvr>
  <p:transition>
    <p:fade/>
  </p:transition>
  <p:extLst>
    <p:ext uri="{DCECCB84-F9BA-43D5-87BE-67443E8EF086}">
      <p15:sldGuideLst xmlns:p15="http://schemas.microsoft.com/office/powerpoint/2012/main">
        <p15:guide id="13" pos="2799">
          <p15:clr>
            <a:srgbClr val="5ACBF0"/>
          </p15:clr>
        </p15:guide>
        <p15:guide id="29" orient="horz" pos="1297">
          <p15:clr>
            <a:srgbClr val="5ACBF0"/>
          </p15:clr>
        </p15:guide>
        <p15:guide id="30" pos="2424">
          <p15:clr>
            <a:srgbClr val="5ACBF0"/>
          </p15:clr>
        </p15:guide>
        <p15:guide id="32" orient="horz" pos="148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4" y="3150383"/>
            <a:ext cx="3182027" cy="554061"/>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3"/>
            <a:ext cx="6667500" cy="430901"/>
          </a:xfrm>
        </p:spPr>
        <p:txBody>
          <a:bodyPr anchor="ctr"/>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309270593"/>
      </p:ext>
    </p:extLst>
  </p:cSld>
  <p:clrMapOvr>
    <a:masterClrMapping/>
  </p:clrMapOvr>
  <p:transition>
    <p:fade/>
  </p:transition>
  <p:extLst>
    <p:ext uri="{DCECCB84-F9BA-43D5-87BE-67443E8EF086}">
      <p15:sldGuideLst xmlns:p15="http://schemas.microsoft.com/office/powerpoint/2012/main">
        <p15:guide id="13" pos="2799">
          <p15:clr>
            <a:srgbClr val="5ACBF0"/>
          </p15:clr>
        </p15:guide>
        <p15:guide id="29" orient="horz" pos="2203">
          <p15:clr>
            <a:srgbClr val="5ACBF0"/>
          </p15:clr>
        </p15:guide>
        <p15:guide id="30" pos="2424">
          <p15:clr>
            <a:srgbClr val="5ACBF0"/>
          </p15:clr>
        </p15:guide>
        <p15:guide id="31" pos="3175">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86" indent="0">
              <a:buNone/>
              <a:tabLst>
                <a:tab pos="344422" algn="l"/>
              </a:tabLst>
              <a:defRPr sz="2400">
                <a:solidFill>
                  <a:schemeClr val="tx1"/>
                </a:solidFill>
                <a:latin typeface="Consolas" panose="020B0609020204030204" pitchFamily="49" charset="0"/>
                <a:cs typeface="Consolas" panose="020B0609020204030204" pitchFamily="49" charset="0"/>
              </a:defRPr>
            </a:lvl2pPr>
            <a:lvl3pPr marL="584495" indent="0">
              <a:buNone/>
              <a:tabLst>
                <a:tab pos="569803" algn="l"/>
              </a:tabLst>
              <a:defRPr sz="2400">
                <a:solidFill>
                  <a:schemeClr val="tx1"/>
                </a:solidFill>
                <a:latin typeface="Consolas" panose="020B0609020204030204" pitchFamily="49" charset="0"/>
                <a:cs typeface="Consolas" panose="020B0609020204030204" pitchFamily="49" charset="0"/>
              </a:defRPr>
            </a:lvl3pPr>
            <a:lvl4pPr marL="814407" indent="0">
              <a:buNone/>
              <a:tabLst>
                <a:tab pos="799946" algn="l"/>
              </a:tabLst>
              <a:defRPr sz="2400">
                <a:solidFill>
                  <a:schemeClr val="tx1"/>
                </a:solidFill>
                <a:latin typeface="Consolas" panose="020B0609020204030204" pitchFamily="49" charset="0"/>
                <a:cs typeface="Consolas" panose="020B0609020204030204" pitchFamily="49" charset="0"/>
              </a:defRPr>
            </a:lvl4pPr>
            <a:lvl5pPr marL="1050795" indent="0">
              <a:buNone/>
              <a:tabLst>
                <a:tab pos="1028502"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58572894"/>
      </p:ext>
    </p:extLst>
  </p:cSld>
  <p:clrMapOvr>
    <a:masterClrMapping/>
  </p:clrMapOvr>
  <p:transition>
    <p:fade/>
  </p:transition>
  <p:extLst>
    <p:ext uri="{DCECCB84-F9BA-43D5-87BE-67443E8EF086}">
      <p15:sldGuideLst xmlns:p15="http://schemas.microsoft.com/office/powerpoint/2012/main">
        <p15:guide id="1" orient="horz" pos="1348">
          <p15:clr>
            <a:srgbClr val="5ACBF0"/>
          </p15:clr>
        </p15:guide>
        <p15:guide id="2" orient="horz" pos="923">
          <p15:clr>
            <a:srgbClr val="5ACBF0"/>
          </p15:clr>
        </p15:guide>
        <p15:guide id="3" orient="horz" pos="29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59048702"/>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4" orient="horz" pos="1811">
          <p15:clr>
            <a:srgbClr val="5ACBF0"/>
          </p15:clr>
        </p15:guide>
        <p15:guide id="5" orient="horz" pos="2241">
          <p15:clr>
            <a:srgbClr val="5ACBF0"/>
          </p15:clr>
        </p15:guide>
        <p15:guide id="6" orient="horz" pos="7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4077589493"/>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4" orient="horz" pos="2714">
          <p15:clr>
            <a:srgbClr val="5ACBF0"/>
          </p15:clr>
        </p15:guide>
        <p15:guide id="5" orient="horz" pos="3210">
          <p15:clr>
            <a:srgbClr val="5ACBF0"/>
          </p15:clr>
        </p15:guide>
        <p15:guide id="6" orient="horz" pos="427">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4"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6"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2309631"/>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454">
          <p15:clr>
            <a:srgbClr val="5ACBF0"/>
          </p15:clr>
        </p15:guide>
        <p15:guide id="4" orient="horz" pos="860">
          <p15:clr>
            <a:srgbClr val="5ACBF0"/>
          </p15:clr>
        </p15:guide>
        <p15:guide id="7" pos="3349">
          <p15:clr>
            <a:srgbClr val="5ACBF0"/>
          </p15:clr>
        </p15:guide>
        <p15:guide id="8" pos="3727">
          <p15:clr>
            <a:srgbClr val="5ACBF0"/>
          </p15:clr>
        </p15:guide>
        <p15:guide id="9" pos="297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50"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200"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1075320561"/>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445">
          <p15:clr>
            <a:srgbClr val="5ACBF0"/>
          </p15:clr>
        </p15:guide>
        <p15:guide id="4" orient="horz" pos="856">
          <p15:clr>
            <a:srgbClr val="5ACBF0"/>
          </p15:clr>
        </p15:guide>
        <p15:guide id="6" pos="4490">
          <p15:clr>
            <a:srgbClr val="5ACBF0"/>
          </p15:clr>
        </p15:guide>
        <p15:guide id="7" pos="4115">
          <p15:clr>
            <a:srgbClr val="5ACBF0"/>
          </p15:clr>
        </p15:guide>
        <p15:guide id="8" pos="486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076410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guide id="4" orient="horz" pos="2555">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2158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guide id="4" orient="horz" pos="2555">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8"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176059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0">
          <p15:clr>
            <a:srgbClr val="5ACBF0"/>
          </p15:clr>
        </p15:guide>
        <p15:guide id="3" orient="horz" pos="1949">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170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4447502"/>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24">
          <p15:clr>
            <a:srgbClr val="A4A3A4"/>
          </p15:clr>
        </p15:guide>
        <p15:guide id="15" pos="3415">
          <p15:clr>
            <a:srgbClr val="A4A3A4"/>
          </p15:clr>
        </p15:guide>
        <p15:guide id="16" pos="3829">
          <p15:clr>
            <a:srgbClr val="A4A3A4"/>
          </p15:clr>
        </p15:guide>
        <p15:guide id="17" pos="4010">
          <p15:clr>
            <a:srgbClr val="A4A3A4"/>
          </p15:clr>
        </p15:guide>
        <p15:guide id="18" pos="4429">
          <p15:clr>
            <a:srgbClr val="A4A3A4"/>
          </p15:clr>
        </p15:guide>
        <p15:guide id="19" pos="4622">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6345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111"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9979467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29977502"/>
      </p:ext>
    </p:extLst>
  </p:cSld>
  <p:clrMapOvr>
    <a:masterClrMapping/>
  </p:clrMapOvr>
  <p:transition>
    <p:fade/>
  </p:transition>
  <p:extLst>
    <p:ext uri="{DCECCB84-F9BA-43D5-87BE-67443E8EF086}">
      <p15:sldGuideLst xmlns:p15="http://schemas.microsoft.com/office/powerpoint/2012/main">
        <p15:guide id="1" orient="horz" pos="922">
          <p15:clr>
            <a:srgbClr val="5ACBF0"/>
          </p15:clr>
        </p15:guide>
        <p15:guide id="2" orient="horz" pos="29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663388"/>
            <a:ext cx="9144000" cy="1846575"/>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8"/>
            <a:ext cx="9144000" cy="369353"/>
          </a:xfrm>
        </p:spPr>
        <p:txBody>
          <a:bodyPr/>
          <a:lstStyle>
            <a:lvl1pPr marL="0" indent="0" algn="ctr">
              <a:buNone/>
              <a:defRPr sz="2400"/>
            </a:lvl1pPr>
            <a:lvl2pPr marL="457112" indent="0" algn="ctr">
              <a:buNone/>
              <a:defRPr sz="2000"/>
            </a:lvl2pPr>
            <a:lvl3pPr marL="914225" indent="0" algn="ctr">
              <a:buNone/>
              <a:defRPr sz="1800"/>
            </a:lvl3pPr>
            <a:lvl4pPr marL="1371337" indent="0" algn="ctr">
              <a:buNone/>
              <a:defRPr sz="1600"/>
            </a:lvl4pPr>
            <a:lvl5pPr marL="1828449" indent="0" algn="ctr">
              <a:buNone/>
              <a:defRPr sz="1600"/>
            </a:lvl5pPr>
            <a:lvl6pPr marL="2285561" indent="0" algn="ctr">
              <a:buNone/>
              <a:defRPr sz="1600"/>
            </a:lvl6pPr>
            <a:lvl7pPr marL="2742674" indent="0" algn="ctr">
              <a:buNone/>
              <a:defRPr sz="1600"/>
            </a:lvl7pPr>
            <a:lvl8pPr marL="3199785" indent="0" algn="ctr">
              <a:buNone/>
              <a:defRPr sz="1600"/>
            </a:lvl8pPr>
            <a:lvl9pPr marL="365689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fld id="{DB8F75B8-0206-4047-A67E-213EEEB5FDEC}" type="datetimeFigureOut">
              <a:rPr lang="en-US" smtClean="0"/>
              <a:t>7/29/2026</a:t>
            </a:fld>
            <a:endParaRPr lang="en-US"/>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fld id="{0A44C6BE-DF8D-4FD8-8300-CB623C48072B}" type="slidenum">
              <a:rPr lang="en-US" smtClean="0"/>
              <a:t>‹#›</a:t>
            </a:fld>
            <a:endParaRPr lang="en-US"/>
          </a:p>
        </p:txBody>
      </p:sp>
    </p:spTree>
    <p:extLst>
      <p:ext uri="{BB962C8B-B14F-4D97-AF65-F5344CB8AC3E}">
        <p14:creationId xmlns:p14="http://schemas.microsoft.com/office/powerpoint/2010/main" val="285276650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4735692"/>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7732444"/>
      </p:ext>
    </p:extLst>
  </p:cSld>
  <p:clrMapOvr>
    <a:masterClrMapping/>
  </p:clrMapOvr>
  <p:transition>
    <p:fade/>
  </p:transition>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419C22-2186-58CF-1BD6-99E6A4069F25}"/>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B330B063-4076-B5F7-BFA5-01F80057E54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07A1FD2-D432-43C1-5279-8FFC4E318801}"/>
              </a:ext>
            </a:extLst>
          </p:cNvPr>
          <p:cNvSpPr>
            <a:spLocks noGrp="1"/>
          </p:cNvSpPr>
          <p:nvPr>
            <p:ph type="dt" sz="half" idx="10"/>
          </p:nvPr>
        </p:nvSpPr>
        <p:spPr/>
        <p:txBody>
          <a:bodyPr/>
          <a:lstStyle/>
          <a:p>
            <a:fld id="{7324F48B-FBF1-4E86-8169-CD1A281BDDCA}" type="datetimeFigureOut">
              <a:rPr lang="en-US" smtClean="0"/>
              <a:t>7/29/2026</a:t>
            </a:fld>
            <a:endParaRPr lang="en-US"/>
          </a:p>
        </p:txBody>
      </p:sp>
      <p:sp>
        <p:nvSpPr>
          <p:cNvPr id="5" name="Espace réservé du pied de page 4">
            <a:extLst>
              <a:ext uri="{FF2B5EF4-FFF2-40B4-BE49-F238E27FC236}">
                <a16:creationId xmlns:a16="http://schemas.microsoft.com/office/drawing/2014/main" id="{C4ACC870-7647-6073-7C82-CB2C23ECB918}"/>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512B79C0-4120-F172-8C44-1BF81BF0EC51}"/>
              </a:ext>
            </a:extLst>
          </p:cNvPr>
          <p:cNvSpPr>
            <a:spLocks noGrp="1"/>
          </p:cNvSpPr>
          <p:nvPr>
            <p:ph type="sldNum" sz="quarter" idx="12"/>
          </p:nvPr>
        </p:nvSpPr>
        <p:spPr/>
        <p:txBody>
          <a:bodyPr/>
          <a:lstStyle/>
          <a:p>
            <a:fld id="{FDADC613-D854-49BE-9542-FE5CE52DE1CD}" type="slidenum">
              <a:rPr lang="en-US" smtClean="0"/>
              <a:t>‹#›</a:t>
            </a:fld>
            <a:endParaRPr lang="en-US"/>
          </a:p>
        </p:txBody>
      </p:sp>
    </p:spTree>
    <p:extLst>
      <p:ext uri="{BB962C8B-B14F-4D97-AF65-F5344CB8AC3E}">
        <p14:creationId xmlns:p14="http://schemas.microsoft.com/office/powerpoint/2010/main" val="23682837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5671-2BAB-496E-A124-8C3A9EB204E2}"/>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11C884DE-0FC3-4FDC-9039-A81BDEAC5A03}"/>
              </a:ext>
            </a:extLst>
          </p:cNvPr>
          <p:cNvSpPr>
            <a:spLocks noGrp="1"/>
          </p:cNvSpPr>
          <p:nvPr>
            <p:ph sz="quarter" idx="10"/>
          </p:nvPr>
        </p:nvSpPr>
        <p:spPr>
          <a:xfrm>
            <a:off x="426424" y="1674525"/>
            <a:ext cx="1828800" cy="914400"/>
          </a:xfrm>
        </p:spPr>
        <p:txBody>
          <a:bodyPr/>
          <a:lstStyle/>
          <a:p>
            <a:pPr lvl="0"/>
            <a:endParaRPr lang="en-US"/>
          </a:p>
        </p:txBody>
      </p:sp>
      <p:sp>
        <p:nvSpPr>
          <p:cNvPr id="6" name="Content Placeholder 5">
            <a:extLst>
              <a:ext uri="{FF2B5EF4-FFF2-40B4-BE49-F238E27FC236}">
                <a16:creationId xmlns:a16="http://schemas.microsoft.com/office/drawing/2014/main" id="{72416673-8A15-4CB5-A7BF-12114C3588E8}"/>
              </a:ext>
            </a:extLst>
          </p:cNvPr>
          <p:cNvSpPr>
            <a:spLocks noGrp="1"/>
          </p:cNvSpPr>
          <p:nvPr>
            <p:ph sz="quarter" idx="11"/>
          </p:nvPr>
        </p:nvSpPr>
        <p:spPr>
          <a:xfrm>
            <a:off x="426424" y="3354676"/>
            <a:ext cx="1828800" cy="914400"/>
          </a:xfrm>
        </p:spPr>
        <p:txBody>
          <a:bodyPr/>
          <a:lstStyle/>
          <a:p>
            <a:pPr lvl="0"/>
            <a:endParaRPr lang="en-US"/>
          </a:p>
        </p:txBody>
      </p:sp>
    </p:spTree>
    <p:extLst>
      <p:ext uri="{BB962C8B-B14F-4D97-AF65-F5344CB8AC3E}">
        <p14:creationId xmlns:p14="http://schemas.microsoft.com/office/powerpoint/2010/main" val="2264784783"/>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250875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pic>
        <p:nvPicPr>
          <p:cNvPr id="2" name="MS logo white - EMF" descr="Microsoft logo white text version">
            <a:extLst>
              <a:ext uri="{FF2B5EF4-FFF2-40B4-BE49-F238E27FC236}">
                <a16:creationId xmlns:a16="http://schemas.microsoft.com/office/drawing/2014/main" id="{962D3685-4435-423E-AC9A-86C3F6305A3A}"/>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59322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2715816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8981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005119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71189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622202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6770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542526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39911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019233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0189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9018760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4084076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6047253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453161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4771312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8436900"/>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293932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6081165"/>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8630626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2530956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5503982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105307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2276472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4588543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983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74404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072361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756312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655786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089744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1792573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550489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30112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9853384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13863939"/>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98158003"/>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46895509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9187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76122649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24858825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32854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2535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807456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2667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509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7639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5510249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54619374"/>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3032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4710850"/>
      </p:ext>
    </p:extLst>
  </p:cSld>
  <p:clrMapOvr>
    <a:masterClrMapping/>
  </p:clrMapOvr>
  <p:transition>
    <p:fade/>
  </p:transition>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3" name="Picture 2" descr="Woman with Surface Studio">
            <a:extLst>
              <a:ext uri="{FF2B5EF4-FFF2-40B4-BE49-F238E27FC236}">
                <a16:creationId xmlns:a16="http://schemas.microsoft.com/office/drawing/2014/main" id="{DF420509-B374-8484-B263-30454C986927}"/>
              </a:ext>
            </a:extLst>
          </p:cNvPr>
          <p:cNvPicPr>
            <a:picLocks/>
          </p:cNvPicPr>
          <p:nvPr/>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6274602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MS logo white - EMF" descr="Microsoft logo white text version">
            <a:extLst>
              <a:ext uri="{FF2B5EF4-FFF2-40B4-BE49-F238E27FC236}">
                <a16:creationId xmlns:a16="http://schemas.microsoft.com/office/drawing/2014/main" id="{55A1818D-42EB-ADC6-A242-215C6D8E818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4" name="Picture 3" descr="Woman with Surface Studio">
            <a:extLst>
              <a:ext uri="{FF2B5EF4-FFF2-40B4-BE49-F238E27FC236}">
                <a16:creationId xmlns:a16="http://schemas.microsoft.com/office/drawing/2014/main" id="{B9701B2D-C12B-60D0-C725-C8614FF199C7}"/>
              </a:ext>
            </a:extLst>
          </p:cNvPr>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349086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1" descr="Blurred colorful background event walk-in slide.">
            <a:extLst>
              <a:ext uri="{FF2B5EF4-FFF2-40B4-BE49-F238E27FC236}">
                <a16:creationId xmlns:a16="http://schemas.microsoft.com/office/drawing/2014/main" id="{4399D1A5-C9CE-ABF9-9162-DCBA64CF751B}"/>
              </a:ext>
            </a:extLst>
          </p:cNvPr>
          <p:cNvPicPr>
            <a:picLocks/>
          </p:cNvPicPr>
          <p:nvPr userDrawn="1"/>
        </p:nvPicPr>
        <p:blipFill rotWithShape="1">
          <a:blip r:embed="rId2" cstate="screen">
            <a:alphaModFix amt="8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a:ext>
            </a:extLst>
          </a:blip>
          <a:srcRect l="12026" t="3222" r="15224" b="5597"/>
          <a:stretch/>
        </p:blipFill>
        <p:spPr bwMode="ltGray">
          <a:xfrm rot="16200000" flipH="1">
            <a:off x="2668524" y="-2665476"/>
            <a:ext cx="6858000" cy="12188952"/>
          </a:xfrm>
          <a:prstGeom prst="rect">
            <a:avLst/>
          </a:prstGeom>
        </p:spPr>
      </p:pic>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4965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70830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9776851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30456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645834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7272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403423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200671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0605272"/>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08485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565413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63164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1333112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994507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138161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8769154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719213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5569448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569324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08002042"/>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715034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813496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1922887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6391144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9943408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19827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9294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8115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6065116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914721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5290030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13342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4344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4823951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935651257"/>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696216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140968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62660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3459669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619626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40147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74092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021418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8114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8722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851101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Black Notes slide Layout">
    <p:bg bwMode="black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10229739"/>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843E-F072-07B5-2820-764A604D58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CBDD8B-59C1-385B-6064-194C6EC091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6FFD2F-7054-28D1-2468-148A60E19580}"/>
              </a:ext>
            </a:extLst>
          </p:cNvPr>
          <p:cNvSpPr>
            <a:spLocks noGrp="1"/>
          </p:cNvSpPr>
          <p:nvPr>
            <p:ph type="dt" sz="half" idx="10"/>
          </p:nvPr>
        </p:nvSpPr>
        <p:spPr/>
        <p:txBody>
          <a:bodyPr/>
          <a:lstStyle/>
          <a:p>
            <a:fld id="{B9DB3BA8-24F1-4573-A945-62E1F2791B35}" type="datetimeFigureOut">
              <a:rPr lang="en-US" smtClean="0"/>
              <a:t>7/29/2026</a:t>
            </a:fld>
            <a:endParaRPr lang="en-US"/>
          </a:p>
        </p:txBody>
      </p:sp>
      <p:sp>
        <p:nvSpPr>
          <p:cNvPr id="5" name="Footer Placeholder 4">
            <a:extLst>
              <a:ext uri="{FF2B5EF4-FFF2-40B4-BE49-F238E27FC236}">
                <a16:creationId xmlns:a16="http://schemas.microsoft.com/office/drawing/2014/main" id="{8D77832B-7B3D-CDDE-5669-6886951A1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6D420-453B-80DF-E3EC-7FDA1920FE04}"/>
              </a:ext>
            </a:extLst>
          </p:cNvPr>
          <p:cNvSpPr>
            <a:spLocks noGrp="1"/>
          </p:cNvSpPr>
          <p:nvPr>
            <p:ph type="sldNum" sz="quarter" idx="12"/>
          </p:nvPr>
        </p:nvSpPr>
        <p:spPr/>
        <p:txBody>
          <a:bodyPr/>
          <a:lstStyle/>
          <a:p>
            <a:fld id="{F1C452FB-75D9-4069-AE97-89D0F5A2BF21}" type="slidenum">
              <a:rPr lang="en-US" smtClean="0"/>
              <a:t>‹#›</a:t>
            </a:fld>
            <a:endParaRPr lang="en-US"/>
          </a:p>
        </p:txBody>
      </p:sp>
    </p:spTree>
    <p:extLst>
      <p:ext uri="{BB962C8B-B14F-4D97-AF65-F5344CB8AC3E}">
        <p14:creationId xmlns:p14="http://schemas.microsoft.com/office/powerpoint/2010/main" val="60356785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5_Graphic">
    <p:spTree>
      <p:nvGrpSpPr>
        <p:cNvPr id="1" name=""/>
        <p:cNvGrpSpPr/>
        <p:nvPr/>
      </p:nvGrpSpPr>
      <p:grpSpPr>
        <a:xfrm>
          <a:off x="0" y="0"/>
          <a:ext cx="0" cy="0"/>
          <a:chOff x="0" y="0"/>
          <a:chExt cx="0" cy="0"/>
        </a:xfrm>
      </p:grpSpPr>
      <p:pic>
        <p:nvPicPr>
          <p:cNvPr id="4" name="Picture 3" descr="A purple flower with a black background&#10;&#10;Description automatically generated with medium confidence">
            <a:extLst>
              <a:ext uri="{FF2B5EF4-FFF2-40B4-BE49-F238E27FC236}">
                <a16:creationId xmlns:a16="http://schemas.microsoft.com/office/drawing/2014/main" id="{458CC301-4694-33FA-1A6F-2621EAAF1775}"/>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21524" t="21453" r="44602" b="-2007"/>
          <a:stretch/>
        </p:blipFill>
        <p:spPr>
          <a:xfrm>
            <a:off x="7472516" y="0"/>
            <a:ext cx="4719484" cy="6312924"/>
          </a:xfrm>
          <a:prstGeom prst="rect">
            <a:avLst/>
          </a:prstGeom>
        </p:spPr>
      </p:pic>
    </p:spTree>
    <p:extLst>
      <p:ext uri="{BB962C8B-B14F-4D97-AF65-F5344CB8AC3E}">
        <p14:creationId xmlns:p14="http://schemas.microsoft.com/office/powerpoint/2010/main" val="980160802"/>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045B-5C47-5015-23F5-82A914FB0D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D9DFD-AB71-02CE-2247-852E09FCA6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BDC81-1D32-6196-2624-686B1C30B145}"/>
              </a:ext>
            </a:extLst>
          </p:cNvPr>
          <p:cNvSpPr>
            <a:spLocks noGrp="1"/>
          </p:cNvSpPr>
          <p:nvPr>
            <p:ph type="dt" sz="half" idx="10"/>
          </p:nvPr>
        </p:nvSpPr>
        <p:spPr/>
        <p:txBody>
          <a:bodyPr/>
          <a:lstStyle/>
          <a:p>
            <a:fld id="{5BEADD88-0D0F-4F10-9DC3-BF41F95EB71E}" type="datetimeFigureOut">
              <a:rPr lang="en-US" smtClean="0"/>
              <a:t>7/29/2026</a:t>
            </a:fld>
            <a:endParaRPr lang="en-US"/>
          </a:p>
        </p:txBody>
      </p:sp>
      <p:sp>
        <p:nvSpPr>
          <p:cNvPr id="5" name="Footer Placeholder 4">
            <a:extLst>
              <a:ext uri="{FF2B5EF4-FFF2-40B4-BE49-F238E27FC236}">
                <a16:creationId xmlns:a16="http://schemas.microsoft.com/office/drawing/2014/main" id="{2BBCCDB5-2571-83C7-73B7-B7EB95CDD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B5FC9-EA90-8DF1-E7A2-C31EC76F6D6D}"/>
              </a:ext>
            </a:extLst>
          </p:cNvPr>
          <p:cNvSpPr>
            <a:spLocks noGrp="1"/>
          </p:cNvSpPr>
          <p:nvPr>
            <p:ph type="sldNum" sz="quarter" idx="12"/>
          </p:nvPr>
        </p:nvSpPr>
        <p:spPr/>
        <p:txBody>
          <a:bodyPr/>
          <a:lstStyle/>
          <a:p>
            <a:fld id="{C78A22AE-83EE-4CD8-AF19-36CD5CA4BA5A}" type="slidenum">
              <a:rPr lang="en-US" smtClean="0"/>
              <a:t>‹#›</a:t>
            </a:fld>
            <a:endParaRPr lang="en-US"/>
          </a:p>
        </p:txBody>
      </p:sp>
    </p:spTree>
    <p:extLst>
      <p:ext uri="{BB962C8B-B14F-4D97-AF65-F5344CB8AC3E}">
        <p14:creationId xmlns:p14="http://schemas.microsoft.com/office/powerpoint/2010/main" val="48759081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over_Image_NoBrea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90FAEF-3F91-45BA-96BC-458498D05C8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4B7477E4-1BAE-989A-3DFE-11BFBC7622AE}"/>
              </a:ext>
            </a:extLst>
          </p:cNvPr>
          <p:cNvSpPr>
            <a:spLocks noGrp="1"/>
          </p:cNvSpPr>
          <p:nvPr>
            <p:ph type="body" sz="quarter" idx="10" hasCustomPrompt="1"/>
          </p:nvPr>
        </p:nvSpPr>
        <p:spPr>
          <a:xfrm>
            <a:off x="563499" y="2680007"/>
            <a:ext cx="7739253" cy="1309712"/>
          </a:xfrm>
          <a:prstGeom prst="rect">
            <a:avLst/>
          </a:prstGeom>
        </p:spPr>
        <p:txBody>
          <a:bodyPr anchor="t">
            <a:noAutofit/>
          </a:bodyPr>
          <a:lstStyle>
            <a:lvl1pPr marL="0" indent="0">
              <a:buNone/>
              <a:defRPr sz="48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Event name or presentation title</a:t>
            </a:r>
          </a:p>
        </p:txBody>
      </p:sp>
      <p:sp>
        <p:nvSpPr>
          <p:cNvPr id="9" name="Text Placeholder 2">
            <a:extLst>
              <a:ext uri="{FF2B5EF4-FFF2-40B4-BE49-F238E27FC236}">
                <a16:creationId xmlns:a16="http://schemas.microsoft.com/office/drawing/2014/main" id="{66824F50-404D-BEE1-C249-4FB71A5241E0}"/>
              </a:ext>
            </a:extLst>
          </p:cNvPr>
          <p:cNvSpPr>
            <a:spLocks noGrp="1"/>
          </p:cNvSpPr>
          <p:nvPr>
            <p:ph type="body" sz="quarter" idx="11" hasCustomPrompt="1"/>
          </p:nvPr>
        </p:nvSpPr>
        <p:spPr>
          <a:xfrm>
            <a:off x="563498" y="4271337"/>
            <a:ext cx="7739253" cy="369332"/>
          </a:xfrm>
          <a:prstGeom prst="rect">
            <a:avLst/>
          </a:prstGeom>
        </p:spPr>
        <p:txBody>
          <a:bodyPr/>
          <a:lstStyle>
            <a:lvl1pPr marL="0" indent="0">
              <a:buNone/>
              <a:defRPr sz="2400" b="0" i="0">
                <a:solidFill>
                  <a:schemeClr val="bg1"/>
                </a:solidFill>
                <a:latin typeface="Segoe UI Variable Display Semibold"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r>
              <a:rPr lang="en-IN" sz="2400"/>
              <a:t>Subtitle of event / presentation</a:t>
            </a:r>
          </a:p>
        </p:txBody>
      </p:sp>
      <p:sp>
        <p:nvSpPr>
          <p:cNvPr id="14" name="Footer Placeholder 1">
            <a:extLst>
              <a:ext uri="{FF2B5EF4-FFF2-40B4-BE49-F238E27FC236}">
                <a16:creationId xmlns:a16="http://schemas.microsoft.com/office/drawing/2014/main" id="{6FC1B95A-02F5-B25E-708C-15CDD0752201}"/>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3" name="Text Placeholder 9">
            <a:extLst>
              <a:ext uri="{FF2B5EF4-FFF2-40B4-BE49-F238E27FC236}">
                <a16:creationId xmlns:a16="http://schemas.microsoft.com/office/drawing/2014/main" id="{7D7A5C5E-F631-E2DF-E961-39F687B675DC}"/>
              </a:ext>
            </a:extLst>
          </p:cNvPr>
          <p:cNvSpPr>
            <a:spLocks noGrp="1"/>
          </p:cNvSpPr>
          <p:nvPr>
            <p:ph type="body" sz="quarter" idx="13" hasCustomPrompt="1"/>
          </p:nvPr>
        </p:nvSpPr>
        <p:spPr>
          <a:xfrm>
            <a:off x="563499" y="2360316"/>
            <a:ext cx="3648075" cy="276999"/>
          </a:xfrm>
          <a:prstGeom prst="rect">
            <a:avLst/>
          </a:prstGeom>
        </p:spPr>
        <p:txBody>
          <a:bodyPr/>
          <a:lstStyle>
            <a:lvl1pPr marL="0" indent="0">
              <a:buNone/>
              <a:defRPr sz="1800" b="0" i="0">
                <a:solidFill>
                  <a:schemeClr val="bg1"/>
                </a:solidFill>
                <a:latin typeface="Segoe UI Variable Display Semilight" pitchFamily="2" charset="0"/>
              </a:defRPr>
            </a:lvl1pPr>
          </a:lstStyle>
          <a:p>
            <a:pPr lvl="0"/>
            <a:r>
              <a:rPr lang="en-US"/>
              <a:t>MCAPS Academy presents</a:t>
            </a:r>
          </a:p>
        </p:txBody>
      </p:sp>
      <p:pic>
        <p:nvPicPr>
          <p:cNvPr id="4" name="Picture 3" descr="A close-up of a logo&#10;&#10;Description automatically generated">
            <a:extLst>
              <a:ext uri="{FF2B5EF4-FFF2-40B4-BE49-F238E27FC236}">
                <a16:creationId xmlns:a16="http://schemas.microsoft.com/office/drawing/2014/main" id="{C6B72760-8909-ADE8-75F9-A7156317C038}"/>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63498" y="457270"/>
            <a:ext cx="2411350" cy="478112"/>
          </a:xfrm>
          <a:prstGeom prst="rect">
            <a:avLst/>
          </a:prstGeom>
        </p:spPr>
      </p:pic>
      <p:sp>
        <p:nvSpPr>
          <p:cNvPr id="5" name="Picture Placeholder 3">
            <a:extLst>
              <a:ext uri="{FF2B5EF4-FFF2-40B4-BE49-F238E27FC236}">
                <a16:creationId xmlns:a16="http://schemas.microsoft.com/office/drawing/2014/main" id="{39F60B9A-998A-8DA9-1E8E-9C4CA428C343}"/>
              </a:ext>
            </a:extLst>
          </p:cNvPr>
          <p:cNvSpPr>
            <a:spLocks noGrp="1"/>
          </p:cNvSpPr>
          <p:nvPr>
            <p:ph type="pic" sz="quarter" idx="18" hasCustomPrompt="1"/>
          </p:nvPr>
        </p:nvSpPr>
        <p:spPr>
          <a:xfrm>
            <a:off x="10992304" y="5627513"/>
            <a:ext cx="957837" cy="915694"/>
          </a:xfrm>
          <a:prstGeom prst="rect">
            <a:avLst/>
          </a:prstGeom>
          <a:solidFill>
            <a:srgbClr val="FEF000"/>
          </a:solidFill>
        </p:spPr>
        <p:txBody>
          <a:bodyPr/>
          <a:lstStyle>
            <a:lvl1pPr marL="0" indent="0" algn="ctr">
              <a:lnSpc>
                <a:spcPct val="150000"/>
              </a:lnSpc>
              <a:buNone/>
              <a:defRPr sz="1000" b="1" i="0">
                <a:latin typeface="Segoe UI Variable Display" pitchFamily="2" charset="0"/>
                <a:cs typeface="Segoe UI" panose="020B0502040204020203" pitchFamily="34" charset="0"/>
              </a:defRPr>
            </a:lvl1pPr>
          </a:lstStyle>
          <a:p>
            <a:r>
              <a:rPr lang="en-US"/>
              <a:t>Place QR Here</a:t>
            </a:r>
          </a:p>
        </p:txBody>
      </p:sp>
    </p:spTree>
    <p:extLst>
      <p:ext uri="{BB962C8B-B14F-4D97-AF65-F5344CB8AC3E}">
        <p14:creationId xmlns:p14="http://schemas.microsoft.com/office/powerpoint/2010/main" val="1807680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_Cover_Image_NoBrea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90FAEF-3F91-45BA-96BC-458498D05C8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4B7477E4-1BAE-989A-3DFE-11BFBC7622AE}"/>
              </a:ext>
            </a:extLst>
          </p:cNvPr>
          <p:cNvSpPr>
            <a:spLocks noGrp="1"/>
          </p:cNvSpPr>
          <p:nvPr>
            <p:ph type="body" sz="quarter" idx="10" hasCustomPrompt="1"/>
          </p:nvPr>
        </p:nvSpPr>
        <p:spPr>
          <a:xfrm>
            <a:off x="563499" y="1617371"/>
            <a:ext cx="6960423" cy="2099571"/>
          </a:xfrm>
          <a:prstGeom prst="rect">
            <a:avLst/>
          </a:prstGeom>
        </p:spPr>
        <p:txBody>
          <a:bodyPr anchor="t">
            <a:noAutofit/>
          </a:bodyPr>
          <a:lstStyle>
            <a:lvl1pPr marL="0" indent="0">
              <a:buNone/>
              <a:defRPr sz="44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400" b="1" i="0">
                <a:solidFill>
                  <a:schemeClr val="bg1"/>
                </a:solidFill>
                <a:latin typeface="Segoe UI Variable Display" pitchFamily="2" charset="0"/>
              </a:rPr>
              <a:t>Event name or presentation title</a:t>
            </a:r>
          </a:p>
        </p:txBody>
      </p:sp>
      <p:sp>
        <p:nvSpPr>
          <p:cNvPr id="14" name="Footer Placeholder 1">
            <a:extLst>
              <a:ext uri="{FF2B5EF4-FFF2-40B4-BE49-F238E27FC236}">
                <a16:creationId xmlns:a16="http://schemas.microsoft.com/office/drawing/2014/main" id="{6FC1B95A-02F5-B25E-708C-15CDD0752201}"/>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8C00C22E-652B-E2BD-C88C-53CC6D8F4E15}"/>
              </a:ext>
            </a:extLst>
          </p:cNvPr>
          <p:cNvSpPr>
            <a:spLocks noGrp="1"/>
          </p:cNvSpPr>
          <p:nvPr>
            <p:ph type="body" sz="quarter" idx="15" hasCustomPrompt="1"/>
          </p:nvPr>
        </p:nvSpPr>
        <p:spPr>
          <a:xfrm>
            <a:off x="563499" y="4963630"/>
            <a:ext cx="6960422" cy="276999"/>
          </a:xfrm>
          <a:prstGeom prst="rect">
            <a:avLst/>
          </a:prstGeom>
        </p:spPr>
        <p:txBody>
          <a:bodyPr/>
          <a:lstStyle>
            <a:lvl1pPr marL="0" indent="0">
              <a:buNone/>
              <a:defRPr sz="1800" b="1" i="0">
                <a:solidFill>
                  <a:schemeClr val="bg1"/>
                </a:solidFill>
                <a:latin typeface="Segoe UI Variable Display" pitchFamily="2" charset="0"/>
              </a:defRPr>
            </a:lvl1pPr>
          </a:lstStyle>
          <a:p>
            <a:pPr lvl="0"/>
            <a:r>
              <a:rPr lang="en-US"/>
              <a:t>Title / Position</a:t>
            </a:r>
          </a:p>
        </p:txBody>
      </p:sp>
      <p:sp>
        <p:nvSpPr>
          <p:cNvPr id="13" name="Text Placeholder 12">
            <a:extLst>
              <a:ext uri="{FF2B5EF4-FFF2-40B4-BE49-F238E27FC236}">
                <a16:creationId xmlns:a16="http://schemas.microsoft.com/office/drawing/2014/main" id="{368F868D-5515-3E9C-B5F0-7D1E3E3A0E2C}"/>
              </a:ext>
            </a:extLst>
          </p:cNvPr>
          <p:cNvSpPr>
            <a:spLocks noGrp="1"/>
          </p:cNvSpPr>
          <p:nvPr>
            <p:ph type="body" sz="quarter" idx="16" hasCustomPrompt="1"/>
          </p:nvPr>
        </p:nvSpPr>
        <p:spPr>
          <a:xfrm>
            <a:off x="563499" y="4383339"/>
            <a:ext cx="6960422" cy="492443"/>
          </a:xfrm>
          <a:prstGeom prst="rect">
            <a:avLst/>
          </a:prstGeom>
        </p:spPr>
        <p:txBody>
          <a:bodyPr/>
          <a:lstStyle>
            <a:lvl1pPr marL="0" indent="0">
              <a:buNone/>
              <a:defRPr sz="3200" b="1" i="0">
                <a:solidFill>
                  <a:schemeClr val="bg1"/>
                </a:solidFill>
                <a:latin typeface="Segoe UI Variable Display" pitchFamily="2" charset="0"/>
              </a:defRPr>
            </a:lvl1pPr>
          </a:lstStyle>
          <a:p>
            <a:pPr lvl="0"/>
            <a:r>
              <a:rPr lang="en-US"/>
              <a:t>Speaker name or subtitle</a:t>
            </a:r>
          </a:p>
        </p:txBody>
      </p:sp>
      <p:sp>
        <p:nvSpPr>
          <p:cNvPr id="15" name="Text Placeholder 6">
            <a:extLst>
              <a:ext uri="{FF2B5EF4-FFF2-40B4-BE49-F238E27FC236}">
                <a16:creationId xmlns:a16="http://schemas.microsoft.com/office/drawing/2014/main" id="{B3697337-AD4B-DDCC-BFF1-DAA75B122352}"/>
              </a:ext>
            </a:extLst>
          </p:cNvPr>
          <p:cNvSpPr>
            <a:spLocks noGrp="1"/>
          </p:cNvSpPr>
          <p:nvPr>
            <p:ph type="body" sz="quarter" idx="17" hasCustomPrompt="1"/>
          </p:nvPr>
        </p:nvSpPr>
        <p:spPr>
          <a:xfrm>
            <a:off x="563499" y="5272809"/>
            <a:ext cx="6960422" cy="230832"/>
          </a:xfrm>
          <a:prstGeom prst="rect">
            <a:avLst/>
          </a:prstGeom>
        </p:spPr>
        <p:txBody>
          <a:bodyPr/>
          <a:lstStyle>
            <a:lvl1pPr marL="0" indent="0">
              <a:buNone/>
              <a:defRPr sz="1500" b="0" i="0">
                <a:solidFill>
                  <a:schemeClr val="bg1"/>
                </a:solidFill>
                <a:latin typeface="Segoe UI Variable Display Semilight" pitchFamily="2" charset="0"/>
              </a:defRPr>
            </a:lvl1pPr>
          </a:lstStyle>
          <a:p>
            <a:pPr lvl="0"/>
            <a:r>
              <a:rPr lang="en-US"/>
              <a:t>Department of title / position held</a:t>
            </a:r>
          </a:p>
        </p:txBody>
      </p:sp>
      <p:sp>
        <p:nvSpPr>
          <p:cNvPr id="19" name="Picture Placeholder 3">
            <a:extLst>
              <a:ext uri="{FF2B5EF4-FFF2-40B4-BE49-F238E27FC236}">
                <a16:creationId xmlns:a16="http://schemas.microsoft.com/office/drawing/2014/main" id="{BE90EEB3-71A2-E843-89CF-31EEBACDCFFA}"/>
              </a:ext>
            </a:extLst>
          </p:cNvPr>
          <p:cNvSpPr>
            <a:spLocks noGrp="1"/>
          </p:cNvSpPr>
          <p:nvPr>
            <p:ph type="pic" sz="quarter" idx="18" hasCustomPrompt="1"/>
          </p:nvPr>
        </p:nvSpPr>
        <p:spPr>
          <a:xfrm>
            <a:off x="8867553" y="3560164"/>
            <a:ext cx="2477387" cy="2480872"/>
          </a:xfrm>
          <a:prstGeom prst="ellipse">
            <a:avLst/>
          </a:prstGeom>
          <a:solidFill>
            <a:srgbClr val="FEF000"/>
          </a:solidFill>
        </p:spPr>
        <p:txBody>
          <a:bodyPr/>
          <a:lstStyle>
            <a:lvl1pPr marL="0" indent="0" algn="ctr">
              <a:lnSpc>
                <a:spcPct val="150000"/>
              </a:lnSpc>
              <a:buNone/>
              <a:defRPr sz="1400" b="1" i="0">
                <a:latin typeface="Segoe UI Variable Display" pitchFamily="2" charset="0"/>
                <a:cs typeface="Segoe UI" panose="020B0502040204020203" pitchFamily="34" charset="0"/>
              </a:defRPr>
            </a:lvl1pPr>
          </a:lstStyle>
          <a:p>
            <a:r>
              <a:rPr lang="en-US"/>
              <a:t>Place Image Here</a:t>
            </a:r>
          </a:p>
        </p:txBody>
      </p:sp>
      <p:pic>
        <p:nvPicPr>
          <p:cNvPr id="21" name="Picture 20" descr="A close-up of a logo&#10;&#10;Description automatically generated">
            <a:extLst>
              <a:ext uri="{FF2B5EF4-FFF2-40B4-BE49-F238E27FC236}">
                <a16:creationId xmlns:a16="http://schemas.microsoft.com/office/drawing/2014/main" id="{FF3B0A85-6622-BAD5-5427-47A8208A91BF}"/>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63498" y="457270"/>
            <a:ext cx="2411350" cy="478112"/>
          </a:xfrm>
          <a:prstGeom prst="rect">
            <a:avLst/>
          </a:prstGeom>
        </p:spPr>
      </p:pic>
    </p:spTree>
    <p:extLst>
      <p:ext uri="{BB962C8B-B14F-4D97-AF65-F5344CB8AC3E}">
        <p14:creationId xmlns:p14="http://schemas.microsoft.com/office/powerpoint/2010/main" val="95528748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over_White_NoBreak">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700B5632-2B0C-A1F8-ED94-4866A84C2D42}"/>
              </a:ext>
            </a:extLst>
          </p:cNvPr>
          <p:cNvSpPr>
            <a:spLocks noGrp="1"/>
          </p:cNvSpPr>
          <p:nvPr>
            <p:ph type="body" sz="quarter" idx="11" hasCustomPrompt="1"/>
          </p:nvPr>
        </p:nvSpPr>
        <p:spPr>
          <a:xfrm>
            <a:off x="563499" y="1617371"/>
            <a:ext cx="6960423" cy="2099571"/>
          </a:xfrm>
          <a:prstGeom prst="rect">
            <a:avLst/>
          </a:prstGeom>
        </p:spPr>
        <p:txBody>
          <a:bodyPr anchor="t">
            <a:noAutofit/>
          </a:bodyPr>
          <a:lstStyle>
            <a:lvl1pPr marL="0" indent="0">
              <a:buNone/>
              <a:defRPr sz="44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400" b="1" i="0">
                <a:latin typeface="Segoe UI Variable Display" pitchFamily="2" charset="0"/>
              </a:rPr>
              <a:t>Event name or presentation title</a:t>
            </a:r>
          </a:p>
        </p:txBody>
      </p:sp>
      <p:sp>
        <p:nvSpPr>
          <p:cNvPr id="6" name="Footer Placeholder 1">
            <a:extLst>
              <a:ext uri="{FF2B5EF4-FFF2-40B4-BE49-F238E27FC236}">
                <a16:creationId xmlns:a16="http://schemas.microsoft.com/office/drawing/2014/main" id="{2D3AB81A-4A9C-FBD2-03F5-F1938C9B740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8513E8BE-8DE9-9229-73DD-809787A0D7F1}"/>
              </a:ext>
            </a:extLst>
          </p:cNvPr>
          <p:cNvSpPr>
            <a:spLocks noGrp="1"/>
          </p:cNvSpPr>
          <p:nvPr>
            <p:ph type="body" sz="quarter" idx="15" hasCustomPrompt="1"/>
          </p:nvPr>
        </p:nvSpPr>
        <p:spPr>
          <a:xfrm>
            <a:off x="563499" y="4963630"/>
            <a:ext cx="6960422" cy="276999"/>
          </a:xfrm>
          <a:prstGeom prst="rect">
            <a:avLst/>
          </a:prstGeom>
        </p:spPr>
        <p:txBody>
          <a:bodyPr/>
          <a:lstStyle>
            <a:lvl1pPr marL="0" indent="0">
              <a:buNone/>
              <a:defRPr sz="1800" b="1" i="0">
                <a:solidFill>
                  <a:schemeClr val="tx1"/>
                </a:solidFill>
                <a:latin typeface="Segoe UI Variable Display" pitchFamily="2" charset="0"/>
              </a:defRPr>
            </a:lvl1pPr>
          </a:lstStyle>
          <a:p>
            <a:pPr lvl="0"/>
            <a:r>
              <a:rPr lang="en-US"/>
              <a:t>Title / Position</a:t>
            </a:r>
          </a:p>
        </p:txBody>
      </p:sp>
      <p:sp>
        <p:nvSpPr>
          <p:cNvPr id="8" name="Text Placeholder 12">
            <a:extLst>
              <a:ext uri="{FF2B5EF4-FFF2-40B4-BE49-F238E27FC236}">
                <a16:creationId xmlns:a16="http://schemas.microsoft.com/office/drawing/2014/main" id="{0FB58745-D320-F4A0-710E-B8B7902AFEB0}"/>
              </a:ext>
            </a:extLst>
          </p:cNvPr>
          <p:cNvSpPr>
            <a:spLocks noGrp="1"/>
          </p:cNvSpPr>
          <p:nvPr>
            <p:ph type="body" sz="quarter" idx="16" hasCustomPrompt="1"/>
          </p:nvPr>
        </p:nvSpPr>
        <p:spPr>
          <a:xfrm>
            <a:off x="563499" y="4383339"/>
            <a:ext cx="6960422" cy="492443"/>
          </a:xfrm>
          <a:prstGeom prst="rect">
            <a:avLst/>
          </a:prstGeom>
        </p:spPr>
        <p:txBody>
          <a:bodyPr/>
          <a:lstStyle>
            <a:lvl1pPr marL="0" indent="0">
              <a:buNone/>
              <a:defRPr sz="3200" b="1" i="0">
                <a:solidFill>
                  <a:schemeClr val="tx1"/>
                </a:solidFill>
                <a:latin typeface="Segoe UI Variable Display" pitchFamily="2" charset="0"/>
              </a:defRPr>
            </a:lvl1pPr>
          </a:lstStyle>
          <a:p>
            <a:pPr lvl="0"/>
            <a:r>
              <a:rPr lang="en-US"/>
              <a:t>Speaker name or subtitle</a:t>
            </a:r>
          </a:p>
        </p:txBody>
      </p:sp>
      <p:sp>
        <p:nvSpPr>
          <p:cNvPr id="10" name="Text Placeholder 6">
            <a:extLst>
              <a:ext uri="{FF2B5EF4-FFF2-40B4-BE49-F238E27FC236}">
                <a16:creationId xmlns:a16="http://schemas.microsoft.com/office/drawing/2014/main" id="{A814835C-F55A-B721-47F4-598A0B62E391}"/>
              </a:ext>
            </a:extLst>
          </p:cNvPr>
          <p:cNvSpPr>
            <a:spLocks noGrp="1"/>
          </p:cNvSpPr>
          <p:nvPr>
            <p:ph type="body" sz="quarter" idx="17" hasCustomPrompt="1"/>
          </p:nvPr>
        </p:nvSpPr>
        <p:spPr>
          <a:xfrm>
            <a:off x="563499" y="5272809"/>
            <a:ext cx="6960422" cy="230832"/>
          </a:xfrm>
          <a:prstGeom prst="rect">
            <a:avLst/>
          </a:prstGeom>
        </p:spPr>
        <p:txBody>
          <a:bodyPr/>
          <a:lstStyle>
            <a:lvl1pPr marL="0" indent="0">
              <a:buNone/>
              <a:defRPr sz="1500" b="0" i="0">
                <a:solidFill>
                  <a:schemeClr val="tx1"/>
                </a:solidFill>
                <a:latin typeface="Segoe UI Variable Display Semilight" pitchFamily="2" charset="0"/>
              </a:defRPr>
            </a:lvl1pPr>
          </a:lstStyle>
          <a:p>
            <a:pPr lvl="0"/>
            <a:r>
              <a:rPr lang="en-US"/>
              <a:t>Department of title / position held</a:t>
            </a:r>
          </a:p>
        </p:txBody>
      </p:sp>
      <p:pic>
        <p:nvPicPr>
          <p:cNvPr id="14" name="Picture 13">
            <a:extLst>
              <a:ext uri="{FF2B5EF4-FFF2-40B4-BE49-F238E27FC236}">
                <a16:creationId xmlns:a16="http://schemas.microsoft.com/office/drawing/2014/main" id="{036CE8F6-2AEA-578C-4687-FD074E748F5D}"/>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563499" y="457270"/>
            <a:ext cx="2411347" cy="478112"/>
          </a:xfrm>
          <a:prstGeom prst="rect">
            <a:avLst/>
          </a:prstGeom>
        </p:spPr>
      </p:pic>
      <p:sp>
        <p:nvSpPr>
          <p:cNvPr id="3" name="Picture Placeholder 3">
            <a:extLst>
              <a:ext uri="{FF2B5EF4-FFF2-40B4-BE49-F238E27FC236}">
                <a16:creationId xmlns:a16="http://schemas.microsoft.com/office/drawing/2014/main" id="{B4EB1B6F-D09C-6E4E-EDA3-521195C8107E}"/>
              </a:ext>
            </a:extLst>
          </p:cNvPr>
          <p:cNvSpPr>
            <a:spLocks noGrp="1"/>
          </p:cNvSpPr>
          <p:nvPr>
            <p:ph type="pic" sz="quarter" idx="18" hasCustomPrompt="1"/>
          </p:nvPr>
        </p:nvSpPr>
        <p:spPr>
          <a:xfrm>
            <a:off x="8867553" y="3560164"/>
            <a:ext cx="2477387" cy="2480872"/>
          </a:xfrm>
          <a:prstGeom prst="ellipse">
            <a:avLst/>
          </a:prstGeom>
          <a:solidFill>
            <a:srgbClr val="FEF000"/>
          </a:solidFill>
        </p:spPr>
        <p:txBody>
          <a:bodyPr/>
          <a:lstStyle>
            <a:lvl1pPr marL="0" indent="0" algn="ctr">
              <a:lnSpc>
                <a:spcPct val="150000"/>
              </a:lnSpc>
              <a:buNone/>
              <a:defRPr sz="1400"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42816569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CBDFE-DBA2-D5FE-AD91-F3A467ED5D19}"/>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84201" y="3646980"/>
            <a:ext cx="10480421" cy="1477328"/>
          </a:xfrm>
          <a:prstGeom prst="rect">
            <a:avLst/>
          </a:prstGeom>
        </p:spPr>
        <p:txBody>
          <a:bodyPr anchor="b">
            <a:noAutofit/>
          </a:bodyPr>
          <a:lstStyle>
            <a:lvl1pPr marL="0" indent="0">
              <a:buNone/>
              <a:defRPr sz="4800" b="1" i="0">
                <a:solidFill>
                  <a:schemeClr val="bg1"/>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Section Divider Title</a:t>
            </a:r>
          </a:p>
        </p:txBody>
      </p:sp>
      <p:sp>
        <p:nvSpPr>
          <p:cNvPr id="3" name="Footer Placeholder 1">
            <a:extLst>
              <a:ext uri="{FF2B5EF4-FFF2-40B4-BE49-F238E27FC236}">
                <a16:creationId xmlns:a16="http://schemas.microsoft.com/office/drawing/2014/main" id="{9941B265-3099-9A0A-FEFD-C067D0F991E3}"/>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5" name="Text Placeholder 4">
            <a:extLst>
              <a:ext uri="{FF2B5EF4-FFF2-40B4-BE49-F238E27FC236}">
                <a16:creationId xmlns:a16="http://schemas.microsoft.com/office/drawing/2014/main" id="{EF222949-29F5-AEDA-6D1E-81D071E885F9}"/>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bg1"/>
                </a:solidFill>
                <a:latin typeface="Segoe UI Variable Display" pitchFamily="2" charset="0"/>
              </a:defRPr>
            </a:lvl1pPr>
          </a:lstStyle>
          <a:p>
            <a:pPr lvl="0"/>
            <a:r>
              <a:rPr lang="en-US"/>
              <a:t>Subtitle</a:t>
            </a:r>
          </a:p>
        </p:txBody>
      </p:sp>
    </p:spTree>
    <p:extLst>
      <p:ext uri="{BB962C8B-B14F-4D97-AF65-F5344CB8AC3E}">
        <p14:creationId xmlns:p14="http://schemas.microsoft.com/office/powerpoint/2010/main" val="35969326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Section_Divider_Gradient_Light">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092EB425-F759-0B2D-7845-B13BEEDDDF81}"/>
              </a:ext>
            </a:extLst>
          </p:cNvPr>
          <p:cNvSpPr>
            <a:spLocks noGrp="1"/>
          </p:cNvSpPr>
          <p:nvPr>
            <p:ph type="ftr" sz="quarter" idx="13"/>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2">
            <a:extLst>
              <a:ext uri="{FF2B5EF4-FFF2-40B4-BE49-F238E27FC236}">
                <a16:creationId xmlns:a16="http://schemas.microsoft.com/office/drawing/2014/main" id="{A6B44958-A4BF-2419-7324-6654AAFC0200}"/>
              </a:ext>
            </a:extLst>
          </p:cNvPr>
          <p:cNvSpPr>
            <a:spLocks noGrp="1"/>
          </p:cNvSpPr>
          <p:nvPr>
            <p:ph type="body" sz="quarter" idx="11" hasCustomPrompt="1"/>
          </p:nvPr>
        </p:nvSpPr>
        <p:spPr>
          <a:xfrm>
            <a:off x="584201" y="3646980"/>
            <a:ext cx="10480421" cy="1477328"/>
          </a:xfrm>
          <a:prstGeom prst="rect">
            <a:avLst/>
          </a:prstGeom>
          <a:noFill/>
        </p:spPr>
        <p:txBody>
          <a:bodyPr anchor="b">
            <a:noAutofit/>
          </a:bodyPr>
          <a:lstStyle>
            <a:lvl1pPr marL="0" indent="0">
              <a:buNone/>
              <a:defRPr sz="4800" b="1" i="0">
                <a:solidFill>
                  <a:srgbClr val="131313"/>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latin typeface="Segoe UI Variable Display" pitchFamily="2" charset="0"/>
              </a:rPr>
              <a:t>Section Divider title</a:t>
            </a:r>
          </a:p>
        </p:txBody>
      </p:sp>
      <p:sp>
        <p:nvSpPr>
          <p:cNvPr id="2" name="Text Placeholder 4">
            <a:extLst>
              <a:ext uri="{FF2B5EF4-FFF2-40B4-BE49-F238E27FC236}">
                <a16:creationId xmlns:a16="http://schemas.microsoft.com/office/drawing/2014/main" id="{5C2D7F27-723C-3745-C8D1-5A9440BCEED7}"/>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tx1"/>
                </a:solidFill>
                <a:latin typeface="Segoe UI Variable Display" pitchFamily="2" charset="0"/>
              </a:defRPr>
            </a:lvl1pPr>
          </a:lstStyle>
          <a:p>
            <a:pPr lvl="0"/>
            <a:r>
              <a:rPr lang="en-US"/>
              <a:t>Subtitle</a:t>
            </a:r>
          </a:p>
        </p:txBody>
      </p:sp>
    </p:spTree>
    <p:extLst>
      <p:ext uri="{BB962C8B-B14F-4D97-AF65-F5344CB8AC3E}">
        <p14:creationId xmlns:p14="http://schemas.microsoft.com/office/powerpoint/2010/main" val="36888807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lank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D90F2B-C625-D74D-0F83-8C5092EAA7D6}"/>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2">
            <a:extLst>
              <a:ext uri="{FF2B5EF4-FFF2-40B4-BE49-F238E27FC236}">
                <a16:creationId xmlns:a16="http://schemas.microsoft.com/office/drawing/2014/main" id="{3888857E-1B2B-32A5-FE56-3867EB1638A3}"/>
              </a:ext>
            </a:extLst>
          </p:cNvPr>
          <p:cNvSpPr>
            <a:spLocks noGrp="1"/>
          </p:cNvSpPr>
          <p:nvPr>
            <p:ph type="body" sz="quarter" idx="11" hasCustomPrompt="1"/>
          </p:nvPr>
        </p:nvSpPr>
        <p:spPr>
          <a:xfrm>
            <a:off x="584201" y="5369099"/>
            <a:ext cx="11128187" cy="763655"/>
          </a:xfrm>
          <a:prstGeom prst="rect">
            <a:avLst/>
          </a:prstGeom>
        </p:spPr>
        <p:txBody>
          <a:bodyPr anchor="b">
            <a:noAutofit/>
          </a:bodyPr>
          <a:lstStyle>
            <a:lvl1pPr marL="0" indent="0">
              <a:buNone/>
              <a:defRPr sz="48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Click to edit title</a:t>
            </a:r>
          </a:p>
        </p:txBody>
      </p:sp>
      <p:sp>
        <p:nvSpPr>
          <p:cNvPr id="7" name="Footer Placeholder 1">
            <a:extLst>
              <a:ext uri="{FF2B5EF4-FFF2-40B4-BE49-F238E27FC236}">
                <a16:creationId xmlns:a16="http://schemas.microsoft.com/office/drawing/2014/main" id="{7A38BE22-6AA2-521B-285D-5426E1F4F4A9}"/>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4099519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78226A4-A1AE-3745-A3A3-2A26E8C9834A}"/>
              </a:ext>
            </a:extLst>
          </p:cNvPr>
          <p:cNvSpPr>
            <a:spLocks noGrp="1"/>
          </p:cNvSpPr>
          <p:nvPr>
            <p:ph type="body" sz="quarter" idx="12" hasCustomPrompt="1"/>
          </p:nvPr>
        </p:nvSpPr>
        <p:spPr>
          <a:xfrm>
            <a:off x="584201" y="5369099"/>
            <a:ext cx="11128187" cy="763655"/>
          </a:xfrm>
          <a:prstGeom prst="rect">
            <a:avLst/>
          </a:prstGeom>
        </p:spPr>
        <p:txBody>
          <a:bodyPr anchor="b">
            <a:noAutofit/>
          </a:bodyPr>
          <a:lstStyle>
            <a:lvl1pPr marL="0" indent="0">
              <a:buNone/>
              <a:defRPr sz="48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latin typeface="Segoe UI Variable Display" pitchFamily="2" charset="0"/>
              </a:rPr>
              <a:t>Click to edit title</a:t>
            </a:r>
          </a:p>
        </p:txBody>
      </p:sp>
      <p:sp>
        <p:nvSpPr>
          <p:cNvPr id="6" name="Footer Placeholder 1">
            <a:extLst>
              <a:ext uri="{FF2B5EF4-FFF2-40B4-BE49-F238E27FC236}">
                <a16:creationId xmlns:a16="http://schemas.microsoft.com/office/drawing/2014/main" id="{51F3B1FA-F5A4-87CA-1BFC-2EDE23CFBBD1}"/>
              </a:ext>
            </a:extLst>
          </p:cNvPr>
          <p:cNvSpPr>
            <a:spLocks noGrp="1"/>
          </p:cNvSpPr>
          <p:nvPr>
            <p:ph type="ftr" sz="quarter" idx="16"/>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7330306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_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E4E6899-69D9-8DF8-3562-A9BD34681588}"/>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Slide Number Placeholder 7">
            <a:extLst>
              <a:ext uri="{FF2B5EF4-FFF2-40B4-BE49-F238E27FC236}">
                <a16:creationId xmlns:a16="http://schemas.microsoft.com/office/drawing/2014/main" id="{EDDFDE15-7818-1751-D702-DB58A162D3BE}"/>
              </a:ext>
            </a:extLst>
          </p:cNvPr>
          <p:cNvSpPr>
            <a:spLocks noGrp="1"/>
          </p:cNvSpPr>
          <p:nvPr>
            <p:ph type="sldNum" sz="quarter" idx="15"/>
          </p:nvPr>
        </p:nvSpPr>
        <p:spPr/>
        <p:txBody>
          <a:bodyPr/>
          <a:lstStyle>
            <a:lvl1pPr>
              <a:defRPr b="1" i="0">
                <a:solidFill>
                  <a:schemeClr val="bg1"/>
                </a:solidFill>
                <a:latin typeface="Segoe UI Variable Display" pitchFamily="2" charset="0"/>
              </a:defRPr>
            </a:lvl1pPr>
          </a:lstStyle>
          <a:p>
            <a:fld id="{F126207E-29C7-4F9F-8309-C6BAAD6BC8C8}" type="slidenum">
              <a:rPr lang="en-US" smtClean="0"/>
              <a:pPr/>
              <a:t>‹#›</a:t>
            </a:fld>
            <a:endParaRPr lang="en-US"/>
          </a:p>
        </p:txBody>
      </p:sp>
      <p:sp>
        <p:nvSpPr>
          <p:cNvPr id="2" name="TextBox 1">
            <a:extLst>
              <a:ext uri="{FF2B5EF4-FFF2-40B4-BE49-F238E27FC236}">
                <a16:creationId xmlns:a16="http://schemas.microsoft.com/office/drawing/2014/main" id="{C0C1198E-A442-CDDE-C721-94C16341032F}"/>
              </a:ext>
            </a:extLst>
          </p:cNvPr>
          <p:cNvSpPr txBox="1"/>
          <p:nvPr userDrawn="1"/>
        </p:nvSpPr>
        <p:spPr>
          <a:xfrm>
            <a:off x="721361" y="2014739"/>
            <a:ext cx="3210560" cy="2385268"/>
          </a:xfrm>
          <a:prstGeom prst="rect">
            <a:avLst/>
          </a:prstGeom>
          <a:noFill/>
        </p:spPr>
        <p:txBody>
          <a:bodyPr wrap="square" lIns="0" tIns="0" rIns="0" bIns="0" rtlCol="0">
            <a:spAutoFit/>
          </a:bodyPr>
          <a:lstStyle/>
          <a:p>
            <a:pPr algn="l"/>
            <a:r>
              <a:rPr lang="en-US" sz="15500" b="1" i="0">
                <a:solidFill>
                  <a:schemeClr val="accent3">
                    <a:lumMod val="40000"/>
                    <a:lumOff val="60000"/>
                  </a:schemeClr>
                </a:solidFill>
                <a:latin typeface="Segoe UI Variable Display" pitchFamily="2" charset="0"/>
                <a:cs typeface="Segoe UI Black" panose="020B0502040204020203" pitchFamily="34" charset="0"/>
              </a:rPr>
              <a:t>“</a:t>
            </a:r>
          </a:p>
        </p:txBody>
      </p:sp>
      <p:sp>
        <p:nvSpPr>
          <p:cNvPr id="3" name="Text Placeholder 2">
            <a:extLst>
              <a:ext uri="{FF2B5EF4-FFF2-40B4-BE49-F238E27FC236}">
                <a16:creationId xmlns:a16="http://schemas.microsoft.com/office/drawing/2014/main" id="{75A4BAFA-7127-6C18-1004-7E76BB691DF4}"/>
              </a:ext>
            </a:extLst>
          </p:cNvPr>
          <p:cNvSpPr>
            <a:spLocks noGrp="1"/>
          </p:cNvSpPr>
          <p:nvPr>
            <p:ph type="body" sz="quarter" idx="11" hasCustomPrompt="1"/>
          </p:nvPr>
        </p:nvSpPr>
        <p:spPr>
          <a:xfrm>
            <a:off x="1119949" y="3012689"/>
            <a:ext cx="9952101" cy="2092881"/>
          </a:xfrm>
          <a:prstGeom prst="rect">
            <a:avLst/>
          </a:prstGeom>
        </p:spPr>
        <p:txBody>
          <a:bodyPr/>
          <a:lstStyle>
            <a:lvl1pPr marL="0" indent="0">
              <a:buNone/>
              <a:defRPr sz="40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a:t>
            </a:r>
          </a:p>
        </p:txBody>
      </p:sp>
      <p:sp>
        <p:nvSpPr>
          <p:cNvPr id="5" name="Text Placeholder 3">
            <a:extLst>
              <a:ext uri="{FF2B5EF4-FFF2-40B4-BE49-F238E27FC236}">
                <a16:creationId xmlns:a16="http://schemas.microsoft.com/office/drawing/2014/main" id="{DC94C2EC-511A-A0CE-A973-77E67A941389}"/>
              </a:ext>
            </a:extLst>
          </p:cNvPr>
          <p:cNvSpPr>
            <a:spLocks noGrp="1"/>
          </p:cNvSpPr>
          <p:nvPr>
            <p:ph type="body" sz="quarter" idx="12" hasCustomPrompt="1"/>
          </p:nvPr>
        </p:nvSpPr>
        <p:spPr>
          <a:xfrm>
            <a:off x="1119188" y="5292185"/>
            <a:ext cx="9953625" cy="246221"/>
          </a:xfrm>
          <a:prstGeom prst="rect">
            <a:avLst/>
          </a:prstGeom>
        </p:spPr>
        <p:txBody>
          <a:bodyPr/>
          <a:lstStyle>
            <a:lvl1pPr marL="0" indent="0">
              <a:buNone/>
              <a:defRPr sz="1600" b="1" i="0">
                <a:solidFill>
                  <a:schemeClr val="bg1"/>
                </a:solidFill>
                <a:latin typeface="Segoe UI Semibold" panose="020B0702040204020203" pitchFamily="34" charset="0"/>
                <a:cs typeface="Segoe UI Semibold" panose="020B0702040204020203" pitchFamily="34" charset="0"/>
              </a:defRPr>
            </a:lvl1pPr>
          </a:lstStyle>
          <a:p>
            <a:pPr algn="l"/>
            <a:r>
              <a:rPr lang="en-US" sz="1600" b="1" i="0">
                <a:solidFill>
                  <a:schemeClr val="bg1"/>
                </a:solidFill>
                <a:latin typeface="Segoe UI Variable Small Semibold" pitchFamily="2" charset="0"/>
              </a:rPr>
              <a:t>Person’s Name – Title - Source</a:t>
            </a:r>
          </a:p>
        </p:txBody>
      </p:sp>
      <p:sp>
        <p:nvSpPr>
          <p:cNvPr id="12" name="Text Placeholder 9">
            <a:extLst>
              <a:ext uri="{FF2B5EF4-FFF2-40B4-BE49-F238E27FC236}">
                <a16:creationId xmlns:a16="http://schemas.microsoft.com/office/drawing/2014/main" id="{EB529936-4718-5813-E590-8D95CF84E2AE}"/>
              </a:ext>
            </a:extLst>
          </p:cNvPr>
          <p:cNvSpPr>
            <a:spLocks noGrp="1"/>
          </p:cNvSpPr>
          <p:nvPr>
            <p:ph type="body" sz="quarter" idx="13" hasCustomPrompt="1"/>
          </p:nvPr>
        </p:nvSpPr>
        <p:spPr>
          <a:xfrm>
            <a:off x="1119188" y="5589841"/>
            <a:ext cx="9953625" cy="184666"/>
          </a:xfrm>
          <a:prstGeom prst="rect">
            <a:avLst/>
          </a:prstGeom>
        </p:spPr>
        <p:txBody>
          <a:bodyPr/>
          <a:lstStyle>
            <a:lvl1pPr marL="0" indent="0">
              <a:buNone/>
              <a:defRPr sz="1200" b="0" i="0">
                <a:solidFill>
                  <a:schemeClr val="bg1"/>
                </a:solidFill>
                <a:latin typeface="+mn-lt"/>
                <a:cs typeface="Segoe UI Semilight" panose="020B0402040204020203" pitchFamily="34" charset="0"/>
              </a:defRPr>
            </a:lvl1pPr>
          </a:lstStyle>
          <a:p>
            <a:pPr algn="l"/>
            <a:r>
              <a:rPr lang="en-US" sz="1200" b="0" i="0">
                <a:solidFill>
                  <a:schemeClr val="bg1"/>
                </a:solidFill>
                <a:latin typeface="Segoe UI Variable Small Semilight" pitchFamily="2" charset="0"/>
              </a:rPr>
              <a:t>Tertiary Information Goes Here</a:t>
            </a:r>
          </a:p>
        </p:txBody>
      </p:sp>
      <p:sp>
        <p:nvSpPr>
          <p:cNvPr id="6" name="Footer Placeholder 1">
            <a:extLst>
              <a:ext uri="{FF2B5EF4-FFF2-40B4-BE49-F238E27FC236}">
                <a16:creationId xmlns:a16="http://schemas.microsoft.com/office/drawing/2014/main" id="{47DEEA79-BC89-68A6-0D17-69C3C2D1B84C}"/>
              </a:ext>
            </a:extLst>
          </p:cNvPr>
          <p:cNvSpPr>
            <a:spLocks noGrp="1"/>
          </p:cNvSpPr>
          <p:nvPr>
            <p:ph type="ftr" sz="quarter" idx="16"/>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492723837"/>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_Whi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EDDFDE15-7818-1751-D702-DB58A162D3BE}"/>
              </a:ext>
            </a:extLst>
          </p:cNvPr>
          <p:cNvSpPr>
            <a:spLocks noGrp="1"/>
          </p:cNvSpPr>
          <p:nvPr>
            <p:ph type="sldNum" sz="quarter" idx="15"/>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2" name="Footer Placeholder 1">
            <a:extLst>
              <a:ext uri="{FF2B5EF4-FFF2-40B4-BE49-F238E27FC236}">
                <a16:creationId xmlns:a16="http://schemas.microsoft.com/office/drawing/2014/main" id="{EC56F4E8-F6DB-0F4D-EFF1-56B18856A03A}"/>
              </a:ext>
            </a:extLst>
          </p:cNvPr>
          <p:cNvSpPr>
            <a:spLocks noGrp="1"/>
          </p:cNvSpPr>
          <p:nvPr>
            <p:ph type="ftr" sz="quarter" idx="16"/>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2">
            <a:extLst>
              <a:ext uri="{FF2B5EF4-FFF2-40B4-BE49-F238E27FC236}">
                <a16:creationId xmlns:a16="http://schemas.microsoft.com/office/drawing/2014/main" id="{088DC2D7-12FF-E0B6-E67D-F57C23A75DA4}"/>
              </a:ext>
            </a:extLst>
          </p:cNvPr>
          <p:cNvSpPr>
            <a:spLocks noGrp="1"/>
          </p:cNvSpPr>
          <p:nvPr>
            <p:ph type="body" sz="quarter" idx="11" hasCustomPrompt="1"/>
          </p:nvPr>
        </p:nvSpPr>
        <p:spPr>
          <a:xfrm>
            <a:off x="1119949" y="3012689"/>
            <a:ext cx="9952101" cy="2092881"/>
          </a:xfrm>
          <a:prstGeom prst="rect">
            <a:avLst/>
          </a:prstGeom>
        </p:spPr>
        <p:txBody>
          <a:bodyPr/>
          <a:lstStyle>
            <a:lvl1pPr marL="0" indent="0">
              <a:buNone/>
              <a:defRPr sz="40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a:t>
            </a:r>
          </a:p>
        </p:txBody>
      </p:sp>
      <p:sp>
        <p:nvSpPr>
          <p:cNvPr id="10" name="Text Placeholder 3">
            <a:extLst>
              <a:ext uri="{FF2B5EF4-FFF2-40B4-BE49-F238E27FC236}">
                <a16:creationId xmlns:a16="http://schemas.microsoft.com/office/drawing/2014/main" id="{9353D2C3-E997-95E8-9BE9-061C8A8BBCCF}"/>
              </a:ext>
            </a:extLst>
          </p:cNvPr>
          <p:cNvSpPr>
            <a:spLocks noGrp="1"/>
          </p:cNvSpPr>
          <p:nvPr>
            <p:ph type="body" sz="quarter" idx="12" hasCustomPrompt="1"/>
          </p:nvPr>
        </p:nvSpPr>
        <p:spPr>
          <a:xfrm>
            <a:off x="1119188" y="5292185"/>
            <a:ext cx="9953625" cy="246221"/>
          </a:xfrm>
          <a:prstGeom prst="rect">
            <a:avLst/>
          </a:prstGeom>
        </p:spPr>
        <p:txBody>
          <a:bodyPr/>
          <a:lstStyle>
            <a:lvl1pPr marL="0" indent="0">
              <a:buNone/>
              <a:defRPr sz="1600" b="1" i="0">
                <a:solidFill>
                  <a:schemeClr val="tx1"/>
                </a:solidFill>
                <a:latin typeface="Segoe UI Semibold" panose="020B0702040204020203" pitchFamily="34" charset="0"/>
                <a:cs typeface="Segoe UI Semibold" panose="020B0702040204020203" pitchFamily="34" charset="0"/>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600" b="1" i="0">
                <a:solidFill>
                  <a:schemeClr val="tx1"/>
                </a:solidFill>
                <a:latin typeface="Segoe UI Variable Small Semibold" pitchFamily="2" charset="0"/>
              </a:rPr>
              <a:t>Person’s Name – Title - Source</a:t>
            </a:r>
          </a:p>
        </p:txBody>
      </p:sp>
      <p:sp>
        <p:nvSpPr>
          <p:cNvPr id="12" name="Text Placeholder 9">
            <a:extLst>
              <a:ext uri="{FF2B5EF4-FFF2-40B4-BE49-F238E27FC236}">
                <a16:creationId xmlns:a16="http://schemas.microsoft.com/office/drawing/2014/main" id="{B01E6E8A-DC83-B933-928D-1D697891386F}"/>
              </a:ext>
            </a:extLst>
          </p:cNvPr>
          <p:cNvSpPr>
            <a:spLocks noGrp="1"/>
          </p:cNvSpPr>
          <p:nvPr>
            <p:ph type="body" sz="quarter" idx="13" hasCustomPrompt="1"/>
          </p:nvPr>
        </p:nvSpPr>
        <p:spPr>
          <a:xfrm>
            <a:off x="1119188" y="5589841"/>
            <a:ext cx="9953625" cy="184666"/>
          </a:xfrm>
          <a:prstGeom prst="rect">
            <a:avLst/>
          </a:prstGeom>
        </p:spPr>
        <p:txBody>
          <a:bodyPr/>
          <a:lstStyle>
            <a:lvl1pPr marL="0" indent="0">
              <a:buNone/>
              <a:defRPr sz="1200" b="0" i="0">
                <a:solidFill>
                  <a:schemeClr val="tx1"/>
                </a:solidFill>
                <a:latin typeface="+mn-lt"/>
                <a:cs typeface="Segoe UI Semilight" panose="020B0402040204020203" pitchFamily="34" charset="0"/>
              </a:defRPr>
            </a:lvl1pPr>
          </a:lstStyle>
          <a:p>
            <a:pPr algn="l"/>
            <a:r>
              <a:rPr lang="en-US" sz="1200" b="0" i="0">
                <a:solidFill>
                  <a:schemeClr val="tx1"/>
                </a:solidFill>
                <a:latin typeface="Segoe UI Variable Small Semilight" pitchFamily="2" charset="0"/>
              </a:rPr>
              <a:t>Tertiary Information Goes Here</a:t>
            </a:r>
          </a:p>
        </p:txBody>
      </p:sp>
      <p:sp>
        <p:nvSpPr>
          <p:cNvPr id="15" name="TextBox 14">
            <a:extLst>
              <a:ext uri="{FF2B5EF4-FFF2-40B4-BE49-F238E27FC236}">
                <a16:creationId xmlns:a16="http://schemas.microsoft.com/office/drawing/2014/main" id="{A173C091-9656-B3EF-C62B-AA0D97173ED4}"/>
              </a:ext>
            </a:extLst>
          </p:cNvPr>
          <p:cNvSpPr txBox="1"/>
          <p:nvPr userDrawn="1"/>
        </p:nvSpPr>
        <p:spPr>
          <a:xfrm>
            <a:off x="721361" y="2014739"/>
            <a:ext cx="3210560" cy="2385268"/>
          </a:xfrm>
          <a:prstGeom prst="rect">
            <a:avLst/>
          </a:prstGeom>
          <a:noFill/>
        </p:spPr>
        <p:txBody>
          <a:bodyPr wrap="square" lIns="0" tIns="0" rIns="0" bIns="0" rtlCol="0">
            <a:spAutoFit/>
          </a:bodyPr>
          <a:lstStyle/>
          <a:p>
            <a:pPr algn="l"/>
            <a:r>
              <a:rPr lang="en-US" sz="15500" b="1" i="0">
                <a:solidFill>
                  <a:schemeClr val="accent3">
                    <a:lumMod val="40000"/>
                    <a:lumOff val="60000"/>
                  </a:schemeClr>
                </a:solidFill>
                <a:latin typeface="Segoe UI Variable Display" pitchFamily="2" charset="0"/>
                <a:cs typeface="Segoe UI Black" panose="020B0502040204020203" pitchFamily="34" charset="0"/>
              </a:rPr>
              <a:t>“</a:t>
            </a:r>
          </a:p>
        </p:txBody>
      </p:sp>
    </p:spTree>
    <p:extLst>
      <p:ext uri="{BB962C8B-B14F-4D97-AF65-F5344CB8AC3E}">
        <p14:creationId xmlns:p14="http://schemas.microsoft.com/office/powerpoint/2010/main" val="1683767486"/>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Section_Half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7E515-D420-0274-4191-E5F7CB926E74}"/>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9" name="Text Placeholder 2">
            <a:extLst>
              <a:ext uri="{FF2B5EF4-FFF2-40B4-BE49-F238E27FC236}">
                <a16:creationId xmlns:a16="http://schemas.microsoft.com/office/drawing/2014/main" id="{78210DB2-5758-3D51-0A08-A1174E40B4A2}"/>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bg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
        <p:nvSpPr>
          <p:cNvPr id="5" name="Text Placeholder 4">
            <a:extLst>
              <a:ext uri="{FF2B5EF4-FFF2-40B4-BE49-F238E27FC236}">
                <a16:creationId xmlns:a16="http://schemas.microsoft.com/office/drawing/2014/main" id="{B0A8C59B-6B0C-9492-954B-8FEF45936480}"/>
              </a:ext>
            </a:extLst>
          </p:cNvPr>
          <p:cNvSpPr>
            <a:spLocks noGrp="1"/>
          </p:cNvSpPr>
          <p:nvPr>
            <p:ph type="body" sz="quarter" idx="13" hasCustomPrompt="1"/>
          </p:nvPr>
        </p:nvSpPr>
        <p:spPr>
          <a:xfrm>
            <a:off x="6892671" y="990243"/>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10" name="Text Placeholder 4">
            <a:extLst>
              <a:ext uri="{FF2B5EF4-FFF2-40B4-BE49-F238E27FC236}">
                <a16:creationId xmlns:a16="http://schemas.microsoft.com/office/drawing/2014/main" id="{6D1AED05-C869-9AEA-DD95-5526A869D852}"/>
              </a:ext>
            </a:extLst>
          </p:cNvPr>
          <p:cNvSpPr>
            <a:spLocks noGrp="1"/>
          </p:cNvSpPr>
          <p:nvPr>
            <p:ph type="body" sz="quarter" idx="14" hasCustomPrompt="1"/>
          </p:nvPr>
        </p:nvSpPr>
        <p:spPr>
          <a:xfrm>
            <a:off x="6892671" y="1320304"/>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14" name="Text Placeholder 4">
            <a:extLst>
              <a:ext uri="{FF2B5EF4-FFF2-40B4-BE49-F238E27FC236}">
                <a16:creationId xmlns:a16="http://schemas.microsoft.com/office/drawing/2014/main" id="{1C30D727-631C-4F3D-1DA5-8A5CC8A5F1D4}"/>
              </a:ext>
            </a:extLst>
          </p:cNvPr>
          <p:cNvSpPr>
            <a:spLocks noGrp="1"/>
          </p:cNvSpPr>
          <p:nvPr>
            <p:ph type="body" sz="quarter" idx="16" hasCustomPrompt="1"/>
          </p:nvPr>
        </p:nvSpPr>
        <p:spPr>
          <a:xfrm>
            <a:off x="6892671" y="1599663"/>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3" name="Slide Number Placeholder 2">
            <a:extLst>
              <a:ext uri="{FF2B5EF4-FFF2-40B4-BE49-F238E27FC236}">
                <a16:creationId xmlns:a16="http://schemas.microsoft.com/office/drawing/2014/main" id="{C77E599C-CC5B-4B98-F426-05A786AB0616}"/>
              </a:ext>
            </a:extLst>
          </p:cNvPr>
          <p:cNvSpPr>
            <a:spLocks noGrp="1"/>
          </p:cNvSpPr>
          <p:nvPr>
            <p:ph type="sldNum" sz="quarter" idx="2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Footer Placeholder 1">
            <a:extLst>
              <a:ext uri="{FF2B5EF4-FFF2-40B4-BE49-F238E27FC236}">
                <a16:creationId xmlns:a16="http://schemas.microsoft.com/office/drawing/2014/main" id="{3C8A360D-EDB2-5F75-F845-AD7395FB3ABA}"/>
              </a:ext>
            </a:extLst>
          </p:cNvPr>
          <p:cNvSpPr>
            <a:spLocks noGrp="1"/>
          </p:cNvSpPr>
          <p:nvPr>
            <p:ph type="ftr" sz="quarter" idx="25"/>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24" name="Text Placeholder 4">
            <a:extLst>
              <a:ext uri="{FF2B5EF4-FFF2-40B4-BE49-F238E27FC236}">
                <a16:creationId xmlns:a16="http://schemas.microsoft.com/office/drawing/2014/main" id="{C1DD1155-DE80-DB16-5D58-FE37ACECE0BF}"/>
              </a:ext>
            </a:extLst>
          </p:cNvPr>
          <p:cNvSpPr>
            <a:spLocks noGrp="1"/>
          </p:cNvSpPr>
          <p:nvPr>
            <p:ph type="body" sz="quarter" idx="26" hasCustomPrompt="1"/>
          </p:nvPr>
        </p:nvSpPr>
        <p:spPr>
          <a:xfrm>
            <a:off x="6923151" y="287300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5" name="Text Placeholder 4">
            <a:extLst>
              <a:ext uri="{FF2B5EF4-FFF2-40B4-BE49-F238E27FC236}">
                <a16:creationId xmlns:a16="http://schemas.microsoft.com/office/drawing/2014/main" id="{9C97BEAF-CFE3-69EC-C552-3BBA9BBD38B8}"/>
              </a:ext>
            </a:extLst>
          </p:cNvPr>
          <p:cNvSpPr>
            <a:spLocks noGrp="1"/>
          </p:cNvSpPr>
          <p:nvPr>
            <p:ph type="body" sz="quarter" idx="27" hasCustomPrompt="1"/>
          </p:nvPr>
        </p:nvSpPr>
        <p:spPr>
          <a:xfrm>
            <a:off x="6923151" y="320306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6" name="Text Placeholder 4">
            <a:extLst>
              <a:ext uri="{FF2B5EF4-FFF2-40B4-BE49-F238E27FC236}">
                <a16:creationId xmlns:a16="http://schemas.microsoft.com/office/drawing/2014/main" id="{18D62252-6EF9-E882-0254-8366C7F92169}"/>
              </a:ext>
            </a:extLst>
          </p:cNvPr>
          <p:cNvSpPr>
            <a:spLocks noGrp="1"/>
          </p:cNvSpPr>
          <p:nvPr>
            <p:ph type="body" sz="quarter" idx="28" hasCustomPrompt="1"/>
          </p:nvPr>
        </p:nvSpPr>
        <p:spPr>
          <a:xfrm>
            <a:off x="6923151" y="348242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30" name="Text Placeholder 4">
            <a:extLst>
              <a:ext uri="{FF2B5EF4-FFF2-40B4-BE49-F238E27FC236}">
                <a16:creationId xmlns:a16="http://schemas.microsoft.com/office/drawing/2014/main" id="{7266C87E-16AC-E864-E6E5-63501E7FC73B}"/>
              </a:ext>
            </a:extLst>
          </p:cNvPr>
          <p:cNvSpPr>
            <a:spLocks noGrp="1"/>
          </p:cNvSpPr>
          <p:nvPr>
            <p:ph type="body" sz="quarter" idx="29" hasCustomPrompt="1"/>
          </p:nvPr>
        </p:nvSpPr>
        <p:spPr>
          <a:xfrm>
            <a:off x="6923151" y="476276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31" name="Text Placeholder 4">
            <a:extLst>
              <a:ext uri="{FF2B5EF4-FFF2-40B4-BE49-F238E27FC236}">
                <a16:creationId xmlns:a16="http://schemas.microsoft.com/office/drawing/2014/main" id="{6A206C02-56C5-016F-9670-736B6724DAA8}"/>
              </a:ext>
            </a:extLst>
          </p:cNvPr>
          <p:cNvSpPr>
            <a:spLocks noGrp="1"/>
          </p:cNvSpPr>
          <p:nvPr>
            <p:ph type="body" sz="quarter" idx="30" hasCustomPrompt="1"/>
          </p:nvPr>
        </p:nvSpPr>
        <p:spPr>
          <a:xfrm>
            <a:off x="6923151" y="509282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32" name="Text Placeholder 4">
            <a:extLst>
              <a:ext uri="{FF2B5EF4-FFF2-40B4-BE49-F238E27FC236}">
                <a16:creationId xmlns:a16="http://schemas.microsoft.com/office/drawing/2014/main" id="{AF78F7F5-AF1C-9AC8-5D66-0359EE0A348F}"/>
              </a:ext>
            </a:extLst>
          </p:cNvPr>
          <p:cNvSpPr>
            <a:spLocks noGrp="1"/>
          </p:cNvSpPr>
          <p:nvPr>
            <p:ph type="body" sz="quarter" idx="31" hasCustomPrompt="1"/>
          </p:nvPr>
        </p:nvSpPr>
        <p:spPr>
          <a:xfrm>
            <a:off x="6923151" y="537218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Tree>
    <p:extLst>
      <p:ext uri="{BB962C8B-B14F-4D97-AF65-F5344CB8AC3E}">
        <p14:creationId xmlns:p14="http://schemas.microsoft.com/office/powerpoint/2010/main" val="7627469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ection_Half_Whit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1DC71E-905C-13BA-8BEE-155F4B01A2C6}"/>
              </a:ext>
            </a:extLst>
          </p:cNvPr>
          <p:cNvSpPr>
            <a:spLocks noGrp="1"/>
          </p:cNvSpPr>
          <p:nvPr>
            <p:ph type="sldNum" sz="quarter" idx="2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cxnSp>
        <p:nvCxnSpPr>
          <p:cNvPr id="21" name="Straight Connector 20">
            <a:extLst>
              <a:ext uri="{FF2B5EF4-FFF2-40B4-BE49-F238E27FC236}">
                <a16:creationId xmlns:a16="http://schemas.microsoft.com/office/drawing/2014/main" id="{E2AF11C5-E7BE-76FB-76BD-F5BCFAD8287B}"/>
              </a:ext>
            </a:extLst>
          </p:cNvPr>
          <p:cNvCxnSpPr>
            <a:cxnSpLocks/>
          </p:cNvCxnSpPr>
          <p:nvPr userDrawn="1"/>
        </p:nvCxnSpPr>
        <p:spPr>
          <a:xfrm>
            <a:off x="6096000" y="577850"/>
            <a:ext cx="0" cy="570230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0EC1AEB3-203A-A99D-2704-85C106947BB6}"/>
              </a:ext>
            </a:extLst>
          </p:cNvPr>
          <p:cNvSpPr>
            <a:spLocks noGrp="1"/>
          </p:cNvSpPr>
          <p:nvPr>
            <p:ph type="ftr" sz="quarter" idx="25"/>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4" name="Text Placeholder 2">
            <a:extLst>
              <a:ext uri="{FF2B5EF4-FFF2-40B4-BE49-F238E27FC236}">
                <a16:creationId xmlns:a16="http://schemas.microsoft.com/office/drawing/2014/main" id="{10392172-D37E-90E7-AF16-D1A154B132F9}"/>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7" name="Text Placeholder 2">
            <a:extLst>
              <a:ext uri="{FF2B5EF4-FFF2-40B4-BE49-F238E27FC236}">
                <a16:creationId xmlns:a16="http://schemas.microsoft.com/office/drawing/2014/main" id="{BE39FFB6-BBAD-A579-98B0-E8612D7CA703}"/>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tx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
        <p:nvSpPr>
          <p:cNvPr id="11" name="Text Placeholder 4">
            <a:extLst>
              <a:ext uri="{FF2B5EF4-FFF2-40B4-BE49-F238E27FC236}">
                <a16:creationId xmlns:a16="http://schemas.microsoft.com/office/drawing/2014/main" id="{F017FD68-E283-E80A-842F-F53C3870EDB3}"/>
              </a:ext>
            </a:extLst>
          </p:cNvPr>
          <p:cNvSpPr>
            <a:spLocks noGrp="1"/>
          </p:cNvSpPr>
          <p:nvPr>
            <p:ph type="body" sz="quarter" idx="13" hasCustomPrompt="1"/>
          </p:nvPr>
        </p:nvSpPr>
        <p:spPr>
          <a:xfrm>
            <a:off x="6892671" y="990243"/>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12" name="Text Placeholder 4">
            <a:extLst>
              <a:ext uri="{FF2B5EF4-FFF2-40B4-BE49-F238E27FC236}">
                <a16:creationId xmlns:a16="http://schemas.microsoft.com/office/drawing/2014/main" id="{62D32000-2037-C308-B8C7-C6A4A0088AAF}"/>
              </a:ext>
            </a:extLst>
          </p:cNvPr>
          <p:cNvSpPr>
            <a:spLocks noGrp="1"/>
          </p:cNvSpPr>
          <p:nvPr>
            <p:ph type="body" sz="quarter" idx="14" hasCustomPrompt="1"/>
          </p:nvPr>
        </p:nvSpPr>
        <p:spPr>
          <a:xfrm>
            <a:off x="6892671" y="1320304"/>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13" name="Text Placeholder 4">
            <a:extLst>
              <a:ext uri="{FF2B5EF4-FFF2-40B4-BE49-F238E27FC236}">
                <a16:creationId xmlns:a16="http://schemas.microsoft.com/office/drawing/2014/main" id="{AE5DCA4E-18BD-A9A7-5BAE-0A5F63DC7C48}"/>
              </a:ext>
            </a:extLst>
          </p:cNvPr>
          <p:cNvSpPr>
            <a:spLocks noGrp="1"/>
          </p:cNvSpPr>
          <p:nvPr>
            <p:ph type="body" sz="quarter" idx="16" hasCustomPrompt="1"/>
          </p:nvPr>
        </p:nvSpPr>
        <p:spPr>
          <a:xfrm>
            <a:off x="6892671" y="1599663"/>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22" name="Text Placeholder 4">
            <a:extLst>
              <a:ext uri="{FF2B5EF4-FFF2-40B4-BE49-F238E27FC236}">
                <a16:creationId xmlns:a16="http://schemas.microsoft.com/office/drawing/2014/main" id="{8E8A3BE2-6125-36DB-1B15-B0443B967286}"/>
              </a:ext>
            </a:extLst>
          </p:cNvPr>
          <p:cNvSpPr>
            <a:spLocks noGrp="1"/>
          </p:cNvSpPr>
          <p:nvPr>
            <p:ph type="body" sz="quarter" idx="26" hasCustomPrompt="1"/>
          </p:nvPr>
        </p:nvSpPr>
        <p:spPr>
          <a:xfrm>
            <a:off x="6923151" y="287300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3" name="Text Placeholder 4">
            <a:extLst>
              <a:ext uri="{FF2B5EF4-FFF2-40B4-BE49-F238E27FC236}">
                <a16:creationId xmlns:a16="http://schemas.microsoft.com/office/drawing/2014/main" id="{880067E5-5A4B-B5F3-65C6-4E06F390ACC5}"/>
              </a:ext>
            </a:extLst>
          </p:cNvPr>
          <p:cNvSpPr>
            <a:spLocks noGrp="1"/>
          </p:cNvSpPr>
          <p:nvPr>
            <p:ph type="body" sz="quarter" idx="27" hasCustomPrompt="1"/>
          </p:nvPr>
        </p:nvSpPr>
        <p:spPr>
          <a:xfrm>
            <a:off x="6923151" y="320306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4" name="Text Placeholder 4">
            <a:extLst>
              <a:ext uri="{FF2B5EF4-FFF2-40B4-BE49-F238E27FC236}">
                <a16:creationId xmlns:a16="http://schemas.microsoft.com/office/drawing/2014/main" id="{74FF8FA0-FAD5-6833-412C-3CDF819AEC4E}"/>
              </a:ext>
            </a:extLst>
          </p:cNvPr>
          <p:cNvSpPr>
            <a:spLocks noGrp="1"/>
          </p:cNvSpPr>
          <p:nvPr>
            <p:ph type="body" sz="quarter" idx="28" hasCustomPrompt="1"/>
          </p:nvPr>
        </p:nvSpPr>
        <p:spPr>
          <a:xfrm>
            <a:off x="6923151" y="348242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25" name="Text Placeholder 4">
            <a:extLst>
              <a:ext uri="{FF2B5EF4-FFF2-40B4-BE49-F238E27FC236}">
                <a16:creationId xmlns:a16="http://schemas.microsoft.com/office/drawing/2014/main" id="{E851353C-80BC-58DC-665E-00F7967460A0}"/>
              </a:ext>
            </a:extLst>
          </p:cNvPr>
          <p:cNvSpPr>
            <a:spLocks noGrp="1"/>
          </p:cNvSpPr>
          <p:nvPr>
            <p:ph type="body" sz="quarter" idx="29" hasCustomPrompt="1"/>
          </p:nvPr>
        </p:nvSpPr>
        <p:spPr>
          <a:xfrm>
            <a:off x="6923151" y="476276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6" name="Text Placeholder 4">
            <a:extLst>
              <a:ext uri="{FF2B5EF4-FFF2-40B4-BE49-F238E27FC236}">
                <a16:creationId xmlns:a16="http://schemas.microsoft.com/office/drawing/2014/main" id="{5696F8D1-4A47-1BE9-F0D2-6EC8145AC4E1}"/>
              </a:ext>
            </a:extLst>
          </p:cNvPr>
          <p:cNvSpPr>
            <a:spLocks noGrp="1"/>
          </p:cNvSpPr>
          <p:nvPr>
            <p:ph type="body" sz="quarter" idx="30" hasCustomPrompt="1"/>
          </p:nvPr>
        </p:nvSpPr>
        <p:spPr>
          <a:xfrm>
            <a:off x="6923151" y="509282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7" name="Text Placeholder 4">
            <a:extLst>
              <a:ext uri="{FF2B5EF4-FFF2-40B4-BE49-F238E27FC236}">
                <a16:creationId xmlns:a16="http://schemas.microsoft.com/office/drawing/2014/main" id="{7324173E-AA9C-8BF3-2437-1771DBD138D3}"/>
              </a:ext>
            </a:extLst>
          </p:cNvPr>
          <p:cNvSpPr>
            <a:spLocks noGrp="1"/>
          </p:cNvSpPr>
          <p:nvPr>
            <p:ph type="body" sz="quarter" idx="31" hasCustomPrompt="1"/>
          </p:nvPr>
        </p:nvSpPr>
        <p:spPr>
          <a:xfrm>
            <a:off x="6923151" y="537218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Tree>
    <p:extLst>
      <p:ext uri="{BB962C8B-B14F-4D97-AF65-F5344CB8AC3E}">
        <p14:creationId xmlns:p14="http://schemas.microsoft.com/office/powerpoint/2010/main" val="79024469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Full_Bleed_Imag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3AEDEC4F-FC56-B05A-52AD-159156BC0DC8}"/>
              </a:ext>
            </a:extLst>
          </p:cNvPr>
          <p:cNvSpPr>
            <a:spLocks noGrp="1"/>
          </p:cNvSpPr>
          <p:nvPr>
            <p:ph type="pic" sz="quarter" idx="10" hasCustomPrompt="1"/>
          </p:nvPr>
        </p:nvSpPr>
        <p:spPr>
          <a:xfrm>
            <a:off x="0" y="0"/>
            <a:ext cx="12192000"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4413251"/>
            <a:ext cx="4994021" cy="1631950"/>
          </a:xfrm>
          <a:prstGeom prst="rect">
            <a:avLst/>
          </a:prstGeom>
        </p:spPr>
        <p:txBody>
          <a:bodyPr anchor="b">
            <a:noAutofit/>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text</a:t>
            </a:r>
          </a:p>
        </p:txBody>
      </p:sp>
      <p:sp>
        <p:nvSpPr>
          <p:cNvPr id="3" name="Footer Placeholder 1">
            <a:extLst>
              <a:ext uri="{FF2B5EF4-FFF2-40B4-BE49-F238E27FC236}">
                <a16:creationId xmlns:a16="http://schemas.microsoft.com/office/drawing/2014/main" id="{EAC0C3FF-ADA5-FFDB-57E4-002AFDA187C4}"/>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214642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Full_Bleed_Top_Image">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F5D3AEB4-C898-EBBD-E472-C4A8EAF8E92E}"/>
              </a:ext>
            </a:extLst>
          </p:cNvPr>
          <p:cNvSpPr>
            <a:spLocks noGrp="1"/>
          </p:cNvSpPr>
          <p:nvPr>
            <p:ph type="pic" sz="quarter" idx="10" hasCustomPrompt="1"/>
          </p:nvPr>
        </p:nvSpPr>
        <p:spPr>
          <a:xfrm>
            <a:off x="0" y="969206"/>
            <a:ext cx="12192000" cy="5888794"/>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pic>
        <p:nvPicPr>
          <p:cNvPr id="6" name="Picture 5">
            <a:extLst>
              <a:ext uri="{FF2B5EF4-FFF2-40B4-BE49-F238E27FC236}">
                <a16:creationId xmlns:a16="http://schemas.microsoft.com/office/drawing/2014/main" id="{942F0238-66BE-083C-C773-629AD18C76E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2">
            <a:extLst>
              <a:ext uri="{FF2B5EF4-FFF2-40B4-BE49-F238E27FC236}">
                <a16:creationId xmlns:a16="http://schemas.microsoft.com/office/drawing/2014/main" id="{C57B295A-33AB-0FBB-B09A-55A027E0B411}"/>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3" name="Footer Placeholder 1">
            <a:extLst>
              <a:ext uri="{FF2B5EF4-FFF2-40B4-BE49-F238E27FC236}">
                <a16:creationId xmlns:a16="http://schemas.microsoft.com/office/drawing/2014/main" id="{A4118093-7D3C-9764-D242-3FF6E0731EF9}"/>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9564349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Full_Bleed_Top_Whit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F8F8BBAC-8DA3-09F6-A450-B668FFC46A4F}"/>
              </a:ext>
            </a:extLst>
          </p:cNvPr>
          <p:cNvSpPr>
            <a:spLocks noGrp="1"/>
          </p:cNvSpPr>
          <p:nvPr>
            <p:ph type="pic" sz="quarter" idx="10" hasCustomPrompt="1"/>
          </p:nvPr>
        </p:nvSpPr>
        <p:spPr>
          <a:xfrm>
            <a:off x="0" y="969206"/>
            <a:ext cx="12192000" cy="5888794"/>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2">
            <a:extLst>
              <a:ext uri="{FF2B5EF4-FFF2-40B4-BE49-F238E27FC236}">
                <a16:creationId xmlns:a16="http://schemas.microsoft.com/office/drawing/2014/main" id="{C57B295A-33AB-0FBB-B09A-55A027E0B411}"/>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3" name="Footer Placeholder 1">
            <a:extLst>
              <a:ext uri="{FF2B5EF4-FFF2-40B4-BE49-F238E27FC236}">
                <a16:creationId xmlns:a16="http://schemas.microsoft.com/office/drawing/2014/main" id="{595F97B7-EA88-4DD0-A6FD-34D74E9D3FE4}"/>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20578784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Full_Bleed_Bottom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C2A66E-C3D9-FE0F-7C48-C1F7BB13BEE4}"/>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194297"/>
            <a:ext cx="12192000" cy="1663703"/>
          </a:xfrm>
          <a:custGeom>
            <a:avLst/>
            <a:gdLst>
              <a:gd name="connsiteX0" fmla="*/ 0 w 12192000"/>
              <a:gd name="connsiteY0" fmla="*/ 0 h 1663703"/>
              <a:gd name="connsiteX1" fmla="*/ 12192000 w 12192000"/>
              <a:gd name="connsiteY1" fmla="*/ 0 h 1663703"/>
              <a:gd name="connsiteX2" fmla="*/ 12192000 w 12192000"/>
              <a:gd name="connsiteY2" fmla="*/ 1663703 h 1663703"/>
              <a:gd name="connsiteX3" fmla="*/ 0 w 12192000"/>
              <a:gd name="connsiteY3" fmla="*/ 1663703 h 1663703"/>
            </a:gdLst>
            <a:ahLst/>
            <a:cxnLst>
              <a:cxn ang="0">
                <a:pos x="connsiteX0" y="connsiteY0"/>
              </a:cxn>
              <a:cxn ang="0">
                <a:pos x="connsiteX1" y="connsiteY1"/>
              </a:cxn>
              <a:cxn ang="0">
                <a:pos x="connsiteX2" y="connsiteY2"/>
              </a:cxn>
              <a:cxn ang="0">
                <a:pos x="connsiteX3" y="connsiteY3"/>
              </a:cxn>
            </a:cxnLst>
            <a:rect l="l" t="t" r="r" b="b"/>
            <a:pathLst>
              <a:path w="12192000" h="1663703">
                <a:moveTo>
                  <a:pt x="0" y="0"/>
                </a:moveTo>
                <a:lnTo>
                  <a:pt x="12192000" y="0"/>
                </a:lnTo>
                <a:lnTo>
                  <a:pt x="12192000" y="1663703"/>
                </a:lnTo>
                <a:lnTo>
                  <a:pt x="0" y="1663703"/>
                </a:lnTo>
                <a:close/>
              </a:path>
            </a:pathLst>
          </a:cu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5412143"/>
            <a:ext cx="11045889" cy="847368"/>
          </a:xfrm>
          <a:prstGeom prst="rect">
            <a:avLst/>
          </a:prstGeom>
        </p:spPr>
        <p:txBody>
          <a:bodyPr anchor="ctr">
            <a:noAutofit/>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solidFill>
                  <a:schemeClr val="bg1"/>
                </a:solidFill>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F527D418-DEB4-E6BE-632F-E81F936C2219}"/>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4" name="Picture Placeholder 3">
            <a:extLst>
              <a:ext uri="{FF2B5EF4-FFF2-40B4-BE49-F238E27FC236}">
                <a16:creationId xmlns:a16="http://schemas.microsoft.com/office/drawing/2014/main" id="{AC6B327B-BAC8-C162-6486-423D58BD11B9}"/>
              </a:ext>
            </a:extLst>
          </p:cNvPr>
          <p:cNvSpPr>
            <a:spLocks noGrp="1"/>
          </p:cNvSpPr>
          <p:nvPr>
            <p:ph type="pic" sz="quarter" idx="10" hasCustomPrompt="1"/>
          </p:nvPr>
        </p:nvSpPr>
        <p:spPr>
          <a:xfrm>
            <a:off x="0" y="-4"/>
            <a:ext cx="12192000" cy="5194301"/>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14093728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Full_Bleed_Bottom_White">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5412143"/>
            <a:ext cx="11045889" cy="847368"/>
          </a:xfrm>
          <a:prstGeom prst="rect">
            <a:avLst/>
          </a:prstGeom>
        </p:spPr>
        <p:txBody>
          <a:bodyPr anchor="ctr">
            <a:noAutofit/>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solidFill>
                  <a:schemeClr val="tx1"/>
                </a:solidFill>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4C3C472A-9880-67E2-C6C7-3134163D5A3B}"/>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4" name="Picture Placeholder 3">
            <a:extLst>
              <a:ext uri="{FF2B5EF4-FFF2-40B4-BE49-F238E27FC236}">
                <a16:creationId xmlns:a16="http://schemas.microsoft.com/office/drawing/2014/main" id="{859D7922-CA29-DA79-7E84-A874DC6BAF9A}"/>
              </a:ext>
            </a:extLst>
          </p:cNvPr>
          <p:cNvSpPr>
            <a:spLocks noGrp="1"/>
          </p:cNvSpPr>
          <p:nvPr>
            <p:ph type="pic" sz="quarter" idx="10" hasCustomPrompt="1"/>
          </p:nvPr>
        </p:nvSpPr>
        <p:spPr>
          <a:xfrm>
            <a:off x="0" y="-4"/>
            <a:ext cx="12192000" cy="5194301"/>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22394581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HalfHalf_Image">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0A8E3695-D58B-CEE4-8D30-AA6C47648C6B}"/>
              </a:ext>
            </a:extLst>
          </p:cNvPr>
          <p:cNvSpPr>
            <a:spLocks noGrp="1"/>
          </p:cNvSpPr>
          <p:nvPr>
            <p:ph type="pic" sz="quarter" idx="10" hasCustomPrompt="1"/>
          </p:nvPr>
        </p:nvSpPr>
        <p:spPr>
          <a:xfrm>
            <a:off x="6095998" y="0"/>
            <a:ext cx="6096001"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pic>
        <p:nvPicPr>
          <p:cNvPr id="5" name="Picture 4">
            <a:extLst>
              <a:ext uri="{FF2B5EF4-FFF2-40B4-BE49-F238E27FC236}">
                <a16:creationId xmlns:a16="http://schemas.microsoft.com/office/drawing/2014/main" id="{447239BF-0481-A97F-2349-BE6007CEC14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3" name="Slide Number Placeholder 2">
            <a:extLst>
              <a:ext uri="{FF2B5EF4-FFF2-40B4-BE49-F238E27FC236}">
                <a16:creationId xmlns:a16="http://schemas.microsoft.com/office/drawing/2014/main" id="{CFD5AF84-2053-9C47-0F10-14DA1507923E}"/>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Footer Placeholder 1">
            <a:extLst>
              <a:ext uri="{FF2B5EF4-FFF2-40B4-BE49-F238E27FC236}">
                <a16:creationId xmlns:a16="http://schemas.microsoft.com/office/drawing/2014/main" id="{2EDA3B3A-6C0B-15C1-7D74-FF397B603129}"/>
              </a:ext>
            </a:extLst>
          </p:cNvPr>
          <p:cNvSpPr>
            <a:spLocks noGrp="1"/>
          </p:cNvSpPr>
          <p:nvPr>
            <p:ph type="ftr" sz="quarter" idx="15"/>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8" name="Text Placeholder 2">
            <a:extLst>
              <a:ext uri="{FF2B5EF4-FFF2-40B4-BE49-F238E27FC236}">
                <a16:creationId xmlns:a16="http://schemas.microsoft.com/office/drawing/2014/main" id="{1CD2CE30-1A33-E095-1E39-36DACB7D926C}"/>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1" name="Text Placeholder 2">
            <a:extLst>
              <a:ext uri="{FF2B5EF4-FFF2-40B4-BE49-F238E27FC236}">
                <a16:creationId xmlns:a16="http://schemas.microsoft.com/office/drawing/2014/main" id="{24F931D7-A333-BB87-FFB5-3E9DAF4F1848}"/>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bg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Tree>
    <p:extLst>
      <p:ext uri="{BB962C8B-B14F-4D97-AF65-F5344CB8AC3E}">
        <p14:creationId xmlns:p14="http://schemas.microsoft.com/office/powerpoint/2010/main" val="330758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HalfHalf_Image_Whit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374165A-58C8-61CD-EBB8-4759B0CE5DBA}"/>
              </a:ext>
            </a:extLst>
          </p:cNvPr>
          <p:cNvSpPr>
            <a:spLocks noGrp="1"/>
          </p:cNvSpPr>
          <p:nvPr>
            <p:ph type="pic" sz="quarter" idx="10" hasCustomPrompt="1"/>
          </p:nvPr>
        </p:nvSpPr>
        <p:spPr>
          <a:xfrm>
            <a:off x="6095998" y="0"/>
            <a:ext cx="6096001"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06B4669D-57D3-3D89-6D13-EDDCEC473643}"/>
              </a:ext>
            </a:extLst>
          </p:cNvPr>
          <p:cNvSpPr>
            <a:spLocks noGrp="1"/>
          </p:cNvSpPr>
          <p:nvPr>
            <p:ph type="ftr" sz="quarter" idx="15"/>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12" name="Text Placeholder 2">
            <a:extLst>
              <a:ext uri="{FF2B5EF4-FFF2-40B4-BE49-F238E27FC236}">
                <a16:creationId xmlns:a16="http://schemas.microsoft.com/office/drawing/2014/main" id="{0C51C66B-C47F-0C5F-A1F2-BB028731B909}"/>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3" name="Text Placeholder 2">
            <a:extLst>
              <a:ext uri="{FF2B5EF4-FFF2-40B4-BE49-F238E27FC236}">
                <a16:creationId xmlns:a16="http://schemas.microsoft.com/office/drawing/2014/main" id="{B47B6CC6-422B-7741-4595-42A385F635F4}"/>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tx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Tree>
    <p:extLst>
      <p:ext uri="{BB962C8B-B14F-4D97-AF65-F5344CB8AC3E}">
        <p14:creationId xmlns:p14="http://schemas.microsoft.com/office/powerpoint/2010/main" val="18210293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op_Banner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4171D8-B95E-7C53-2CC9-A73E98EB7E10}"/>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8" y="1125402"/>
            <a:ext cx="11045889" cy="90811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F5BFD52B-9607-56D9-DA0D-CB98F20BCE7E}"/>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4">
            <a:extLst>
              <a:ext uri="{FF2B5EF4-FFF2-40B4-BE49-F238E27FC236}">
                <a16:creationId xmlns:a16="http://schemas.microsoft.com/office/drawing/2014/main" id="{40191303-7F6F-5DF5-9085-D58748C9EBF3}"/>
              </a:ext>
            </a:extLst>
          </p:cNvPr>
          <p:cNvSpPr>
            <a:spLocks noGrp="1"/>
          </p:cNvSpPr>
          <p:nvPr>
            <p:ph type="body" sz="quarter" idx="16" hasCustomPrompt="1"/>
          </p:nvPr>
        </p:nvSpPr>
        <p:spPr>
          <a:xfrm>
            <a:off x="563498" y="2171038"/>
            <a:ext cx="11045890" cy="4077362"/>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164981135"/>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op_Banner_Gradient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vert="horz" wrap="square" lIns="0" tIns="0" rIns="0" bIns="0" rtlCol="0">
            <a:spAutoFit/>
          </a:bodyPr>
          <a:lstStyle>
            <a:lvl1pPr>
              <a:defRPr lang="en-US" sz="3600">
                <a:solidFill>
                  <a:schemeClr val="tx1"/>
                </a:solidFill>
                <a:latin typeface="Segoe UI Variable Display" pitchFamily="2" charset="0"/>
              </a:defRPr>
            </a:lvl1pPr>
          </a:lstStyle>
          <a:p>
            <a:pPr marL="0" lvl="0" indent="0">
              <a:buNone/>
            </a:pPr>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7A193465-ADC4-F3FA-006A-4DFCD348545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4">
            <a:extLst>
              <a:ext uri="{FF2B5EF4-FFF2-40B4-BE49-F238E27FC236}">
                <a16:creationId xmlns:a16="http://schemas.microsoft.com/office/drawing/2014/main" id="{9611D6D9-4F27-F2CE-1B34-B66702E04839}"/>
              </a:ext>
            </a:extLst>
          </p:cNvPr>
          <p:cNvSpPr>
            <a:spLocks noGrp="1"/>
          </p:cNvSpPr>
          <p:nvPr>
            <p:ph type="body" sz="quarter" idx="13" hasCustomPrompt="1"/>
          </p:nvPr>
        </p:nvSpPr>
        <p:spPr>
          <a:xfrm>
            <a:off x="563498" y="1125402"/>
            <a:ext cx="11045889" cy="90811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2" name="Text Placeholder 4">
            <a:extLst>
              <a:ext uri="{FF2B5EF4-FFF2-40B4-BE49-F238E27FC236}">
                <a16:creationId xmlns:a16="http://schemas.microsoft.com/office/drawing/2014/main" id="{BAEF16A7-14DC-0F5A-9EFA-FEB462C2D9B2}"/>
              </a:ext>
            </a:extLst>
          </p:cNvPr>
          <p:cNvSpPr>
            <a:spLocks noGrp="1"/>
          </p:cNvSpPr>
          <p:nvPr>
            <p:ph type="body" sz="quarter" idx="16" hasCustomPrompt="1"/>
          </p:nvPr>
        </p:nvSpPr>
        <p:spPr>
          <a:xfrm>
            <a:off x="563498" y="2171038"/>
            <a:ext cx="11045890" cy="4077362"/>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270009449"/>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Banner_NoTert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8" y="1125401"/>
            <a:ext cx="11045889" cy="512299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5" name="Footer Placeholder 1">
            <a:extLst>
              <a:ext uri="{FF2B5EF4-FFF2-40B4-BE49-F238E27FC236}">
                <a16:creationId xmlns:a16="http://schemas.microsoft.com/office/drawing/2014/main" id="{4A3220C7-FAAE-6B2B-D410-9A2035A93902}"/>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7" name="Picture 6">
            <a:extLst>
              <a:ext uri="{FF2B5EF4-FFF2-40B4-BE49-F238E27FC236}">
                <a16:creationId xmlns:a16="http://schemas.microsoft.com/office/drawing/2014/main" id="{4E4A96EA-8D54-ADD1-09D5-0413E9FE692E}"/>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9" name="Text Placeholder 2">
            <a:extLst>
              <a:ext uri="{FF2B5EF4-FFF2-40B4-BE49-F238E27FC236}">
                <a16:creationId xmlns:a16="http://schemas.microsoft.com/office/drawing/2014/main" id="{25DECBCC-10C9-3B20-FF41-C63041E237B8}"/>
              </a:ext>
            </a:extLst>
          </p:cNvPr>
          <p:cNvSpPr>
            <a:spLocks noGrp="1"/>
          </p:cNvSpPr>
          <p:nvPr>
            <p:ph type="body" sz="quarter" idx="11" hasCustomPrompt="1"/>
          </p:nvPr>
        </p:nvSpPr>
        <p:spPr>
          <a:xfrm>
            <a:off x="563499" y="186252"/>
            <a:ext cx="11045888" cy="553998"/>
          </a:xfrm>
          <a:prstGeom prst="rect">
            <a:avLst/>
          </a:prstGeom>
        </p:spPr>
        <p:txBody>
          <a:bodyPr vert="horz" wrap="square" lIns="0" tIns="0" rIns="0" bIns="0" rtlCol="0">
            <a:spAutoFit/>
          </a:bodyPr>
          <a:lstStyle>
            <a:lvl1pPr marL="0" indent="0">
              <a:buNone/>
              <a:defRPr lang="en-US" sz="3600">
                <a:solidFill>
                  <a:schemeClr val="bg1"/>
                </a:solidFill>
                <a:latin typeface="+mj-lt"/>
              </a:defRPr>
            </a:lvl1pPr>
          </a:lstStyle>
          <a:p>
            <a:pPr marL="228600" lvl="0" indent="-228600"/>
            <a:r>
              <a:rPr lang="en-US" sz="3600" b="1" i="0">
                <a:latin typeface="Segoe UI Variable Display" pitchFamily="2" charset="0"/>
              </a:rPr>
              <a:t>Click to edit title</a:t>
            </a:r>
          </a:p>
        </p:txBody>
      </p:sp>
    </p:spTree>
    <p:extLst>
      <p:ext uri="{BB962C8B-B14F-4D97-AF65-F5344CB8AC3E}">
        <p14:creationId xmlns:p14="http://schemas.microsoft.com/office/powerpoint/2010/main" val="2133435203"/>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op_Banner_NoTert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4" name="Footer Placeholder 1">
            <a:extLst>
              <a:ext uri="{FF2B5EF4-FFF2-40B4-BE49-F238E27FC236}">
                <a16:creationId xmlns:a16="http://schemas.microsoft.com/office/drawing/2014/main" id="{1755EFB9-9C51-91C0-FEAF-31297B8B2C68}"/>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4">
            <a:extLst>
              <a:ext uri="{FF2B5EF4-FFF2-40B4-BE49-F238E27FC236}">
                <a16:creationId xmlns:a16="http://schemas.microsoft.com/office/drawing/2014/main" id="{91382626-CED8-2B9E-7D3C-5E126A56B6CB}"/>
              </a:ext>
            </a:extLst>
          </p:cNvPr>
          <p:cNvSpPr>
            <a:spLocks noGrp="1"/>
          </p:cNvSpPr>
          <p:nvPr>
            <p:ph type="body" sz="quarter" idx="13" hasCustomPrompt="1"/>
          </p:nvPr>
        </p:nvSpPr>
        <p:spPr>
          <a:xfrm>
            <a:off x="563498" y="1125401"/>
            <a:ext cx="11045889" cy="5177863"/>
          </a:xfrm>
          <a:prstGeom prst="rect">
            <a:avLst/>
          </a:prstGeom>
        </p:spPr>
        <p:txBody>
          <a:bodyPr/>
          <a:lstStyle>
            <a:lvl1pPr marL="0" indent="0">
              <a:buNone/>
              <a:defRPr sz="2000" b="0"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Tree>
    <p:extLst>
      <p:ext uri="{BB962C8B-B14F-4D97-AF65-F5344CB8AC3E}">
        <p14:creationId xmlns:p14="http://schemas.microsoft.com/office/powerpoint/2010/main" val="198837519"/>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op_Banner_Duo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9" y="112540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4">
            <a:extLst>
              <a:ext uri="{FF2B5EF4-FFF2-40B4-BE49-F238E27FC236}">
                <a16:creationId xmlns:a16="http://schemas.microsoft.com/office/drawing/2014/main" id="{87A707C1-7CFF-F8B3-0065-07AB65C52903}"/>
              </a:ext>
            </a:extLst>
          </p:cNvPr>
          <p:cNvSpPr>
            <a:spLocks noGrp="1"/>
          </p:cNvSpPr>
          <p:nvPr>
            <p:ph type="body" sz="quarter" idx="19" hasCustomPrompt="1"/>
          </p:nvPr>
        </p:nvSpPr>
        <p:spPr>
          <a:xfrm>
            <a:off x="6269535" y="111422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5" name="Footer Placeholder 1">
            <a:extLst>
              <a:ext uri="{FF2B5EF4-FFF2-40B4-BE49-F238E27FC236}">
                <a16:creationId xmlns:a16="http://schemas.microsoft.com/office/drawing/2014/main" id="{B33B71F4-3755-658C-6CEC-DC7462957F30}"/>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11" name="Picture 10">
            <a:extLst>
              <a:ext uri="{FF2B5EF4-FFF2-40B4-BE49-F238E27FC236}">
                <a16:creationId xmlns:a16="http://schemas.microsoft.com/office/drawing/2014/main" id="{27ADDDFE-8429-7DAE-8EB5-A0ED71C7BB3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12" name="Text Placeholder 2">
            <a:extLst>
              <a:ext uri="{FF2B5EF4-FFF2-40B4-BE49-F238E27FC236}">
                <a16:creationId xmlns:a16="http://schemas.microsoft.com/office/drawing/2014/main" id="{FA48CB90-2254-194C-D01F-D132279547CC}"/>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3" name="Text Placeholder 4">
            <a:extLst>
              <a:ext uri="{FF2B5EF4-FFF2-40B4-BE49-F238E27FC236}">
                <a16:creationId xmlns:a16="http://schemas.microsoft.com/office/drawing/2014/main" id="{822A8AFE-5C2A-6252-FE77-9B5074E6B037}"/>
              </a:ext>
            </a:extLst>
          </p:cNvPr>
          <p:cNvSpPr>
            <a:spLocks noGrp="1"/>
          </p:cNvSpPr>
          <p:nvPr>
            <p:ph type="body" sz="quarter" idx="16" hasCustomPrompt="1"/>
          </p:nvPr>
        </p:nvSpPr>
        <p:spPr>
          <a:xfrm>
            <a:off x="563499" y="217103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
        <p:nvSpPr>
          <p:cNvPr id="14" name="Text Placeholder 4">
            <a:extLst>
              <a:ext uri="{FF2B5EF4-FFF2-40B4-BE49-F238E27FC236}">
                <a16:creationId xmlns:a16="http://schemas.microsoft.com/office/drawing/2014/main" id="{5E3D1867-3935-B7B5-BA9B-E130DC77BEBA}"/>
              </a:ext>
            </a:extLst>
          </p:cNvPr>
          <p:cNvSpPr>
            <a:spLocks noGrp="1"/>
          </p:cNvSpPr>
          <p:nvPr>
            <p:ph type="body" sz="quarter" idx="20" hasCustomPrompt="1"/>
          </p:nvPr>
        </p:nvSpPr>
        <p:spPr>
          <a:xfrm>
            <a:off x="6269535" y="215985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887021915"/>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op_Banner_Duo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239791FC-9174-3E4E-7EE6-1E573BD5946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14" name="Text Placeholder 4">
            <a:extLst>
              <a:ext uri="{FF2B5EF4-FFF2-40B4-BE49-F238E27FC236}">
                <a16:creationId xmlns:a16="http://schemas.microsoft.com/office/drawing/2014/main" id="{EA6DC214-CD14-8F4F-46C9-A190227629B6}"/>
              </a:ext>
            </a:extLst>
          </p:cNvPr>
          <p:cNvSpPr>
            <a:spLocks noGrp="1"/>
          </p:cNvSpPr>
          <p:nvPr>
            <p:ph type="body" sz="quarter" idx="13" hasCustomPrompt="1"/>
          </p:nvPr>
        </p:nvSpPr>
        <p:spPr>
          <a:xfrm>
            <a:off x="563499" y="112540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16" name="Text Placeholder 4">
            <a:extLst>
              <a:ext uri="{FF2B5EF4-FFF2-40B4-BE49-F238E27FC236}">
                <a16:creationId xmlns:a16="http://schemas.microsoft.com/office/drawing/2014/main" id="{63E4C2B0-40C0-A1AE-1C0A-43BE080CC93E}"/>
              </a:ext>
            </a:extLst>
          </p:cNvPr>
          <p:cNvSpPr>
            <a:spLocks noGrp="1"/>
          </p:cNvSpPr>
          <p:nvPr>
            <p:ph type="body" sz="quarter" idx="19" hasCustomPrompt="1"/>
          </p:nvPr>
        </p:nvSpPr>
        <p:spPr>
          <a:xfrm>
            <a:off x="6269535" y="111422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2" name="Text Placeholder 4">
            <a:extLst>
              <a:ext uri="{FF2B5EF4-FFF2-40B4-BE49-F238E27FC236}">
                <a16:creationId xmlns:a16="http://schemas.microsoft.com/office/drawing/2014/main" id="{FF6C37F7-8227-1A55-2BC6-934248002CE5}"/>
              </a:ext>
            </a:extLst>
          </p:cNvPr>
          <p:cNvSpPr>
            <a:spLocks noGrp="1"/>
          </p:cNvSpPr>
          <p:nvPr>
            <p:ph type="body" sz="quarter" idx="16" hasCustomPrompt="1"/>
          </p:nvPr>
        </p:nvSpPr>
        <p:spPr>
          <a:xfrm>
            <a:off x="563499" y="217103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
        <p:nvSpPr>
          <p:cNvPr id="4" name="Text Placeholder 4">
            <a:extLst>
              <a:ext uri="{FF2B5EF4-FFF2-40B4-BE49-F238E27FC236}">
                <a16:creationId xmlns:a16="http://schemas.microsoft.com/office/drawing/2014/main" id="{92F6A92B-A0B5-9FEA-FAD7-CDA80EEBEA7B}"/>
              </a:ext>
            </a:extLst>
          </p:cNvPr>
          <p:cNvSpPr>
            <a:spLocks noGrp="1"/>
          </p:cNvSpPr>
          <p:nvPr>
            <p:ph type="body" sz="quarter" idx="20" hasCustomPrompt="1"/>
          </p:nvPr>
        </p:nvSpPr>
        <p:spPr>
          <a:xfrm>
            <a:off x="6269535" y="215985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1872267472"/>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op_Banner_Trio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9" y="112540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4">
            <a:extLst>
              <a:ext uri="{FF2B5EF4-FFF2-40B4-BE49-F238E27FC236}">
                <a16:creationId xmlns:a16="http://schemas.microsoft.com/office/drawing/2014/main" id="{87A707C1-7CFF-F8B3-0065-07AB65C52903}"/>
              </a:ext>
            </a:extLst>
          </p:cNvPr>
          <p:cNvSpPr>
            <a:spLocks noGrp="1"/>
          </p:cNvSpPr>
          <p:nvPr>
            <p:ph type="body" sz="quarter" idx="19" hasCustomPrompt="1"/>
          </p:nvPr>
        </p:nvSpPr>
        <p:spPr>
          <a:xfrm>
            <a:off x="6269535" y="111422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5" name="Footer Placeholder 1">
            <a:extLst>
              <a:ext uri="{FF2B5EF4-FFF2-40B4-BE49-F238E27FC236}">
                <a16:creationId xmlns:a16="http://schemas.microsoft.com/office/drawing/2014/main" id="{6E95DBA8-54D3-2FE1-5C2E-248FA385633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7" name="Picture 6">
            <a:extLst>
              <a:ext uri="{FF2B5EF4-FFF2-40B4-BE49-F238E27FC236}">
                <a16:creationId xmlns:a16="http://schemas.microsoft.com/office/drawing/2014/main" id="{59F4EF30-953D-7C7A-F1AC-7FF65BB4C74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9" name="Text Placeholder 2">
            <a:extLst>
              <a:ext uri="{FF2B5EF4-FFF2-40B4-BE49-F238E27FC236}">
                <a16:creationId xmlns:a16="http://schemas.microsoft.com/office/drawing/2014/main" id="{68EFF0C1-4C2F-F855-150A-68E8C805582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Tree>
    <p:extLst>
      <p:ext uri="{BB962C8B-B14F-4D97-AF65-F5344CB8AC3E}">
        <p14:creationId xmlns:p14="http://schemas.microsoft.com/office/powerpoint/2010/main" val="2669085532"/>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op_Banner_Trio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4" name="Footer Placeholder 1">
            <a:extLst>
              <a:ext uri="{FF2B5EF4-FFF2-40B4-BE49-F238E27FC236}">
                <a16:creationId xmlns:a16="http://schemas.microsoft.com/office/drawing/2014/main" id="{CE4A9C1D-FD8A-BCDD-042A-AB36EE68F116}"/>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9" name="Text Placeholder 4">
            <a:extLst>
              <a:ext uri="{FF2B5EF4-FFF2-40B4-BE49-F238E27FC236}">
                <a16:creationId xmlns:a16="http://schemas.microsoft.com/office/drawing/2014/main" id="{8E0180DE-4ABA-4FD6-BDA8-961ED052125F}"/>
              </a:ext>
            </a:extLst>
          </p:cNvPr>
          <p:cNvSpPr>
            <a:spLocks noGrp="1"/>
          </p:cNvSpPr>
          <p:nvPr>
            <p:ph type="body" sz="quarter" idx="13" hasCustomPrompt="1"/>
          </p:nvPr>
        </p:nvSpPr>
        <p:spPr>
          <a:xfrm>
            <a:off x="563499" y="112540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11" name="Text Placeholder 4">
            <a:extLst>
              <a:ext uri="{FF2B5EF4-FFF2-40B4-BE49-F238E27FC236}">
                <a16:creationId xmlns:a16="http://schemas.microsoft.com/office/drawing/2014/main" id="{A64EC02C-CD0D-2406-7313-FA3453FAD434}"/>
              </a:ext>
            </a:extLst>
          </p:cNvPr>
          <p:cNvSpPr>
            <a:spLocks noGrp="1"/>
          </p:cNvSpPr>
          <p:nvPr>
            <p:ph type="body" sz="quarter" idx="19" hasCustomPrompt="1"/>
          </p:nvPr>
        </p:nvSpPr>
        <p:spPr>
          <a:xfrm>
            <a:off x="6269535" y="111422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Tree>
    <p:extLst>
      <p:ext uri="{BB962C8B-B14F-4D97-AF65-F5344CB8AC3E}">
        <p14:creationId xmlns:p14="http://schemas.microsoft.com/office/powerpoint/2010/main" val="2602993600"/>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hank_You_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EE5EDC-231B-9E08-7B8D-B15DB1DEBFD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Footer Placeholder 1">
            <a:extLst>
              <a:ext uri="{FF2B5EF4-FFF2-40B4-BE49-F238E27FC236}">
                <a16:creationId xmlns:a16="http://schemas.microsoft.com/office/drawing/2014/main" id="{C137BB25-FAE7-4594-DE3A-28FB1247ADBA}"/>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74A6712B-AE58-A954-20DB-A07FB2E5D3F9}"/>
              </a:ext>
            </a:extLst>
          </p:cNvPr>
          <p:cNvSpPr>
            <a:spLocks noGrp="1"/>
          </p:cNvSpPr>
          <p:nvPr>
            <p:ph type="body" sz="quarter" idx="13" hasCustomPrompt="1"/>
          </p:nvPr>
        </p:nvSpPr>
        <p:spPr>
          <a:xfrm>
            <a:off x="584200" y="4885140"/>
            <a:ext cx="10480421" cy="923330"/>
          </a:xfrm>
        </p:spPr>
        <p:txBody>
          <a:bodyPr/>
          <a:lstStyle>
            <a:lvl1pPr marL="0" indent="0">
              <a:buNone/>
              <a:defRPr sz="6000" b="1" i="0">
                <a:solidFill>
                  <a:schemeClr val="bg1"/>
                </a:solidFill>
                <a:latin typeface="Segoe UI Variable Display" pitchFamily="2" charset="0"/>
              </a:defRPr>
            </a:lvl1pPr>
          </a:lstStyle>
          <a:p>
            <a:pPr lvl="0"/>
            <a:r>
              <a:rPr lang="en-US"/>
              <a:t>Thank you.</a:t>
            </a:r>
          </a:p>
        </p:txBody>
      </p:sp>
    </p:spTree>
    <p:extLst>
      <p:ext uri="{BB962C8B-B14F-4D97-AF65-F5344CB8AC3E}">
        <p14:creationId xmlns:p14="http://schemas.microsoft.com/office/powerpoint/2010/main" val="41607889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10554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129148354"/>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041390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5468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3310172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Screensho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Sans Text" pitchFamily="2"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40474291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66734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2"/>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876437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6812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030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25946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4" y="457200"/>
            <a:ext cx="11018520" cy="553870"/>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1"/>
            <a:ext cx="5367528" cy="276871"/>
          </a:xfrm>
        </p:spPr>
        <p:txBody>
          <a:bodyPr/>
          <a:lstStyle>
            <a:lvl1pPr marL="0" indent="0" algn="l">
              <a:spcBef>
                <a:spcPts val="0"/>
              </a:spcBef>
              <a:buNone/>
              <a:defRPr sz="1799">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no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31" lvl="0" indent="-228531"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1"/>
            <a:ext cx="5367528" cy="276871"/>
          </a:xfrm>
        </p:spPr>
        <p:txBody>
          <a:bodyPr/>
          <a:lstStyle>
            <a:lvl1pPr marL="0" indent="0" algn="l">
              <a:spcBef>
                <a:spcPts val="0"/>
              </a:spcBef>
              <a:buNone/>
              <a:defRPr sz="1799">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no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31" lvl="0" indent="-228531"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2"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3904871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cSld name="1_Title &amp;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E16DF-5189-4EC0-9ED7-D0F6BB61E862}"/>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0984539" cy="4899524"/>
          </a:xfrm>
        </p:spPr>
        <p:txBody>
          <a:bodyPr wrap="square">
            <a:noAutofit/>
          </a:bodyPr>
          <a:lstStyle>
            <a:lvl1pPr marL="0" indent="0">
              <a:buNone/>
              <a:defRPr/>
            </a:lvl1pPr>
            <a:lvl2pPr marL="0" indent="0">
              <a:buNone/>
              <a:defRPr/>
            </a:lvl2pPr>
            <a:lvl3pPr marL="0" indent="0">
              <a:buNone/>
              <a:defRPr/>
            </a:lvl3pPr>
            <a:lvl4pPr marL="0" indent="0">
              <a:buNone/>
              <a:defRPr/>
            </a:lvl4pPr>
            <a:lvl5pPr marL="176213" indent="-176213">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9278727"/>
      </p:ext>
    </p:extLst>
  </p:cSld>
  <p:clrMapOvr>
    <a:masterClrMapping/>
  </p:clrMapOvr>
  <p:transition>
    <p:fade/>
  </p:transition>
  <p:extLst>
    <p:ext uri="{DCECCB84-F9BA-43D5-87BE-67443E8EF086}">
      <p15:sldGuideLst xmlns:p15="http://schemas.microsoft.com/office/powerpoint/2012/main"/>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10_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FE9529-DD87-4671-AEC5-9F8C9794C00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DC99A39-21B4-B0B5-B84C-183403D9C7E5}"/>
              </a:ext>
            </a:extLst>
          </p:cNvPr>
          <p:cNvSpPr>
            <a:spLocks noGrp="1"/>
          </p:cNvSpPr>
          <p:nvPr>
            <p:ph sz="quarter" idx="10"/>
          </p:nvPr>
        </p:nvSpPr>
        <p:spPr>
          <a:xfrm>
            <a:off x="625475" y="1473200"/>
            <a:ext cx="3476625" cy="520700"/>
          </a:xfrm>
        </p:spPr>
        <p:txBody>
          <a:bodyPr/>
          <a:lstStyle/>
          <a:p>
            <a:pPr lvl="0"/>
            <a:endParaRPr lang="en-US"/>
          </a:p>
        </p:txBody>
      </p:sp>
      <p:sp>
        <p:nvSpPr>
          <p:cNvPr id="5" name="Content Placeholder 3">
            <a:extLst>
              <a:ext uri="{FF2B5EF4-FFF2-40B4-BE49-F238E27FC236}">
                <a16:creationId xmlns:a16="http://schemas.microsoft.com/office/drawing/2014/main" id="{7DF11D15-A85A-0C8F-DBB3-47143ED1D869}"/>
              </a:ext>
            </a:extLst>
          </p:cNvPr>
          <p:cNvSpPr>
            <a:spLocks noGrp="1"/>
          </p:cNvSpPr>
          <p:nvPr>
            <p:ph sz="quarter" idx="11"/>
          </p:nvPr>
        </p:nvSpPr>
        <p:spPr>
          <a:xfrm>
            <a:off x="625475" y="2298700"/>
            <a:ext cx="3476625" cy="520700"/>
          </a:xfrm>
        </p:spPr>
        <p:txBody>
          <a:bodyPr/>
          <a:lstStyle/>
          <a:p>
            <a:pPr lvl="0"/>
            <a:endParaRPr lang="en-US"/>
          </a:p>
        </p:txBody>
      </p:sp>
      <p:sp>
        <p:nvSpPr>
          <p:cNvPr id="6" name="Content Placeholder 3">
            <a:extLst>
              <a:ext uri="{FF2B5EF4-FFF2-40B4-BE49-F238E27FC236}">
                <a16:creationId xmlns:a16="http://schemas.microsoft.com/office/drawing/2014/main" id="{71DA5763-0B9E-FC89-1D26-5C518A79DA05}"/>
              </a:ext>
            </a:extLst>
          </p:cNvPr>
          <p:cNvSpPr>
            <a:spLocks noGrp="1"/>
          </p:cNvSpPr>
          <p:nvPr>
            <p:ph sz="quarter" idx="12"/>
          </p:nvPr>
        </p:nvSpPr>
        <p:spPr>
          <a:xfrm>
            <a:off x="625475" y="3124200"/>
            <a:ext cx="3476625" cy="520700"/>
          </a:xfrm>
        </p:spPr>
        <p:txBody>
          <a:bodyPr/>
          <a:lstStyle/>
          <a:p>
            <a:pPr lvl="0"/>
            <a:endParaRPr lang="en-US"/>
          </a:p>
        </p:txBody>
      </p:sp>
      <p:sp>
        <p:nvSpPr>
          <p:cNvPr id="7" name="Content Placeholder 3">
            <a:extLst>
              <a:ext uri="{FF2B5EF4-FFF2-40B4-BE49-F238E27FC236}">
                <a16:creationId xmlns:a16="http://schemas.microsoft.com/office/drawing/2014/main" id="{B04A2C3D-7C9B-4DEA-11A8-C12CF6080B4F}"/>
              </a:ext>
            </a:extLst>
          </p:cNvPr>
          <p:cNvSpPr>
            <a:spLocks noGrp="1"/>
          </p:cNvSpPr>
          <p:nvPr>
            <p:ph sz="quarter" idx="13"/>
          </p:nvPr>
        </p:nvSpPr>
        <p:spPr>
          <a:xfrm>
            <a:off x="625475" y="3949700"/>
            <a:ext cx="3476625" cy="520700"/>
          </a:xfrm>
        </p:spPr>
        <p:txBody>
          <a:bodyPr/>
          <a:lstStyle/>
          <a:p>
            <a:pPr lvl="0"/>
            <a:endParaRPr lang="en-US"/>
          </a:p>
        </p:txBody>
      </p:sp>
      <p:sp>
        <p:nvSpPr>
          <p:cNvPr id="8" name="Content Placeholder 3">
            <a:extLst>
              <a:ext uri="{FF2B5EF4-FFF2-40B4-BE49-F238E27FC236}">
                <a16:creationId xmlns:a16="http://schemas.microsoft.com/office/drawing/2014/main" id="{37258921-F190-D1FD-7DDC-9574DB62C512}"/>
              </a:ext>
            </a:extLst>
          </p:cNvPr>
          <p:cNvSpPr>
            <a:spLocks noGrp="1"/>
          </p:cNvSpPr>
          <p:nvPr>
            <p:ph sz="quarter" idx="14"/>
          </p:nvPr>
        </p:nvSpPr>
        <p:spPr>
          <a:xfrm>
            <a:off x="624849" y="4775200"/>
            <a:ext cx="3476625" cy="520700"/>
          </a:xfrm>
        </p:spPr>
        <p:txBody>
          <a:bodyPr/>
          <a:lstStyle/>
          <a:p>
            <a:pPr lvl="0"/>
            <a:endParaRPr lang="en-US"/>
          </a:p>
        </p:txBody>
      </p:sp>
      <p:sp>
        <p:nvSpPr>
          <p:cNvPr id="9" name="Content Placeholder 3">
            <a:extLst>
              <a:ext uri="{FF2B5EF4-FFF2-40B4-BE49-F238E27FC236}">
                <a16:creationId xmlns:a16="http://schemas.microsoft.com/office/drawing/2014/main" id="{6C8C944A-1B2A-74C5-EEDD-B6F26279274A}"/>
              </a:ext>
            </a:extLst>
          </p:cNvPr>
          <p:cNvSpPr>
            <a:spLocks noGrp="1"/>
          </p:cNvSpPr>
          <p:nvPr>
            <p:ph sz="quarter" idx="15"/>
          </p:nvPr>
        </p:nvSpPr>
        <p:spPr>
          <a:xfrm>
            <a:off x="624849" y="5600700"/>
            <a:ext cx="3476625" cy="520700"/>
          </a:xfrm>
        </p:spPr>
        <p:txBody>
          <a:bodyPr/>
          <a:lstStyle/>
          <a:p>
            <a:pPr lvl="0"/>
            <a:endParaRPr lang="en-US"/>
          </a:p>
        </p:txBody>
      </p:sp>
    </p:spTree>
    <p:extLst>
      <p:ext uri="{BB962C8B-B14F-4D97-AF65-F5344CB8AC3E}">
        <p14:creationId xmlns:p14="http://schemas.microsoft.com/office/powerpoint/2010/main" val="29230542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2_Title left &amp; non-bulleted text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AE8A1D1-C0FE-4F6D-AB19-4D9F4FAF1014}"/>
              </a:ext>
            </a:extLst>
          </p:cNvPr>
          <p:cNvSpPr>
            <a:spLocks noGrp="1"/>
          </p:cNvSpPr>
          <p:nvPr>
            <p:ph type="title"/>
          </p:nvPr>
        </p:nvSpPr>
        <p:spPr>
          <a:xfrm>
            <a:off x="584201" y="906705"/>
            <a:ext cx="3650573" cy="2519707"/>
          </a:xfrm>
          <a:prstGeom prst="rect">
            <a:avLst/>
          </a:prstGeom>
        </p:spPr>
        <p:txBody>
          <a:bodyPr lIns="0" tIns="0" rIns="0" bIns="0" anchor="b">
            <a:noAutofit/>
          </a:bodyPr>
          <a:lstStyle>
            <a:lvl1pPr algn="l">
              <a:defRPr/>
            </a:lvl1pPr>
          </a:lstStyle>
          <a:p>
            <a:r>
              <a:rPr lang="en-US"/>
              <a:t>Click to edit Master title style</a:t>
            </a:r>
          </a:p>
        </p:txBody>
      </p:sp>
      <p:sp>
        <p:nvSpPr>
          <p:cNvPr id="4" name="Text Placeholder 3"/>
          <p:cNvSpPr>
            <a:spLocks noGrp="1"/>
          </p:cNvSpPr>
          <p:nvPr>
            <p:ph type="body" sz="quarter" idx="10"/>
          </p:nvPr>
        </p:nvSpPr>
        <p:spPr>
          <a:xfrm>
            <a:off x="5484700" y="-2588"/>
            <a:ext cx="6124688" cy="6858000"/>
          </a:xfrm>
        </p:spPr>
        <p:txBody>
          <a:bodyPr wrap="square" anchor="ctr">
            <a:noAutofit/>
          </a:bodyPr>
          <a:lstStyle>
            <a:lvl1pPr marL="0" indent="0">
              <a:buNone/>
              <a:defRPr sz="2000"/>
            </a:lvl1pPr>
            <a:lvl2pPr marL="0" indent="0">
              <a:spcAft>
                <a:spcPts val="600"/>
              </a:spcAft>
              <a:buNone/>
              <a:defRPr sz="1800"/>
            </a:lvl2pPr>
            <a:lvl3pPr marL="0" indent="0">
              <a:buNone/>
              <a:defRPr sz="1400"/>
            </a:lvl3pPr>
            <a:lvl4pPr marL="0" indent="0">
              <a:buNone/>
              <a:defRPr/>
            </a:lvl4pPr>
            <a:lvl5pPr marL="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6B5B105-7471-4F10-87CC-49F9B5C2363B}"/>
              </a:ext>
            </a:extLst>
          </p:cNvPr>
          <p:cNvSpPr>
            <a:spLocks noGrp="1"/>
          </p:cNvSpPr>
          <p:nvPr>
            <p:ph type="body" sz="quarter" idx="11"/>
          </p:nvPr>
        </p:nvSpPr>
        <p:spPr>
          <a:xfrm>
            <a:off x="584201" y="3552881"/>
            <a:ext cx="3650573" cy="1448492"/>
          </a:xfrm>
        </p:spPr>
        <p:txBody>
          <a:bodyPr>
            <a:noAutofit/>
          </a:bodyPr>
          <a:lstStyle>
            <a:lvl1pPr algn="l">
              <a:defRPr sz="2000"/>
            </a:lvl1pPr>
            <a:lvl2pPr algn="l">
              <a:defRPr sz="1800"/>
            </a:lvl2pPr>
            <a:lvl3pPr algn="l">
              <a:defRPr sz="1400"/>
            </a:lvl3pPr>
            <a:lvl4pPr algn="l">
              <a:defRPr sz="1200"/>
            </a:lvl4pPr>
            <a:lvl5pPr algn="l">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9597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orient="horz" pos="2160">
          <p15:clr>
            <a:srgbClr val="5ACBF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4201" y="2019300"/>
            <a:ext cx="3650573" cy="1409700"/>
          </a:xfrm>
          <a:prstGeom prst="rect">
            <a:avLst/>
          </a:prstGeom>
        </p:spPr>
        <p:txBody>
          <a:bodyPr lIns="0" tIns="0" rIns="0" bIns="0" anchor="b">
            <a:noAutofit/>
          </a:bodyPr>
          <a:lstStyle>
            <a:lvl1pPr algn="l">
              <a:defRPr/>
            </a:lvl1pPr>
          </a:lstStyle>
          <a:p>
            <a:r>
              <a:rPr lang="en-US"/>
              <a:t>Click to edit Master title style</a:t>
            </a:r>
          </a:p>
        </p:txBody>
      </p:sp>
      <p:sp>
        <p:nvSpPr>
          <p:cNvPr id="3" name="Rectangle 2">
            <a:extLst>
              <a:ext uri="{FF2B5EF4-FFF2-40B4-BE49-F238E27FC236}">
                <a16:creationId xmlns:a16="http://schemas.microsoft.com/office/drawing/2014/main" id="{6A7E4C07-9D8A-38B6-8E2D-CF244A34EDDB}"/>
              </a:ext>
            </a:extLst>
          </p:cNvPr>
          <p:cNvSpPr>
            <a:spLocks noChangeAspect="1"/>
          </p:cNvSpPr>
          <p:nvPr userDrawn="1"/>
        </p:nvSpPr>
        <p:spPr bwMode="auto">
          <a:xfrm>
            <a:off x="584201" y="521231"/>
            <a:ext cx="1371600" cy="1371600"/>
          </a:xfrm>
          <a:prstGeom prst="rect">
            <a:avLst/>
          </a:prstGeom>
          <a:solidFill>
            <a:schemeClr val="accent1">
              <a:alpha val="30000"/>
            </a:schemeClr>
          </a:solidFill>
          <a:ln w="31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0539832"/>
      </p:ext>
    </p:extLst>
  </p:cSld>
  <p:clrMapOvr>
    <a:masterClrMapping/>
  </p:clrMapOvr>
  <p:transition>
    <p:fade/>
  </p:transition>
  <p:extLst>
    <p:ext uri="{DCECCB84-F9BA-43D5-87BE-67443E8EF086}">
      <p15:sldGuideLst xmlns:p15="http://schemas.microsoft.com/office/powerpoint/2012/main">
        <p15:guide id="2" orient="horz" pos="2160">
          <p15:clr>
            <a:srgbClr val="5ACBF0"/>
          </p15:clr>
        </p15:guide>
        <p15:guide id="3" orient="horz" pos="288">
          <p15:clr>
            <a:srgbClr val="5ACBF0"/>
          </p15:clr>
        </p15:guide>
        <p15:guide id="5" orient="horz" pos="904">
          <p15:clr>
            <a:srgbClr val="5ACBF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8748521"/>
      </p:ext>
    </p:extLst>
  </p:cSld>
  <p:clrMapOvr>
    <a:masterClrMapping/>
  </p:clrMapOvr>
  <p:transition>
    <p:fade/>
  </p:transition>
  <p:extLst>
    <p:ext uri="{DCECCB84-F9BA-43D5-87BE-67443E8EF086}">
      <p15:sldGuideLst xmlns:p15="http://schemas.microsoft.com/office/powerpoint/2012/main"/>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170040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pic>
        <p:nvPicPr>
          <p:cNvPr id="2" name="MS logo white - EMF" descr="Microsoft logo white text version">
            <a:extLst>
              <a:ext uri="{FF2B5EF4-FFF2-40B4-BE49-F238E27FC236}">
                <a16:creationId xmlns:a16="http://schemas.microsoft.com/office/drawing/2014/main" id="{962D3685-4435-423E-AC9A-86C3F6305A3A}"/>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76119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9470252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24532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7461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0186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0048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30392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243741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342734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907615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15528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0551378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6322386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0756215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104545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206522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02981117"/>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6713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4692263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802035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8212969"/>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0905672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636489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4756299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4603407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907098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083994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07780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5470894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6397302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9785018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739389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43573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8558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4268497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630648345"/>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7975137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2163074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638340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3306862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3094550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4691817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12922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67971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12808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99911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1582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51212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287926030"/>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2823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1_Azure Data All Hands">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FEE0C23-C0DD-6E4A-9E72-11CB6C3AA833}"/>
              </a:ext>
            </a:extLst>
          </p:cNvPr>
          <p:cNvSpPr/>
          <p:nvPr userDrawn="1"/>
        </p:nvSpPr>
        <p:spPr bwMode="auto">
          <a:xfrm>
            <a:off x="5326063" y="0"/>
            <a:ext cx="6865937"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4" name="Graphic 3">
            <a:extLst>
              <a:ext uri="{FF2B5EF4-FFF2-40B4-BE49-F238E27FC236}">
                <a16:creationId xmlns:a16="http://schemas.microsoft.com/office/drawing/2014/main" id="{A57CF859-E00A-8047-B30C-E47B6D4BB4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1371" y="377371"/>
            <a:ext cx="6103257" cy="6103257"/>
          </a:xfrm>
          <a:prstGeom prst="rect">
            <a:avLst/>
          </a:prstGeom>
        </p:spPr>
      </p:pic>
      <p:sp>
        <p:nvSpPr>
          <p:cNvPr id="3" name="Rectangle 2">
            <a:extLst>
              <a:ext uri="{FF2B5EF4-FFF2-40B4-BE49-F238E27FC236}">
                <a16:creationId xmlns:a16="http://schemas.microsoft.com/office/drawing/2014/main" id="{4696F784-A615-2F41-93AA-8064D970D771}"/>
              </a:ext>
            </a:extLst>
          </p:cNvPr>
          <p:cNvSpPr/>
          <p:nvPr userDrawn="1"/>
        </p:nvSpPr>
        <p:spPr bwMode="auto">
          <a:xfrm>
            <a:off x="1" y="1"/>
            <a:ext cx="12192000" cy="6858000"/>
          </a:xfrm>
          <a:prstGeom prst="rect">
            <a:avLst/>
          </a:prstGeom>
          <a:gradFill>
            <a:gsLst>
              <a:gs pos="100000">
                <a:schemeClr val="accent1">
                  <a:alpha val="25000"/>
                </a:schemeClr>
              </a:gs>
              <a:gs pos="0">
                <a:schemeClr val="accent1">
                  <a:alpha val="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548652"/>
            <a:ext cx="4167887" cy="984885"/>
          </a:xfrm>
        </p:spPr>
        <p:txBody>
          <a:bodyPr anchor="b" anchorCtr="0">
            <a:spAutoFit/>
          </a:bodyPr>
          <a:lstStyle>
            <a:lvl1pPr algn="l">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sp>
        <p:nvSpPr>
          <p:cNvPr id="10" name="Text Placeholder 4">
            <a:extLst>
              <a:ext uri="{FF2B5EF4-FFF2-40B4-BE49-F238E27FC236}">
                <a16:creationId xmlns:a16="http://schemas.microsoft.com/office/drawing/2014/main" id="{9971DF7F-2C6F-C047-87E6-01BCE692B33C}"/>
              </a:ext>
            </a:extLst>
          </p:cNvPr>
          <p:cNvSpPr>
            <a:spLocks noGrp="1"/>
          </p:cNvSpPr>
          <p:nvPr>
            <p:ph type="body" sz="quarter" idx="13" hasCustomPrompt="1"/>
          </p:nvPr>
        </p:nvSpPr>
        <p:spPr>
          <a:xfrm>
            <a:off x="582042" y="6088741"/>
            <a:ext cx="4164583" cy="215444"/>
          </a:xfrm>
          <a:noFill/>
        </p:spPr>
        <p:txBody>
          <a:bodyPr wrap="square" lIns="0" tIns="0" rIns="0" bIns="0">
            <a:spAutoFit/>
          </a:bodyPr>
          <a:lstStyle>
            <a:lvl1pPr marL="0" indent="0">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lvl="0"/>
            <a:r>
              <a:rPr lang="en-US"/>
              <a:t>Date</a:t>
            </a:r>
          </a:p>
        </p:txBody>
      </p:sp>
      <p:sp>
        <p:nvSpPr>
          <p:cNvPr id="11" name="Text Placeholder 4">
            <a:extLst>
              <a:ext uri="{FF2B5EF4-FFF2-40B4-BE49-F238E27FC236}">
                <a16:creationId xmlns:a16="http://schemas.microsoft.com/office/drawing/2014/main" id="{F5A9D17E-0B71-3F4E-966C-B9B2C5D11AAB}"/>
              </a:ext>
            </a:extLst>
          </p:cNvPr>
          <p:cNvSpPr>
            <a:spLocks noGrp="1"/>
          </p:cNvSpPr>
          <p:nvPr>
            <p:ph type="body" sz="quarter" idx="14" hasCustomPrompt="1"/>
          </p:nvPr>
        </p:nvSpPr>
        <p:spPr>
          <a:xfrm>
            <a:off x="582042" y="4400889"/>
            <a:ext cx="4164583" cy="215444"/>
          </a:xfrm>
          <a:noFill/>
        </p:spPr>
        <p:txBody>
          <a:bodyPr wrap="square" lIns="0" tIns="0" rIns="0" bIns="0">
            <a:spAutoFit/>
          </a:bodyPr>
          <a:lstStyle>
            <a:lvl1pPr marL="0" indent="0">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lvl="0"/>
            <a:r>
              <a:rPr lang="en-US"/>
              <a:t>Speaker title</a:t>
            </a:r>
          </a:p>
        </p:txBody>
      </p:sp>
      <p:pic>
        <p:nvPicPr>
          <p:cNvPr id="9" name="MS logo white - EMF" descr="Microsoft logo white text version">
            <a:extLst>
              <a:ext uri="{FF2B5EF4-FFF2-40B4-BE49-F238E27FC236}">
                <a16:creationId xmlns:a16="http://schemas.microsoft.com/office/drawing/2014/main" id="{34ABE124-0544-0C4D-9FCE-68AA16069F0C}"/>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6378931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lgn="l">
              <a:defRPr sz="3600" spc="-50" baseline="0">
                <a:solidFill>
                  <a:schemeClr val="accent1">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797700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49" name="Group 48">
            <a:extLst>
              <a:ext uri="{FF2B5EF4-FFF2-40B4-BE49-F238E27FC236}">
                <a16:creationId xmlns:a16="http://schemas.microsoft.com/office/drawing/2014/main" id="{B988A210-464A-4E4A-A5EC-6A9F188993AC}"/>
              </a:ext>
            </a:extLst>
          </p:cNvPr>
          <p:cNvGrpSpPr/>
          <p:nvPr userDrawn="1"/>
        </p:nvGrpSpPr>
        <p:grpSpPr>
          <a:xfrm>
            <a:off x="4254385" y="2884146"/>
            <a:ext cx="917103" cy="847023"/>
            <a:chOff x="9664969" y="2124583"/>
            <a:chExt cx="917103" cy="847023"/>
          </a:xfrm>
        </p:grpSpPr>
        <p:grpSp>
          <p:nvGrpSpPr>
            <p:cNvPr id="19" name="Group 18">
              <a:extLst>
                <a:ext uri="{FF2B5EF4-FFF2-40B4-BE49-F238E27FC236}">
                  <a16:creationId xmlns:a16="http://schemas.microsoft.com/office/drawing/2014/main" id="{1DFF98CA-7D40-4D07-8AB0-F9FABEA06766}"/>
                </a:ext>
              </a:extLst>
            </p:cNvPr>
            <p:cNvGrpSpPr/>
            <p:nvPr/>
          </p:nvGrpSpPr>
          <p:grpSpPr>
            <a:xfrm>
              <a:off x="9664969" y="2309869"/>
              <a:ext cx="470966" cy="246457"/>
              <a:chOff x="13721512" y="1085822"/>
              <a:chExt cx="3673755" cy="1922480"/>
            </a:xfrm>
          </p:grpSpPr>
          <p:grpSp>
            <p:nvGrpSpPr>
              <p:cNvPr id="44" name="Group 43">
                <a:extLst>
                  <a:ext uri="{FF2B5EF4-FFF2-40B4-BE49-F238E27FC236}">
                    <a16:creationId xmlns:a16="http://schemas.microsoft.com/office/drawing/2014/main" id="{465ADB1D-47B6-4762-915F-B976A6371677}"/>
                  </a:ext>
                </a:extLst>
              </p:cNvPr>
              <p:cNvGrpSpPr/>
              <p:nvPr/>
            </p:nvGrpSpPr>
            <p:grpSpPr>
              <a:xfrm>
                <a:off x="13727467" y="1202243"/>
                <a:ext cx="3341598" cy="1806059"/>
                <a:chOff x="13727467" y="1202243"/>
                <a:chExt cx="3341598" cy="1806059"/>
              </a:xfrm>
            </p:grpSpPr>
            <p:sp>
              <p:nvSpPr>
                <p:cNvPr id="46" name="Isosceles Triangle 45">
                  <a:extLst>
                    <a:ext uri="{FF2B5EF4-FFF2-40B4-BE49-F238E27FC236}">
                      <a16:creationId xmlns:a16="http://schemas.microsoft.com/office/drawing/2014/main" id="{AE8FAB45-8D4E-4823-87F3-E901BBF377D6}"/>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a:extLst>
                    <a:ext uri="{FF2B5EF4-FFF2-40B4-BE49-F238E27FC236}">
                      <a16:creationId xmlns:a16="http://schemas.microsoft.com/office/drawing/2014/main" id="{12445C1B-6F26-4CE8-B389-B66A16B90A9C}"/>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375">
                  <a:extLst>
                    <a:ext uri="{FF2B5EF4-FFF2-40B4-BE49-F238E27FC236}">
                      <a16:creationId xmlns:a16="http://schemas.microsoft.com/office/drawing/2014/main" id="{C9386C8D-757A-417F-B53C-81F49DD30971}"/>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5" name="Freeform: Shape 44">
                <a:extLst>
                  <a:ext uri="{FF2B5EF4-FFF2-40B4-BE49-F238E27FC236}">
                    <a16:creationId xmlns:a16="http://schemas.microsoft.com/office/drawing/2014/main" id="{154FF891-D191-414F-8957-99FA4FA604E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DFEC75A4-3A06-4C74-A1BE-E649840B9A18}"/>
                </a:ext>
              </a:extLst>
            </p:cNvPr>
            <p:cNvGrpSpPr/>
            <p:nvPr/>
          </p:nvGrpSpPr>
          <p:grpSpPr>
            <a:xfrm>
              <a:off x="9978266" y="2222938"/>
              <a:ext cx="323597" cy="360640"/>
              <a:chOff x="9978266" y="2222938"/>
              <a:chExt cx="323597" cy="360640"/>
            </a:xfrm>
          </p:grpSpPr>
          <p:sp>
            <p:nvSpPr>
              <p:cNvPr id="41" name="Isosceles Triangle 40">
                <a:extLst>
                  <a:ext uri="{FF2B5EF4-FFF2-40B4-BE49-F238E27FC236}">
                    <a16:creationId xmlns:a16="http://schemas.microsoft.com/office/drawing/2014/main" id="{75259615-2187-4F94-A969-DCA5190858F0}"/>
                  </a:ext>
                </a:extLst>
              </p:cNvPr>
              <p:cNvSpPr/>
              <p:nvPr/>
            </p:nvSpPr>
            <p:spPr bwMode="auto">
              <a:xfrm rot="13393209">
                <a:off x="9978266" y="2222938"/>
                <a:ext cx="313134" cy="149847"/>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Isosceles Triangle 41">
                <a:extLst>
                  <a:ext uri="{FF2B5EF4-FFF2-40B4-BE49-F238E27FC236}">
                    <a16:creationId xmlns:a16="http://schemas.microsoft.com/office/drawing/2014/main" id="{99B77C10-4771-48E4-91E2-103A8F870215}"/>
                  </a:ext>
                </a:extLst>
              </p:cNvPr>
              <p:cNvSpPr/>
              <p:nvPr/>
            </p:nvSpPr>
            <p:spPr bwMode="auto">
              <a:xfrm rot="3787336">
                <a:off x="10125858" y="2299763"/>
                <a:ext cx="168530" cy="183481"/>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Isosceles Triangle 375">
                <a:extLst>
                  <a:ext uri="{FF2B5EF4-FFF2-40B4-BE49-F238E27FC236}">
                    <a16:creationId xmlns:a16="http://schemas.microsoft.com/office/drawing/2014/main" id="{5A7483F9-456F-4639-8FB3-89BCDBA59816}"/>
                  </a:ext>
                </a:extLst>
              </p:cNvPr>
              <p:cNvSpPr/>
              <p:nvPr/>
            </p:nvSpPr>
            <p:spPr bwMode="auto">
              <a:xfrm rot="5172541">
                <a:off x="10016540" y="2440081"/>
                <a:ext cx="220647" cy="66348"/>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1" name="Freeform: Shape 20">
              <a:extLst>
                <a:ext uri="{FF2B5EF4-FFF2-40B4-BE49-F238E27FC236}">
                  <a16:creationId xmlns:a16="http://schemas.microsoft.com/office/drawing/2014/main" id="{D6FF55D4-9AB4-4E0C-BACF-4340818E43BD}"/>
                </a:ext>
              </a:extLst>
            </p:cNvPr>
            <p:cNvSpPr/>
            <p:nvPr/>
          </p:nvSpPr>
          <p:spPr bwMode="auto">
            <a:xfrm rot="5254367">
              <a:off x="9956136" y="2247079"/>
              <a:ext cx="470966" cy="22597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6BBE2167-AFCF-45E2-863F-76B98D874DD1}"/>
                </a:ext>
              </a:extLst>
            </p:cNvPr>
            <p:cNvGrpSpPr/>
            <p:nvPr/>
          </p:nvGrpSpPr>
          <p:grpSpPr>
            <a:xfrm rot="2124180" flipH="1" flipV="1">
              <a:off x="9911732" y="2725149"/>
              <a:ext cx="470966" cy="246457"/>
              <a:chOff x="13721512" y="1085822"/>
              <a:chExt cx="3673755" cy="1922480"/>
            </a:xfrm>
          </p:grpSpPr>
          <p:grpSp>
            <p:nvGrpSpPr>
              <p:cNvPr id="36" name="Group 35">
                <a:extLst>
                  <a:ext uri="{FF2B5EF4-FFF2-40B4-BE49-F238E27FC236}">
                    <a16:creationId xmlns:a16="http://schemas.microsoft.com/office/drawing/2014/main" id="{9A03488A-F40D-44D0-A2AB-94FECFB418ED}"/>
                  </a:ext>
                </a:extLst>
              </p:cNvPr>
              <p:cNvGrpSpPr/>
              <p:nvPr/>
            </p:nvGrpSpPr>
            <p:grpSpPr>
              <a:xfrm>
                <a:off x="13727467" y="1202243"/>
                <a:ext cx="3341598" cy="1806059"/>
                <a:chOff x="13727467" y="1202243"/>
                <a:chExt cx="3341598" cy="1806059"/>
              </a:xfrm>
            </p:grpSpPr>
            <p:sp>
              <p:nvSpPr>
                <p:cNvPr id="38" name="Isosceles Triangle 37">
                  <a:extLst>
                    <a:ext uri="{FF2B5EF4-FFF2-40B4-BE49-F238E27FC236}">
                      <a16:creationId xmlns:a16="http://schemas.microsoft.com/office/drawing/2014/main" id="{1E1BC72D-9C0C-4F7E-B0F2-07C1A8924939}"/>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EA716B81-1D05-4CD9-AB09-CAE56B00D710}"/>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Isosceles Triangle 375">
                  <a:extLst>
                    <a:ext uri="{FF2B5EF4-FFF2-40B4-BE49-F238E27FC236}">
                      <a16:creationId xmlns:a16="http://schemas.microsoft.com/office/drawing/2014/main" id="{25F1B473-A080-4957-AFA3-52B3626596CC}"/>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7" name="Freeform: Shape 36">
                <a:extLst>
                  <a:ext uri="{FF2B5EF4-FFF2-40B4-BE49-F238E27FC236}">
                    <a16:creationId xmlns:a16="http://schemas.microsoft.com/office/drawing/2014/main" id="{2A7EE5E8-7587-4E38-981B-C7A689EF4F5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ED7F3E0-DE9F-49C1-B15A-1D1B46C85976}"/>
                </a:ext>
              </a:extLst>
            </p:cNvPr>
            <p:cNvGrpSpPr/>
            <p:nvPr/>
          </p:nvGrpSpPr>
          <p:grpSpPr>
            <a:xfrm rot="17317314">
              <a:off x="9632120" y="2608617"/>
              <a:ext cx="470966" cy="246457"/>
              <a:chOff x="13721512" y="1085822"/>
              <a:chExt cx="3673755" cy="1922480"/>
            </a:xfrm>
          </p:grpSpPr>
          <p:grpSp>
            <p:nvGrpSpPr>
              <p:cNvPr id="31" name="Group 30">
                <a:extLst>
                  <a:ext uri="{FF2B5EF4-FFF2-40B4-BE49-F238E27FC236}">
                    <a16:creationId xmlns:a16="http://schemas.microsoft.com/office/drawing/2014/main" id="{BB76E0AE-3B21-4BD3-9F7A-EB2047D3F4EA}"/>
                  </a:ext>
                </a:extLst>
              </p:cNvPr>
              <p:cNvGrpSpPr/>
              <p:nvPr/>
            </p:nvGrpSpPr>
            <p:grpSpPr>
              <a:xfrm>
                <a:off x="13727467" y="1202243"/>
                <a:ext cx="3341598" cy="1806059"/>
                <a:chOff x="13727467" y="1202243"/>
                <a:chExt cx="3341598" cy="1806059"/>
              </a:xfrm>
            </p:grpSpPr>
            <p:sp>
              <p:nvSpPr>
                <p:cNvPr id="33" name="Isosceles Triangle 32">
                  <a:extLst>
                    <a:ext uri="{FF2B5EF4-FFF2-40B4-BE49-F238E27FC236}">
                      <a16:creationId xmlns:a16="http://schemas.microsoft.com/office/drawing/2014/main" id="{198F8398-E0B7-4182-9E09-E9C37B294C24}"/>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CF5A8EE3-8C03-4611-A75D-774E4B5F9DCF}"/>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Isosceles Triangle 375">
                  <a:extLst>
                    <a:ext uri="{FF2B5EF4-FFF2-40B4-BE49-F238E27FC236}">
                      <a16:creationId xmlns:a16="http://schemas.microsoft.com/office/drawing/2014/main" id="{DC611FC2-D5BC-41FE-B053-C17A9C1C7C5D}"/>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Freeform: Shape 31">
                <a:extLst>
                  <a:ext uri="{FF2B5EF4-FFF2-40B4-BE49-F238E27FC236}">
                    <a16:creationId xmlns:a16="http://schemas.microsoft.com/office/drawing/2014/main" id="{5A22793B-B22A-4AB8-949B-0219C862632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8F496923-2DD6-494A-AF13-C39351250AD6}"/>
                </a:ext>
              </a:extLst>
            </p:cNvPr>
            <p:cNvGrpSpPr/>
            <p:nvPr/>
          </p:nvGrpSpPr>
          <p:grpSpPr>
            <a:xfrm rot="8733085">
              <a:off x="10111106" y="2505403"/>
              <a:ext cx="470966" cy="246457"/>
              <a:chOff x="13721512" y="1085822"/>
              <a:chExt cx="3673755" cy="1922480"/>
            </a:xfrm>
          </p:grpSpPr>
          <p:grpSp>
            <p:nvGrpSpPr>
              <p:cNvPr id="26" name="Group 25">
                <a:extLst>
                  <a:ext uri="{FF2B5EF4-FFF2-40B4-BE49-F238E27FC236}">
                    <a16:creationId xmlns:a16="http://schemas.microsoft.com/office/drawing/2014/main" id="{9C0C8A6D-177D-4363-AD87-C1A4976794D7}"/>
                  </a:ext>
                </a:extLst>
              </p:cNvPr>
              <p:cNvGrpSpPr/>
              <p:nvPr/>
            </p:nvGrpSpPr>
            <p:grpSpPr>
              <a:xfrm>
                <a:off x="13727467" y="1202243"/>
                <a:ext cx="3341598" cy="1806059"/>
                <a:chOff x="13727467" y="1202243"/>
                <a:chExt cx="3341598" cy="1806059"/>
              </a:xfrm>
            </p:grpSpPr>
            <p:sp>
              <p:nvSpPr>
                <p:cNvPr id="28" name="Isosceles Triangle 27">
                  <a:extLst>
                    <a:ext uri="{FF2B5EF4-FFF2-40B4-BE49-F238E27FC236}">
                      <a16:creationId xmlns:a16="http://schemas.microsoft.com/office/drawing/2014/main" id="{E3BEB39B-8E7E-4F75-B874-4802AA070D2D}"/>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A8D5B2A7-864C-4DC5-9F21-F1045F20E4F7}"/>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Isosceles Triangle 375">
                  <a:extLst>
                    <a:ext uri="{FF2B5EF4-FFF2-40B4-BE49-F238E27FC236}">
                      <a16:creationId xmlns:a16="http://schemas.microsoft.com/office/drawing/2014/main" id="{1BD5B9D0-97DD-4A0E-A035-D5A829C207BE}"/>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7" name="Freeform: Shape 26">
                <a:extLst>
                  <a:ext uri="{FF2B5EF4-FFF2-40B4-BE49-F238E27FC236}">
                    <a16:creationId xmlns:a16="http://schemas.microsoft.com/office/drawing/2014/main" id="{96DFB6AF-0ED0-4007-9D6A-63249BBF97B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5" name="Oval 24">
              <a:extLst>
                <a:ext uri="{FF2B5EF4-FFF2-40B4-BE49-F238E27FC236}">
                  <a16:creationId xmlns:a16="http://schemas.microsoft.com/office/drawing/2014/main" id="{2D9AE606-1D99-4CDC-BF50-869AAFD51524}"/>
                </a:ext>
              </a:extLst>
            </p:cNvPr>
            <p:cNvSpPr/>
            <p:nvPr/>
          </p:nvSpPr>
          <p:spPr bwMode="auto">
            <a:xfrm>
              <a:off x="10070950" y="2577554"/>
              <a:ext cx="38496" cy="3849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53" name="Group 52">
            <a:extLst>
              <a:ext uri="{FF2B5EF4-FFF2-40B4-BE49-F238E27FC236}">
                <a16:creationId xmlns:a16="http://schemas.microsoft.com/office/drawing/2014/main" id="{48C29746-3C18-4714-8B67-8FE0404AA717}"/>
              </a:ext>
            </a:extLst>
          </p:cNvPr>
          <p:cNvGrpSpPr/>
          <p:nvPr userDrawn="1"/>
        </p:nvGrpSpPr>
        <p:grpSpPr>
          <a:xfrm>
            <a:off x="9988208" y="2904614"/>
            <a:ext cx="676830" cy="806086"/>
            <a:chOff x="10360925" y="1869605"/>
            <a:chExt cx="513810" cy="611934"/>
          </a:xfrm>
        </p:grpSpPr>
        <p:sp>
          <p:nvSpPr>
            <p:cNvPr id="51" name="Freeform 128">
              <a:extLst>
                <a:ext uri="{FF2B5EF4-FFF2-40B4-BE49-F238E27FC236}">
                  <a16:creationId xmlns:a16="http://schemas.microsoft.com/office/drawing/2014/main" id="{2A0515F8-9584-4B8A-8585-DD59C46148CB}"/>
                </a:ext>
              </a:extLst>
            </p:cNvPr>
            <p:cNvSpPr>
              <a:spLocks/>
            </p:cNvSpPr>
            <p:nvPr/>
          </p:nvSpPr>
          <p:spPr bwMode="auto">
            <a:xfrm>
              <a:off x="10360925" y="1869605"/>
              <a:ext cx="513810" cy="611934"/>
            </a:xfrm>
            <a:custGeom>
              <a:avLst/>
              <a:gdLst>
                <a:gd name="T0" fmla="*/ 69 w 138"/>
                <a:gd name="T1" fmla="*/ 173 h 173"/>
                <a:gd name="T2" fmla="*/ 69 w 138"/>
                <a:gd name="T3" fmla="*/ 173 h 173"/>
                <a:gd name="T4" fmla="*/ 0 w 138"/>
                <a:gd name="T5" fmla="*/ 77 h 173"/>
                <a:gd name="T6" fmla="*/ 0 w 138"/>
                <a:gd name="T7" fmla="*/ 29 h 173"/>
                <a:gd name="T8" fmla="*/ 4 w 138"/>
                <a:gd name="T9" fmla="*/ 29 h 173"/>
                <a:gd name="T10" fmla="*/ 67 w 138"/>
                <a:gd name="T11" fmla="*/ 2 h 173"/>
                <a:gd name="T12" fmla="*/ 69 w 138"/>
                <a:gd name="T13" fmla="*/ 0 h 173"/>
                <a:gd name="T14" fmla="*/ 72 w 138"/>
                <a:gd name="T15" fmla="*/ 2 h 173"/>
                <a:gd name="T16" fmla="*/ 135 w 138"/>
                <a:gd name="T17" fmla="*/ 29 h 173"/>
                <a:gd name="T18" fmla="*/ 138 w 138"/>
                <a:gd name="T19" fmla="*/ 29 h 173"/>
                <a:gd name="T20" fmla="*/ 138 w 138"/>
                <a:gd name="T21" fmla="*/ 78 h 173"/>
                <a:gd name="T22" fmla="*/ 69 w 138"/>
                <a:gd name="T2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73">
                  <a:moveTo>
                    <a:pt x="69" y="173"/>
                  </a:moveTo>
                  <a:cubicBezTo>
                    <a:pt x="69" y="173"/>
                    <a:pt x="69" y="173"/>
                    <a:pt x="69" y="173"/>
                  </a:cubicBezTo>
                  <a:cubicBezTo>
                    <a:pt x="50" y="173"/>
                    <a:pt x="0" y="140"/>
                    <a:pt x="0" y="77"/>
                  </a:cubicBezTo>
                  <a:cubicBezTo>
                    <a:pt x="0" y="29"/>
                    <a:pt x="0" y="29"/>
                    <a:pt x="0" y="29"/>
                  </a:cubicBezTo>
                  <a:cubicBezTo>
                    <a:pt x="4" y="29"/>
                    <a:pt x="4" y="29"/>
                    <a:pt x="4" y="29"/>
                  </a:cubicBezTo>
                  <a:cubicBezTo>
                    <a:pt x="4" y="29"/>
                    <a:pt x="35" y="32"/>
                    <a:pt x="67" y="2"/>
                  </a:cubicBezTo>
                  <a:cubicBezTo>
                    <a:pt x="69" y="0"/>
                    <a:pt x="69" y="0"/>
                    <a:pt x="69" y="0"/>
                  </a:cubicBezTo>
                  <a:cubicBezTo>
                    <a:pt x="72" y="2"/>
                    <a:pt x="72" y="2"/>
                    <a:pt x="72" y="2"/>
                  </a:cubicBezTo>
                  <a:cubicBezTo>
                    <a:pt x="106" y="29"/>
                    <a:pt x="135" y="29"/>
                    <a:pt x="135" y="29"/>
                  </a:cubicBezTo>
                  <a:cubicBezTo>
                    <a:pt x="138" y="29"/>
                    <a:pt x="138" y="29"/>
                    <a:pt x="138" y="29"/>
                  </a:cubicBezTo>
                  <a:cubicBezTo>
                    <a:pt x="138" y="78"/>
                    <a:pt x="138" y="78"/>
                    <a:pt x="138" y="78"/>
                  </a:cubicBezTo>
                  <a:cubicBezTo>
                    <a:pt x="138" y="140"/>
                    <a:pt x="88" y="173"/>
                    <a:pt x="69" y="17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check">
              <a:extLst>
                <a:ext uri="{FF2B5EF4-FFF2-40B4-BE49-F238E27FC236}">
                  <a16:creationId xmlns:a16="http://schemas.microsoft.com/office/drawing/2014/main" id="{9DDE635B-6509-4AA2-B1F5-2ED3DE273026}"/>
                </a:ext>
              </a:extLst>
            </p:cNvPr>
            <p:cNvSpPr>
              <a:spLocks noChangeAspect="1"/>
            </p:cNvSpPr>
            <p:nvPr/>
          </p:nvSpPr>
          <p:spPr bwMode="auto">
            <a:xfrm>
              <a:off x="10515895" y="2103594"/>
              <a:ext cx="203870" cy="143956"/>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285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solidFill>
                    <a:srgbClr val="50E6FF"/>
                  </a:solidFill>
                </a:ln>
                <a:solidFill>
                  <a:srgbClr val="FFFFFF"/>
                </a:solidFill>
                <a:effectLst/>
                <a:uLnTx/>
                <a:uFillTx/>
                <a:latin typeface="Segoe UI"/>
                <a:ea typeface="+mn-ea"/>
                <a:cs typeface="+mn-cs"/>
              </a:endParaRPr>
            </a:p>
          </p:txBody>
        </p:sp>
      </p:grpSp>
      <p:grpSp>
        <p:nvGrpSpPr>
          <p:cNvPr id="95" name="Group 94">
            <a:extLst>
              <a:ext uri="{FF2B5EF4-FFF2-40B4-BE49-F238E27FC236}">
                <a16:creationId xmlns:a16="http://schemas.microsoft.com/office/drawing/2014/main" id="{43FFE3D1-4751-42F9-83F3-070D7C8A28D5}"/>
              </a:ext>
            </a:extLst>
          </p:cNvPr>
          <p:cNvGrpSpPr/>
          <p:nvPr userDrawn="1"/>
        </p:nvGrpSpPr>
        <p:grpSpPr>
          <a:xfrm>
            <a:off x="7065062" y="2946916"/>
            <a:ext cx="909435" cy="721482"/>
            <a:chOff x="4262868" y="2183779"/>
            <a:chExt cx="909435" cy="721482"/>
          </a:xfrm>
        </p:grpSpPr>
        <p:sp>
          <p:nvSpPr>
            <p:cNvPr id="55" name="Arrow: Bent 22">
              <a:extLst>
                <a:ext uri="{FF2B5EF4-FFF2-40B4-BE49-F238E27FC236}">
                  <a16:creationId xmlns:a16="http://schemas.microsoft.com/office/drawing/2014/main" id="{F31B69A7-78DF-45F3-8771-36ACE038A37D}"/>
                </a:ext>
              </a:extLst>
            </p:cNvPr>
            <p:cNvSpPr/>
            <p:nvPr/>
          </p:nvSpPr>
          <p:spPr bwMode="auto">
            <a:xfrm rot="16200000">
              <a:off x="4397652" y="2468630"/>
              <a:ext cx="106041" cy="164625"/>
            </a:xfrm>
            <a:custGeom>
              <a:avLst/>
              <a:gdLst>
                <a:gd name="connsiteX0" fmla="*/ 0 w 306806"/>
                <a:gd name="connsiteY0" fmla="*/ 0 h 442882"/>
                <a:gd name="connsiteX1" fmla="*/ 306806 w 306806"/>
                <a:gd name="connsiteY1" fmla="*/ 0 h 442882"/>
                <a:gd name="connsiteX2" fmla="*/ 306806 w 306806"/>
                <a:gd name="connsiteY2" fmla="*/ 442882 h 442882"/>
                <a:gd name="connsiteX3" fmla="*/ 0 w 306806"/>
                <a:gd name="connsiteY3" fmla="*/ 442882 h 442882"/>
                <a:gd name="connsiteX4" fmla="*/ 0 w 306806"/>
                <a:gd name="connsiteY4" fmla="*/ 0 h 442882"/>
                <a:gd name="connsiteX0" fmla="*/ 306806 w 398246"/>
                <a:gd name="connsiteY0" fmla="*/ 442882 h 534322"/>
                <a:gd name="connsiteX1" fmla="*/ 0 w 398246"/>
                <a:gd name="connsiteY1" fmla="*/ 442882 h 534322"/>
                <a:gd name="connsiteX2" fmla="*/ 0 w 398246"/>
                <a:gd name="connsiteY2" fmla="*/ 0 h 534322"/>
                <a:gd name="connsiteX3" fmla="*/ 306806 w 398246"/>
                <a:gd name="connsiteY3" fmla="*/ 0 h 534322"/>
                <a:gd name="connsiteX4" fmla="*/ 398246 w 398246"/>
                <a:gd name="connsiteY4" fmla="*/ 534322 h 534322"/>
                <a:gd name="connsiteX0" fmla="*/ 0 w 398246"/>
                <a:gd name="connsiteY0" fmla="*/ 442882 h 534322"/>
                <a:gd name="connsiteX1" fmla="*/ 0 w 398246"/>
                <a:gd name="connsiteY1" fmla="*/ 0 h 534322"/>
                <a:gd name="connsiteX2" fmla="*/ 306806 w 398246"/>
                <a:gd name="connsiteY2" fmla="*/ 0 h 534322"/>
                <a:gd name="connsiteX3" fmla="*/ 398246 w 398246"/>
                <a:gd name="connsiteY3" fmla="*/ 534322 h 534322"/>
                <a:gd name="connsiteX0" fmla="*/ 0 w 306806"/>
                <a:gd name="connsiteY0" fmla="*/ 442882 h 442882"/>
                <a:gd name="connsiteX1" fmla="*/ 0 w 306806"/>
                <a:gd name="connsiteY1" fmla="*/ 0 h 442882"/>
                <a:gd name="connsiteX2" fmla="*/ 306806 w 306806"/>
                <a:gd name="connsiteY2" fmla="*/ 0 h 442882"/>
              </a:gdLst>
              <a:ahLst/>
              <a:cxnLst>
                <a:cxn ang="0">
                  <a:pos x="connsiteX0" y="connsiteY0"/>
                </a:cxn>
                <a:cxn ang="0">
                  <a:pos x="connsiteX1" y="connsiteY1"/>
                </a:cxn>
                <a:cxn ang="0">
                  <a:pos x="connsiteX2" y="connsiteY2"/>
                </a:cxn>
              </a:cxnLst>
              <a:rect l="l" t="t" r="r" b="b"/>
              <a:pathLst>
                <a:path w="306806" h="442882">
                  <a:moveTo>
                    <a:pt x="0" y="442882"/>
                  </a:moveTo>
                  <a:lnTo>
                    <a:pt x="0" y="0"/>
                  </a:lnTo>
                  <a:lnTo>
                    <a:pt x="306806"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6" name="Arrow: Bent 24">
              <a:extLst>
                <a:ext uri="{FF2B5EF4-FFF2-40B4-BE49-F238E27FC236}">
                  <a16:creationId xmlns:a16="http://schemas.microsoft.com/office/drawing/2014/main" id="{8200DDF9-CF34-45B3-93DD-0B2B81F633E4}"/>
                </a:ext>
              </a:extLst>
            </p:cNvPr>
            <p:cNvSpPr/>
            <p:nvPr/>
          </p:nvSpPr>
          <p:spPr bwMode="auto">
            <a:xfrm rot="16200000">
              <a:off x="4803569" y="2731149"/>
              <a:ext cx="92731" cy="211516"/>
            </a:xfrm>
            <a:custGeom>
              <a:avLst/>
              <a:gdLst>
                <a:gd name="connsiteX0" fmla="*/ 0 w 228567"/>
                <a:gd name="connsiteY0" fmla="*/ 0 h 569032"/>
                <a:gd name="connsiteX1" fmla="*/ 228567 w 228567"/>
                <a:gd name="connsiteY1" fmla="*/ 0 h 569032"/>
                <a:gd name="connsiteX2" fmla="*/ 228567 w 228567"/>
                <a:gd name="connsiteY2" fmla="*/ 569032 h 569032"/>
                <a:gd name="connsiteX3" fmla="*/ 0 w 228567"/>
                <a:gd name="connsiteY3" fmla="*/ 569032 h 569032"/>
                <a:gd name="connsiteX4" fmla="*/ 0 w 228567"/>
                <a:gd name="connsiteY4" fmla="*/ 0 h 569032"/>
                <a:gd name="connsiteX0" fmla="*/ 228567 w 320007"/>
                <a:gd name="connsiteY0" fmla="*/ 569032 h 660472"/>
                <a:gd name="connsiteX1" fmla="*/ 0 w 320007"/>
                <a:gd name="connsiteY1" fmla="*/ 569032 h 660472"/>
                <a:gd name="connsiteX2" fmla="*/ 0 w 320007"/>
                <a:gd name="connsiteY2" fmla="*/ 0 h 660472"/>
                <a:gd name="connsiteX3" fmla="*/ 228567 w 320007"/>
                <a:gd name="connsiteY3" fmla="*/ 0 h 660472"/>
                <a:gd name="connsiteX4" fmla="*/ 320007 w 320007"/>
                <a:gd name="connsiteY4" fmla="*/ 660472 h 660472"/>
                <a:gd name="connsiteX0" fmla="*/ 0 w 320007"/>
                <a:gd name="connsiteY0" fmla="*/ 569032 h 660472"/>
                <a:gd name="connsiteX1" fmla="*/ 0 w 320007"/>
                <a:gd name="connsiteY1" fmla="*/ 0 h 660472"/>
                <a:gd name="connsiteX2" fmla="*/ 228567 w 320007"/>
                <a:gd name="connsiteY2" fmla="*/ 0 h 660472"/>
                <a:gd name="connsiteX3" fmla="*/ 320007 w 320007"/>
                <a:gd name="connsiteY3" fmla="*/ 660472 h 660472"/>
                <a:gd name="connsiteX0" fmla="*/ 0 w 228567"/>
                <a:gd name="connsiteY0" fmla="*/ 569032 h 569032"/>
                <a:gd name="connsiteX1" fmla="*/ 0 w 228567"/>
                <a:gd name="connsiteY1" fmla="*/ 0 h 569032"/>
                <a:gd name="connsiteX2" fmla="*/ 228567 w 228567"/>
                <a:gd name="connsiteY2" fmla="*/ 0 h 569032"/>
              </a:gdLst>
              <a:ahLst/>
              <a:cxnLst>
                <a:cxn ang="0">
                  <a:pos x="connsiteX0" y="connsiteY0"/>
                </a:cxn>
                <a:cxn ang="0">
                  <a:pos x="connsiteX1" y="connsiteY1"/>
                </a:cxn>
                <a:cxn ang="0">
                  <a:pos x="connsiteX2" y="connsiteY2"/>
                </a:cxn>
              </a:cxnLst>
              <a:rect l="l" t="t" r="r" b="b"/>
              <a:pathLst>
                <a:path w="228567" h="569032">
                  <a:moveTo>
                    <a:pt x="0" y="569032"/>
                  </a:moveTo>
                  <a:lnTo>
                    <a:pt x="0" y="0"/>
                  </a:lnTo>
                  <a:lnTo>
                    <a:pt x="228567"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7" name="Arrow: Bent 76">
              <a:extLst>
                <a:ext uri="{FF2B5EF4-FFF2-40B4-BE49-F238E27FC236}">
                  <a16:creationId xmlns:a16="http://schemas.microsoft.com/office/drawing/2014/main" id="{E5E0C78A-0848-4C86-838C-B667ECE01E1F}"/>
                </a:ext>
              </a:extLst>
            </p:cNvPr>
            <p:cNvSpPr/>
            <p:nvPr/>
          </p:nvSpPr>
          <p:spPr bwMode="auto">
            <a:xfrm rot="5400000">
              <a:off x="4661716" y="2163798"/>
              <a:ext cx="290763" cy="529173"/>
            </a:xfrm>
            <a:custGeom>
              <a:avLst/>
              <a:gdLst>
                <a:gd name="connsiteX0" fmla="*/ 0 w 920098"/>
                <a:gd name="connsiteY0" fmla="*/ 0 h 1506443"/>
                <a:gd name="connsiteX1" fmla="*/ 920098 w 920098"/>
                <a:gd name="connsiteY1" fmla="*/ 0 h 1506443"/>
                <a:gd name="connsiteX2" fmla="*/ 920098 w 920098"/>
                <a:gd name="connsiteY2" fmla="*/ 1506443 h 1506443"/>
                <a:gd name="connsiteX3" fmla="*/ 0 w 920098"/>
                <a:gd name="connsiteY3" fmla="*/ 1506443 h 1506443"/>
                <a:gd name="connsiteX4" fmla="*/ 0 w 920098"/>
                <a:gd name="connsiteY4" fmla="*/ 0 h 1506443"/>
                <a:gd name="connsiteX0" fmla="*/ 920098 w 1011538"/>
                <a:gd name="connsiteY0" fmla="*/ 1506443 h 1597883"/>
                <a:gd name="connsiteX1" fmla="*/ 0 w 1011538"/>
                <a:gd name="connsiteY1" fmla="*/ 1506443 h 1597883"/>
                <a:gd name="connsiteX2" fmla="*/ 0 w 1011538"/>
                <a:gd name="connsiteY2" fmla="*/ 0 h 1597883"/>
                <a:gd name="connsiteX3" fmla="*/ 920098 w 1011538"/>
                <a:gd name="connsiteY3" fmla="*/ 0 h 1597883"/>
                <a:gd name="connsiteX4" fmla="*/ 1011538 w 1011538"/>
                <a:gd name="connsiteY4" fmla="*/ 1597883 h 1597883"/>
                <a:gd name="connsiteX0" fmla="*/ 0 w 1011538"/>
                <a:gd name="connsiteY0" fmla="*/ 1506443 h 1597883"/>
                <a:gd name="connsiteX1" fmla="*/ 0 w 1011538"/>
                <a:gd name="connsiteY1" fmla="*/ 0 h 1597883"/>
                <a:gd name="connsiteX2" fmla="*/ 920098 w 1011538"/>
                <a:gd name="connsiteY2" fmla="*/ 0 h 1597883"/>
                <a:gd name="connsiteX3" fmla="*/ 1011538 w 1011538"/>
                <a:gd name="connsiteY3" fmla="*/ 1597883 h 1597883"/>
                <a:gd name="connsiteX0" fmla="*/ 0 w 920098"/>
                <a:gd name="connsiteY0" fmla="*/ 1506443 h 1506443"/>
                <a:gd name="connsiteX1" fmla="*/ 0 w 920098"/>
                <a:gd name="connsiteY1" fmla="*/ 0 h 1506443"/>
                <a:gd name="connsiteX2" fmla="*/ 920098 w 920098"/>
                <a:gd name="connsiteY2" fmla="*/ 0 h 1506443"/>
              </a:gdLst>
              <a:ahLst/>
              <a:cxnLst>
                <a:cxn ang="0">
                  <a:pos x="connsiteX0" y="connsiteY0"/>
                </a:cxn>
                <a:cxn ang="0">
                  <a:pos x="connsiteX1" y="connsiteY1"/>
                </a:cxn>
                <a:cxn ang="0">
                  <a:pos x="connsiteX2" y="connsiteY2"/>
                </a:cxn>
              </a:cxnLst>
              <a:rect l="l" t="t" r="r" b="b"/>
              <a:pathLst>
                <a:path w="920098" h="1506443">
                  <a:moveTo>
                    <a:pt x="0" y="1506443"/>
                  </a:moveTo>
                  <a:lnTo>
                    <a:pt x="0" y="0"/>
                  </a:lnTo>
                  <a:lnTo>
                    <a:pt x="920098"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19721FB2-7138-4FCE-BBA9-4DD6AB59C018}"/>
                </a:ext>
              </a:extLst>
            </p:cNvPr>
            <p:cNvSpPr/>
            <p:nvPr/>
          </p:nvSpPr>
          <p:spPr bwMode="auto">
            <a:xfrm>
              <a:off x="454251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59" name="Rectangle 58">
              <a:extLst>
                <a:ext uri="{FF2B5EF4-FFF2-40B4-BE49-F238E27FC236}">
                  <a16:creationId xmlns:a16="http://schemas.microsoft.com/office/drawing/2014/main" id="{10A63D7B-2FDE-4DED-85FF-1EF546410461}"/>
                </a:ext>
              </a:extLst>
            </p:cNvPr>
            <p:cNvSpPr/>
            <p:nvPr/>
          </p:nvSpPr>
          <p:spPr bwMode="auto">
            <a:xfrm>
              <a:off x="4649998"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0" name="Rectangle 59">
              <a:extLst>
                <a:ext uri="{FF2B5EF4-FFF2-40B4-BE49-F238E27FC236}">
                  <a16:creationId xmlns:a16="http://schemas.microsoft.com/office/drawing/2014/main" id="{0CA2CD59-914C-452F-8365-6B24A01380A6}"/>
                </a:ext>
              </a:extLst>
            </p:cNvPr>
            <p:cNvSpPr/>
            <p:nvPr/>
          </p:nvSpPr>
          <p:spPr bwMode="auto">
            <a:xfrm>
              <a:off x="476248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1" name="Rectangle 60">
              <a:extLst>
                <a:ext uri="{FF2B5EF4-FFF2-40B4-BE49-F238E27FC236}">
                  <a16:creationId xmlns:a16="http://schemas.microsoft.com/office/drawing/2014/main" id="{85B8CF8B-0BBB-4641-A127-B04DA519EC34}"/>
                </a:ext>
              </a:extLst>
            </p:cNvPr>
            <p:cNvSpPr/>
            <p:nvPr/>
          </p:nvSpPr>
          <p:spPr bwMode="auto">
            <a:xfrm>
              <a:off x="4542512" y="253300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2" name="Rectangle 61">
              <a:extLst>
                <a:ext uri="{FF2B5EF4-FFF2-40B4-BE49-F238E27FC236}">
                  <a16:creationId xmlns:a16="http://schemas.microsoft.com/office/drawing/2014/main" id="{E6F0EF1F-3C23-4827-8577-ED04AEEBBDDC}"/>
                </a:ext>
              </a:extLst>
            </p:cNvPr>
            <p:cNvSpPr/>
            <p:nvPr/>
          </p:nvSpPr>
          <p:spPr bwMode="auto">
            <a:xfrm>
              <a:off x="4649998"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3" name="Rectangle 62">
              <a:extLst>
                <a:ext uri="{FF2B5EF4-FFF2-40B4-BE49-F238E27FC236}">
                  <a16:creationId xmlns:a16="http://schemas.microsoft.com/office/drawing/2014/main" id="{27221916-C3DF-4BE5-AA77-B270C9B42B12}"/>
                </a:ext>
              </a:extLst>
            </p:cNvPr>
            <p:cNvSpPr/>
            <p:nvPr/>
          </p:nvSpPr>
          <p:spPr bwMode="auto">
            <a:xfrm>
              <a:off x="4762482"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4" name="Rectangle 63">
              <a:extLst>
                <a:ext uri="{FF2B5EF4-FFF2-40B4-BE49-F238E27FC236}">
                  <a16:creationId xmlns:a16="http://schemas.microsoft.com/office/drawing/2014/main" id="{AB1DD898-F3FF-4481-9E22-5AD0FED8D3CC}"/>
                </a:ext>
              </a:extLst>
            </p:cNvPr>
            <p:cNvSpPr/>
            <p:nvPr/>
          </p:nvSpPr>
          <p:spPr bwMode="auto">
            <a:xfrm>
              <a:off x="4542512" y="265936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5" name="Rectangle 64">
              <a:extLst>
                <a:ext uri="{FF2B5EF4-FFF2-40B4-BE49-F238E27FC236}">
                  <a16:creationId xmlns:a16="http://schemas.microsoft.com/office/drawing/2014/main" id="{87D6CFD7-CF81-4435-8900-32F759AF4C79}"/>
                </a:ext>
              </a:extLst>
            </p:cNvPr>
            <p:cNvSpPr/>
            <p:nvPr/>
          </p:nvSpPr>
          <p:spPr bwMode="auto">
            <a:xfrm>
              <a:off x="4649998"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6" name="Rectangle 65">
              <a:extLst>
                <a:ext uri="{FF2B5EF4-FFF2-40B4-BE49-F238E27FC236}">
                  <a16:creationId xmlns:a16="http://schemas.microsoft.com/office/drawing/2014/main" id="{248284E4-608D-43F6-8E19-DA2183749DA1}"/>
                </a:ext>
              </a:extLst>
            </p:cNvPr>
            <p:cNvSpPr/>
            <p:nvPr/>
          </p:nvSpPr>
          <p:spPr bwMode="auto">
            <a:xfrm>
              <a:off x="4762482"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7" name="Rectangle 66">
              <a:extLst>
                <a:ext uri="{FF2B5EF4-FFF2-40B4-BE49-F238E27FC236}">
                  <a16:creationId xmlns:a16="http://schemas.microsoft.com/office/drawing/2014/main" id="{683342F8-83D2-4D1D-8B02-CF4BE6958AB3}"/>
                </a:ext>
              </a:extLst>
            </p:cNvPr>
            <p:cNvSpPr/>
            <p:nvPr/>
          </p:nvSpPr>
          <p:spPr bwMode="auto">
            <a:xfrm>
              <a:off x="4631082" y="2512568"/>
              <a:ext cx="224300" cy="252475"/>
            </a:xfrm>
            <a:prstGeom prst="rect">
              <a:avLst/>
            </a:prstGeom>
            <a:noFill/>
            <a:ln w="3175" cap="sq">
              <a:solidFill>
                <a:schemeClr val="accent2">
                  <a:lumMod val="75000"/>
                </a:schemeClr>
              </a:solidFill>
              <a:prstDash val="sysDash"/>
              <a:miter lim="800000"/>
              <a:headEnd/>
              <a:tailEnd/>
            </a:ln>
            <a:extLst>
              <a:ext uri="{909E8E84-426E-40DD-AFC4-6F175D3DCCD1}">
                <a14:hiddenFill xmlns:a14="http://schemas.microsoft.com/office/drawing/2010/main">
                  <a:noFill/>
                </a14:hiddenFill>
              </a:ext>
            </a:ex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cxnSp>
          <p:nvCxnSpPr>
            <p:cNvPr id="68" name="Straight Connector 67">
              <a:extLst>
                <a:ext uri="{FF2B5EF4-FFF2-40B4-BE49-F238E27FC236}">
                  <a16:creationId xmlns:a16="http://schemas.microsoft.com/office/drawing/2014/main" id="{51887851-B14E-45B1-9C85-DA7492F639D1}"/>
                </a:ext>
              </a:extLst>
            </p:cNvPr>
            <p:cNvCxnSpPr>
              <a:cxnSpLocks/>
              <a:stCxn id="65" idx="3"/>
              <a:endCxn id="66" idx="1"/>
            </p:cNvCxnSpPr>
            <p:nvPr/>
          </p:nvCxnSpPr>
          <p:spPr>
            <a:xfrm>
              <a:off x="4723793" y="2574570"/>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2F4E327-FC3B-4CB2-917A-711D09A6178F}"/>
                </a:ext>
              </a:extLst>
            </p:cNvPr>
            <p:cNvCxnSpPr>
              <a:cxnSpLocks/>
              <a:stCxn id="68" idx="3"/>
              <a:endCxn id="69" idx="1"/>
            </p:cNvCxnSpPr>
            <p:nvPr/>
          </p:nvCxnSpPr>
          <p:spPr>
            <a:xfrm>
              <a:off x="4723793" y="2700933"/>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E84B0F77-79C8-45D8-897A-C9C9A191B9D6}"/>
                </a:ext>
              </a:extLst>
            </p:cNvPr>
            <p:cNvCxnSpPr>
              <a:cxnSpLocks/>
              <a:stCxn id="65" idx="2"/>
              <a:endCxn id="68" idx="0"/>
            </p:cNvCxnSpPr>
            <p:nvPr/>
          </p:nvCxnSpPr>
          <p:spPr>
            <a:xfrm>
              <a:off x="4686894"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312389F5-1C4E-430D-B2A9-B28E01258D3E}"/>
                </a:ext>
              </a:extLst>
            </p:cNvPr>
            <p:cNvCxnSpPr>
              <a:cxnSpLocks/>
            </p:cNvCxnSpPr>
            <p:nvPr/>
          </p:nvCxnSpPr>
          <p:spPr>
            <a:xfrm>
              <a:off x="4799379"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2C012619-946A-4E06-B449-A2C8D2D4E1B5}"/>
                </a:ext>
              </a:extLst>
            </p:cNvPr>
            <p:cNvCxnSpPr>
              <a:cxnSpLocks/>
            </p:cNvCxnSpPr>
            <p:nvPr/>
          </p:nvCxnSpPr>
          <p:spPr>
            <a:xfrm flipH="1">
              <a:off x="4709015" y="2592285"/>
              <a:ext cx="75588" cy="8479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grpSp>
          <p:nvGrpSpPr>
            <p:cNvPr id="73" name="Group 4">
              <a:extLst>
                <a:ext uri="{FF2B5EF4-FFF2-40B4-BE49-F238E27FC236}">
                  <a16:creationId xmlns:a16="http://schemas.microsoft.com/office/drawing/2014/main" id="{395A33EB-9808-443D-9F91-1A249A808D4D}"/>
                </a:ext>
              </a:extLst>
            </p:cNvPr>
            <p:cNvGrpSpPr>
              <a:grpSpLocks noChangeAspect="1"/>
            </p:cNvGrpSpPr>
            <p:nvPr/>
          </p:nvGrpSpPr>
          <p:grpSpPr bwMode="auto">
            <a:xfrm>
              <a:off x="4987026" y="2624845"/>
              <a:ext cx="185277" cy="280416"/>
              <a:chOff x="1057" y="999"/>
              <a:chExt cx="225" cy="312"/>
            </a:xfrm>
            <a:solidFill>
              <a:srgbClr val="0078D4"/>
            </a:solidFill>
          </p:grpSpPr>
          <p:sp>
            <p:nvSpPr>
              <p:cNvPr id="91" name="Oval 5">
                <a:extLst>
                  <a:ext uri="{FF2B5EF4-FFF2-40B4-BE49-F238E27FC236}">
                    <a16:creationId xmlns:a16="http://schemas.microsoft.com/office/drawing/2014/main" id="{615B87A2-F85D-4301-A5E2-4F0838D026BE}"/>
                  </a:ext>
                </a:extLst>
              </p:cNvPr>
              <p:cNvSpPr>
                <a:spLocks noChangeArrowheads="1"/>
              </p:cNvSpPr>
              <p:nvPr/>
            </p:nvSpPr>
            <p:spPr bwMode="auto">
              <a:xfrm>
                <a:off x="1057" y="999"/>
                <a:ext cx="225" cy="224"/>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2" name="Freeform 6">
                <a:extLst>
                  <a:ext uri="{FF2B5EF4-FFF2-40B4-BE49-F238E27FC236}">
                    <a16:creationId xmlns:a16="http://schemas.microsoft.com/office/drawing/2014/main" id="{7EB3038B-1E67-40EC-829F-B5DF5E9776E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3" name="Freeform 7">
                <a:extLst>
                  <a:ext uri="{FF2B5EF4-FFF2-40B4-BE49-F238E27FC236}">
                    <a16:creationId xmlns:a16="http://schemas.microsoft.com/office/drawing/2014/main" id="{BA099CE9-A374-4911-8936-49A8EBAF8D61}"/>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4" name="Freeform 8">
                <a:extLst>
                  <a:ext uri="{FF2B5EF4-FFF2-40B4-BE49-F238E27FC236}">
                    <a16:creationId xmlns:a16="http://schemas.microsoft.com/office/drawing/2014/main" id="{70A51006-036C-4A3F-9C95-359EDF0842C3}"/>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74" name="Group 96">
              <a:extLst>
                <a:ext uri="{FF2B5EF4-FFF2-40B4-BE49-F238E27FC236}">
                  <a16:creationId xmlns:a16="http://schemas.microsoft.com/office/drawing/2014/main" id="{FE094829-C44C-417E-8938-638BF4CA9EE2}"/>
                </a:ext>
              </a:extLst>
            </p:cNvPr>
            <p:cNvGrpSpPr>
              <a:grpSpLocks noChangeAspect="1"/>
            </p:cNvGrpSpPr>
            <p:nvPr/>
          </p:nvGrpSpPr>
          <p:grpSpPr bwMode="auto">
            <a:xfrm>
              <a:off x="4262868" y="2183779"/>
              <a:ext cx="270894" cy="276711"/>
              <a:chOff x="2208" y="2791"/>
              <a:chExt cx="312" cy="292"/>
            </a:xfrm>
          </p:grpSpPr>
          <p:sp>
            <p:nvSpPr>
              <p:cNvPr id="75" name="Rectangle 98">
                <a:extLst>
                  <a:ext uri="{FF2B5EF4-FFF2-40B4-BE49-F238E27FC236}">
                    <a16:creationId xmlns:a16="http://schemas.microsoft.com/office/drawing/2014/main" id="{55B0D739-9E35-49C9-80A1-D25B2653A9EF}"/>
                  </a:ext>
                </a:extLst>
              </p:cNvPr>
              <p:cNvSpPr>
                <a:spLocks noChangeArrowheads="1"/>
              </p:cNvSpPr>
              <p:nvPr/>
            </p:nvSpPr>
            <p:spPr bwMode="auto">
              <a:xfrm>
                <a:off x="2208" y="2791"/>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6" name="Rectangle 99">
                <a:extLst>
                  <a:ext uri="{FF2B5EF4-FFF2-40B4-BE49-F238E27FC236}">
                    <a16:creationId xmlns:a16="http://schemas.microsoft.com/office/drawing/2014/main" id="{4E4CD28B-0E06-4298-97D4-C06DBEBD455D}"/>
                  </a:ext>
                </a:extLst>
              </p:cNvPr>
              <p:cNvSpPr>
                <a:spLocks noChangeArrowheads="1"/>
              </p:cNvSpPr>
              <p:nvPr/>
            </p:nvSpPr>
            <p:spPr bwMode="auto">
              <a:xfrm>
                <a:off x="2208" y="2869"/>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7" name="Rectangle 100">
                <a:extLst>
                  <a:ext uri="{FF2B5EF4-FFF2-40B4-BE49-F238E27FC236}">
                    <a16:creationId xmlns:a16="http://schemas.microsoft.com/office/drawing/2014/main" id="{C13A6990-43F7-4A53-89C8-130B95FA52D9}"/>
                  </a:ext>
                </a:extLst>
              </p:cNvPr>
              <p:cNvSpPr>
                <a:spLocks noChangeArrowheads="1"/>
              </p:cNvSpPr>
              <p:nvPr/>
            </p:nvSpPr>
            <p:spPr bwMode="auto">
              <a:xfrm>
                <a:off x="2208" y="2947"/>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Rectangle 101">
                <a:extLst>
                  <a:ext uri="{FF2B5EF4-FFF2-40B4-BE49-F238E27FC236}">
                    <a16:creationId xmlns:a16="http://schemas.microsoft.com/office/drawing/2014/main" id="{2E4600EE-2E9E-4695-A5FB-35994ACB1816}"/>
                  </a:ext>
                </a:extLst>
              </p:cNvPr>
              <p:cNvSpPr>
                <a:spLocks noChangeArrowheads="1"/>
              </p:cNvSpPr>
              <p:nvPr/>
            </p:nvSpPr>
            <p:spPr bwMode="auto">
              <a:xfrm>
                <a:off x="2208" y="3025"/>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Oval 102">
                <a:extLst>
                  <a:ext uri="{FF2B5EF4-FFF2-40B4-BE49-F238E27FC236}">
                    <a16:creationId xmlns:a16="http://schemas.microsoft.com/office/drawing/2014/main" id="{4A9E4340-0555-4B88-AEC9-1E14BC5B1211}"/>
                  </a:ext>
                </a:extLst>
              </p:cNvPr>
              <p:cNvSpPr>
                <a:spLocks noChangeArrowheads="1"/>
              </p:cNvSpPr>
              <p:nvPr/>
            </p:nvSpPr>
            <p:spPr bwMode="auto">
              <a:xfrm>
                <a:off x="2227"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Oval 103">
                <a:extLst>
                  <a:ext uri="{FF2B5EF4-FFF2-40B4-BE49-F238E27FC236}">
                    <a16:creationId xmlns:a16="http://schemas.microsoft.com/office/drawing/2014/main" id="{76A5DFD4-457A-4EAC-A62C-62F1F40CB9A7}"/>
                  </a:ext>
                </a:extLst>
              </p:cNvPr>
              <p:cNvSpPr>
                <a:spLocks noChangeArrowheads="1"/>
              </p:cNvSpPr>
              <p:nvPr/>
            </p:nvSpPr>
            <p:spPr bwMode="auto">
              <a:xfrm>
                <a:off x="2271"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1" name="Oval 104">
                <a:extLst>
                  <a:ext uri="{FF2B5EF4-FFF2-40B4-BE49-F238E27FC236}">
                    <a16:creationId xmlns:a16="http://schemas.microsoft.com/office/drawing/2014/main" id="{53F5A1D5-4F35-455D-B23A-ACB9A23A1A4E}"/>
                  </a:ext>
                </a:extLst>
              </p:cNvPr>
              <p:cNvSpPr>
                <a:spLocks noChangeArrowheads="1"/>
              </p:cNvSpPr>
              <p:nvPr/>
            </p:nvSpPr>
            <p:spPr bwMode="auto">
              <a:xfrm>
                <a:off x="2315" y="304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2" name="Oval 105">
                <a:extLst>
                  <a:ext uri="{FF2B5EF4-FFF2-40B4-BE49-F238E27FC236}">
                    <a16:creationId xmlns:a16="http://schemas.microsoft.com/office/drawing/2014/main" id="{04A95074-6193-41D9-A6E7-4D43A4AEFB71}"/>
                  </a:ext>
                </a:extLst>
              </p:cNvPr>
              <p:cNvSpPr>
                <a:spLocks noChangeArrowheads="1"/>
              </p:cNvSpPr>
              <p:nvPr/>
            </p:nvSpPr>
            <p:spPr bwMode="auto">
              <a:xfrm>
                <a:off x="2227"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3" name="Oval 106">
                <a:extLst>
                  <a:ext uri="{FF2B5EF4-FFF2-40B4-BE49-F238E27FC236}">
                    <a16:creationId xmlns:a16="http://schemas.microsoft.com/office/drawing/2014/main" id="{DF8D2B3E-E600-413A-967E-CB6D7D9DE4EF}"/>
                  </a:ext>
                </a:extLst>
              </p:cNvPr>
              <p:cNvSpPr>
                <a:spLocks noChangeArrowheads="1"/>
              </p:cNvSpPr>
              <p:nvPr/>
            </p:nvSpPr>
            <p:spPr bwMode="auto">
              <a:xfrm>
                <a:off x="2271"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4" name="Oval 107">
                <a:extLst>
                  <a:ext uri="{FF2B5EF4-FFF2-40B4-BE49-F238E27FC236}">
                    <a16:creationId xmlns:a16="http://schemas.microsoft.com/office/drawing/2014/main" id="{3EB033C7-8D9E-462F-887D-2561B93C91F2}"/>
                  </a:ext>
                </a:extLst>
              </p:cNvPr>
              <p:cNvSpPr>
                <a:spLocks noChangeArrowheads="1"/>
              </p:cNvSpPr>
              <p:nvPr/>
            </p:nvSpPr>
            <p:spPr bwMode="auto">
              <a:xfrm>
                <a:off x="2315" y="2961"/>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5" name="Oval 108">
                <a:extLst>
                  <a:ext uri="{FF2B5EF4-FFF2-40B4-BE49-F238E27FC236}">
                    <a16:creationId xmlns:a16="http://schemas.microsoft.com/office/drawing/2014/main" id="{A703B681-65F4-4FFB-98C0-274C808438D1}"/>
                  </a:ext>
                </a:extLst>
              </p:cNvPr>
              <p:cNvSpPr>
                <a:spLocks noChangeArrowheads="1"/>
              </p:cNvSpPr>
              <p:nvPr/>
            </p:nvSpPr>
            <p:spPr bwMode="auto">
              <a:xfrm>
                <a:off x="2227"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6" name="Oval 109">
                <a:extLst>
                  <a:ext uri="{FF2B5EF4-FFF2-40B4-BE49-F238E27FC236}">
                    <a16:creationId xmlns:a16="http://schemas.microsoft.com/office/drawing/2014/main" id="{2D4178C4-55E9-41A0-91B9-6658C5D00E60}"/>
                  </a:ext>
                </a:extLst>
              </p:cNvPr>
              <p:cNvSpPr>
                <a:spLocks noChangeArrowheads="1"/>
              </p:cNvSpPr>
              <p:nvPr/>
            </p:nvSpPr>
            <p:spPr bwMode="auto">
              <a:xfrm>
                <a:off x="2271"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7" name="Oval 110">
                <a:extLst>
                  <a:ext uri="{FF2B5EF4-FFF2-40B4-BE49-F238E27FC236}">
                    <a16:creationId xmlns:a16="http://schemas.microsoft.com/office/drawing/2014/main" id="{75332090-6C13-4D7F-B6E5-5002AF41BE04}"/>
                  </a:ext>
                </a:extLst>
              </p:cNvPr>
              <p:cNvSpPr>
                <a:spLocks noChangeArrowheads="1"/>
              </p:cNvSpPr>
              <p:nvPr/>
            </p:nvSpPr>
            <p:spPr bwMode="auto">
              <a:xfrm>
                <a:off x="2315" y="2883"/>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8" name="Oval 111">
                <a:extLst>
                  <a:ext uri="{FF2B5EF4-FFF2-40B4-BE49-F238E27FC236}">
                    <a16:creationId xmlns:a16="http://schemas.microsoft.com/office/drawing/2014/main" id="{B31DA10D-05D0-4340-838A-69F4CE631E5C}"/>
                  </a:ext>
                </a:extLst>
              </p:cNvPr>
              <p:cNvSpPr>
                <a:spLocks noChangeArrowheads="1"/>
              </p:cNvSpPr>
              <p:nvPr/>
            </p:nvSpPr>
            <p:spPr bwMode="auto">
              <a:xfrm>
                <a:off x="2227"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9" name="Oval 112">
                <a:extLst>
                  <a:ext uri="{FF2B5EF4-FFF2-40B4-BE49-F238E27FC236}">
                    <a16:creationId xmlns:a16="http://schemas.microsoft.com/office/drawing/2014/main" id="{178E97C9-25A9-4FE0-9943-2D208A521506}"/>
                  </a:ext>
                </a:extLst>
              </p:cNvPr>
              <p:cNvSpPr>
                <a:spLocks noChangeArrowheads="1"/>
              </p:cNvSpPr>
              <p:nvPr/>
            </p:nvSpPr>
            <p:spPr bwMode="auto">
              <a:xfrm>
                <a:off x="2271"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0" name="Oval 113">
                <a:extLst>
                  <a:ext uri="{FF2B5EF4-FFF2-40B4-BE49-F238E27FC236}">
                    <a16:creationId xmlns:a16="http://schemas.microsoft.com/office/drawing/2014/main" id="{FF0262A4-2EBD-4001-B4AF-073542013F7F}"/>
                  </a:ext>
                </a:extLst>
              </p:cNvPr>
              <p:cNvSpPr>
                <a:spLocks noChangeArrowheads="1"/>
              </p:cNvSpPr>
              <p:nvPr/>
            </p:nvSpPr>
            <p:spPr bwMode="auto">
              <a:xfrm>
                <a:off x="2315" y="2805"/>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pic>
        <p:nvPicPr>
          <p:cNvPr id="97" name="Picture 96">
            <a:extLst>
              <a:ext uri="{FF2B5EF4-FFF2-40B4-BE49-F238E27FC236}">
                <a16:creationId xmlns:a16="http://schemas.microsoft.com/office/drawing/2014/main" id="{149533A0-F5EF-4802-AFBD-E1CD5956CF08}"/>
              </a:ext>
            </a:extLst>
          </p:cNvPr>
          <p:cNvPicPr>
            <a:picLocks noChangeAspect="1"/>
          </p:cNvPicPr>
          <p:nvPr userDrawn="1"/>
        </p:nvPicPr>
        <p:blipFill>
          <a:blip r:embed="rId2"/>
          <a:stretch>
            <a:fillRect/>
          </a:stretch>
        </p:blipFill>
        <p:spPr>
          <a:xfrm>
            <a:off x="1530608" y="2932172"/>
            <a:ext cx="750971" cy="750971"/>
          </a:xfrm>
          <a:prstGeom prst="rect">
            <a:avLst/>
          </a:prstGeom>
        </p:spPr>
      </p:pic>
      <p:pic>
        <p:nvPicPr>
          <p:cNvPr id="7" name="MS logo white - EMF" descr="Microsoft logo white text version">
            <a:extLst>
              <a:ext uri="{FF2B5EF4-FFF2-40B4-BE49-F238E27FC236}">
                <a16:creationId xmlns:a16="http://schemas.microsoft.com/office/drawing/2014/main" id="{4FEECCAC-0723-BE77-2780-C0C6DE673474}"/>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95008332"/>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36" name="Group 35">
            <a:extLst>
              <a:ext uri="{FF2B5EF4-FFF2-40B4-BE49-F238E27FC236}">
                <a16:creationId xmlns:a16="http://schemas.microsoft.com/office/drawing/2014/main" id="{4E02E165-8FB9-4BAC-89A8-82F852FC3D11}"/>
              </a:ext>
            </a:extLst>
          </p:cNvPr>
          <p:cNvGrpSpPr/>
          <p:nvPr userDrawn="1"/>
        </p:nvGrpSpPr>
        <p:grpSpPr>
          <a:xfrm>
            <a:off x="10029650" y="3023271"/>
            <a:ext cx="593947" cy="652463"/>
            <a:chOff x="10029649" y="3023271"/>
            <a:chExt cx="593947" cy="652463"/>
          </a:xfrm>
        </p:grpSpPr>
        <p:grpSp>
          <p:nvGrpSpPr>
            <p:cNvPr id="33" name="Group 32">
              <a:extLst>
                <a:ext uri="{FF2B5EF4-FFF2-40B4-BE49-F238E27FC236}">
                  <a16:creationId xmlns:a16="http://schemas.microsoft.com/office/drawing/2014/main" id="{612A56EB-B7AC-4F7F-A951-4B9C94A84077}"/>
                </a:ext>
              </a:extLst>
            </p:cNvPr>
            <p:cNvGrpSpPr/>
            <p:nvPr userDrawn="1"/>
          </p:nvGrpSpPr>
          <p:grpSpPr>
            <a:xfrm>
              <a:off x="10029649" y="3024859"/>
              <a:ext cx="137160" cy="650875"/>
              <a:chOff x="10029649" y="3024859"/>
              <a:chExt cx="137160" cy="650875"/>
            </a:xfrm>
          </p:grpSpPr>
          <p:cxnSp>
            <p:nvCxnSpPr>
              <p:cNvPr id="22" name="Straight Connector 21">
                <a:extLst>
                  <a:ext uri="{FF2B5EF4-FFF2-40B4-BE49-F238E27FC236}">
                    <a16:creationId xmlns:a16="http://schemas.microsoft.com/office/drawing/2014/main" id="{A9562522-E42A-43B7-AB52-62DDB37D5835}"/>
                  </a:ext>
                </a:extLst>
              </p:cNvPr>
              <p:cNvCxnSpPr>
                <a:cxnSpLocks/>
              </p:cNvCxnSpPr>
              <p:nvPr userDrawn="1"/>
            </p:nvCxnSpPr>
            <p:spPr>
              <a:xfrm rot="16200000">
                <a:off x="9772793" y="3350297"/>
                <a:ext cx="650875" cy="0"/>
              </a:xfrm>
              <a:prstGeom prst="line">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FFA8598-A624-4472-838A-16707C3B342C}"/>
                  </a:ext>
                </a:extLst>
              </p:cNvPr>
              <p:cNvSpPr/>
              <p:nvPr userDrawn="1"/>
            </p:nvSpPr>
            <p:spPr bwMode="auto">
              <a:xfrm rot="16200000">
                <a:off x="10029649" y="3133762"/>
                <a:ext cx="137160" cy="137160"/>
              </a:xfrm>
              <a:prstGeom prst="ellipse">
                <a:avLst/>
              </a:prstGeom>
              <a:solidFill>
                <a:schemeClr val="accent1"/>
              </a:solid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nvGrpSpPr>
            <p:cNvPr id="34" name="Group 33">
              <a:extLst>
                <a:ext uri="{FF2B5EF4-FFF2-40B4-BE49-F238E27FC236}">
                  <a16:creationId xmlns:a16="http://schemas.microsoft.com/office/drawing/2014/main" id="{17B2223C-5277-40FD-9764-EDCABCA1DB2B}"/>
                </a:ext>
              </a:extLst>
            </p:cNvPr>
            <p:cNvGrpSpPr/>
            <p:nvPr userDrawn="1"/>
          </p:nvGrpSpPr>
          <p:grpSpPr>
            <a:xfrm>
              <a:off x="10258042" y="3023271"/>
              <a:ext cx="137160" cy="650875"/>
              <a:chOff x="10263352" y="3023271"/>
              <a:chExt cx="137160" cy="650875"/>
            </a:xfrm>
          </p:grpSpPr>
          <p:cxnSp>
            <p:nvCxnSpPr>
              <p:cNvPr id="25" name="Straight Connector 24">
                <a:extLst>
                  <a:ext uri="{FF2B5EF4-FFF2-40B4-BE49-F238E27FC236}">
                    <a16:creationId xmlns:a16="http://schemas.microsoft.com/office/drawing/2014/main" id="{B7E7DFE1-EE22-4435-AF30-BED58AC8C78A}"/>
                  </a:ext>
                </a:extLst>
              </p:cNvPr>
              <p:cNvCxnSpPr>
                <a:cxnSpLocks/>
              </p:cNvCxnSpPr>
              <p:nvPr userDrawn="1"/>
            </p:nvCxnSpPr>
            <p:spPr>
              <a:xfrm rot="16200000">
                <a:off x="10006496" y="3348709"/>
                <a:ext cx="650875" cy="0"/>
              </a:xfrm>
              <a:prstGeom prst="line">
                <a:avLst/>
              </a:prstGeom>
              <a:ln w="1905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6D6F491B-59F6-4334-A12A-E4D1ED0B2657}"/>
                  </a:ext>
                </a:extLst>
              </p:cNvPr>
              <p:cNvSpPr/>
              <p:nvPr userDrawn="1"/>
            </p:nvSpPr>
            <p:spPr bwMode="auto">
              <a:xfrm rot="16200000">
                <a:off x="10263352" y="3411574"/>
                <a:ext cx="137160" cy="137160"/>
              </a:xfrm>
              <a:prstGeom prst="ellipse">
                <a:avLst/>
              </a:prstGeom>
              <a:solidFill>
                <a:schemeClr val="accent2"/>
              </a:solidFill>
              <a:ln w="285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nvGrpSpPr>
            <p:cNvPr id="35" name="Group 34">
              <a:extLst>
                <a:ext uri="{FF2B5EF4-FFF2-40B4-BE49-F238E27FC236}">
                  <a16:creationId xmlns:a16="http://schemas.microsoft.com/office/drawing/2014/main" id="{D55FBD12-10EB-40C2-8197-8933EFEDC861}"/>
                </a:ext>
              </a:extLst>
            </p:cNvPr>
            <p:cNvGrpSpPr/>
            <p:nvPr userDrawn="1"/>
          </p:nvGrpSpPr>
          <p:grpSpPr>
            <a:xfrm>
              <a:off x="10486436" y="3023271"/>
              <a:ext cx="137160" cy="650875"/>
              <a:chOff x="10486436" y="3023271"/>
              <a:chExt cx="137160" cy="650875"/>
            </a:xfrm>
          </p:grpSpPr>
          <p:cxnSp>
            <p:nvCxnSpPr>
              <p:cNvPr id="29" name="Straight Connector 28">
                <a:extLst>
                  <a:ext uri="{FF2B5EF4-FFF2-40B4-BE49-F238E27FC236}">
                    <a16:creationId xmlns:a16="http://schemas.microsoft.com/office/drawing/2014/main" id="{27A2D27B-1592-4A16-BC95-26D2F3826189}"/>
                  </a:ext>
                </a:extLst>
              </p:cNvPr>
              <p:cNvCxnSpPr>
                <a:cxnSpLocks/>
              </p:cNvCxnSpPr>
              <p:nvPr userDrawn="1"/>
            </p:nvCxnSpPr>
            <p:spPr>
              <a:xfrm rot="16200000">
                <a:off x="10229580" y="3348709"/>
                <a:ext cx="650875" cy="0"/>
              </a:xfrm>
              <a:prstGeom prst="line">
                <a:avLst/>
              </a:prstGeom>
              <a:ln w="19050">
                <a:solidFill>
                  <a:schemeClr val="accent1">
                    <a:lumMod val="60000"/>
                    <a:lumOff val="4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B67CDA03-9CF4-45AD-86F3-81060A27A728}"/>
                  </a:ext>
                </a:extLst>
              </p:cNvPr>
              <p:cNvSpPr/>
              <p:nvPr userDrawn="1"/>
            </p:nvSpPr>
            <p:spPr bwMode="auto">
              <a:xfrm rot="16200000">
                <a:off x="10486436" y="3176084"/>
                <a:ext cx="137160" cy="137160"/>
              </a:xfrm>
              <a:prstGeom prst="ellipse">
                <a:avLst/>
              </a:prstGeom>
              <a:solidFill>
                <a:schemeClr val="accent1">
                  <a:lumMod val="60000"/>
                  <a:lumOff val="40000"/>
                </a:schemeClr>
              </a:solidFill>
              <a:ln w="28575">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43" name="Group 42">
            <a:extLst>
              <a:ext uri="{FF2B5EF4-FFF2-40B4-BE49-F238E27FC236}">
                <a16:creationId xmlns:a16="http://schemas.microsoft.com/office/drawing/2014/main" id="{CF55D524-3FF9-43DD-AA89-0CF3F9348DBB}"/>
              </a:ext>
            </a:extLst>
          </p:cNvPr>
          <p:cNvGrpSpPr/>
          <p:nvPr userDrawn="1"/>
        </p:nvGrpSpPr>
        <p:grpSpPr>
          <a:xfrm>
            <a:off x="4387850" y="3001963"/>
            <a:ext cx="649288" cy="695325"/>
            <a:chOff x="4387850" y="3001963"/>
            <a:chExt cx="649288" cy="695325"/>
          </a:xfrm>
        </p:grpSpPr>
        <p:grpSp>
          <p:nvGrpSpPr>
            <p:cNvPr id="37" name="Group 4">
              <a:extLst>
                <a:ext uri="{FF2B5EF4-FFF2-40B4-BE49-F238E27FC236}">
                  <a16:creationId xmlns:a16="http://schemas.microsoft.com/office/drawing/2014/main" id="{F0E161BB-F7C6-4642-9264-893C9F2C2E2B}"/>
                </a:ext>
              </a:extLst>
            </p:cNvPr>
            <p:cNvGrpSpPr>
              <a:grpSpLocks noChangeAspect="1"/>
            </p:cNvGrpSpPr>
            <p:nvPr userDrawn="1"/>
          </p:nvGrpSpPr>
          <p:grpSpPr bwMode="auto">
            <a:xfrm>
              <a:off x="4387850" y="3001963"/>
              <a:ext cx="649288" cy="695325"/>
              <a:chOff x="2764" y="1891"/>
              <a:chExt cx="409" cy="438"/>
            </a:xfrm>
          </p:grpSpPr>
          <p:sp>
            <p:nvSpPr>
              <p:cNvPr id="38" name="AutoShape 3">
                <a:extLst>
                  <a:ext uri="{FF2B5EF4-FFF2-40B4-BE49-F238E27FC236}">
                    <a16:creationId xmlns:a16="http://schemas.microsoft.com/office/drawing/2014/main" id="{1A5B60B3-A3D9-4427-9644-175CC548EB1E}"/>
                  </a:ext>
                </a:extLst>
              </p:cNvPr>
              <p:cNvSpPr>
                <a:spLocks noChangeAspect="1" noChangeArrowheads="1" noTextEdit="1"/>
              </p:cNvSpPr>
              <p:nvPr userDrawn="1"/>
            </p:nvSpPr>
            <p:spPr bwMode="auto">
              <a:xfrm>
                <a:off x="2764" y="1891"/>
                <a:ext cx="40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5">
                <a:extLst>
                  <a:ext uri="{FF2B5EF4-FFF2-40B4-BE49-F238E27FC236}">
                    <a16:creationId xmlns:a16="http://schemas.microsoft.com/office/drawing/2014/main" id="{8251BCCB-4751-462C-B250-60DB8D01E8BD}"/>
                  </a:ext>
                </a:extLst>
              </p:cNvPr>
              <p:cNvSpPr>
                <a:spLocks/>
              </p:cNvSpPr>
              <p:nvPr userDrawn="1"/>
            </p:nvSpPr>
            <p:spPr bwMode="auto">
              <a:xfrm>
                <a:off x="2764" y="1891"/>
                <a:ext cx="409" cy="438"/>
              </a:xfrm>
              <a:custGeom>
                <a:avLst/>
                <a:gdLst>
                  <a:gd name="T0" fmla="*/ 328 w 409"/>
                  <a:gd name="T1" fmla="*/ 226 h 438"/>
                  <a:gd name="T2" fmla="*/ 300 w 409"/>
                  <a:gd name="T3" fmla="*/ 253 h 438"/>
                  <a:gd name="T4" fmla="*/ 336 w 409"/>
                  <a:gd name="T5" fmla="*/ 291 h 438"/>
                  <a:gd name="T6" fmla="*/ 224 w 409"/>
                  <a:gd name="T7" fmla="*/ 291 h 438"/>
                  <a:gd name="T8" fmla="*/ 224 w 409"/>
                  <a:gd name="T9" fmla="*/ 73 h 438"/>
                  <a:gd name="T10" fmla="*/ 259 w 409"/>
                  <a:gd name="T11" fmla="*/ 109 h 438"/>
                  <a:gd name="T12" fmla="*/ 286 w 409"/>
                  <a:gd name="T13" fmla="*/ 81 h 438"/>
                  <a:gd name="T14" fmla="*/ 205 w 409"/>
                  <a:gd name="T15" fmla="*/ 0 h 438"/>
                  <a:gd name="T16" fmla="*/ 123 w 409"/>
                  <a:gd name="T17" fmla="*/ 81 h 438"/>
                  <a:gd name="T18" fmla="*/ 150 w 409"/>
                  <a:gd name="T19" fmla="*/ 109 h 438"/>
                  <a:gd name="T20" fmla="*/ 185 w 409"/>
                  <a:gd name="T21" fmla="*/ 74 h 438"/>
                  <a:gd name="T22" fmla="*/ 185 w 409"/>
                  <a:gd name="T23" fmla="*/ 185 h 438"/>
                  <a:gd name="T24" fmla="*/ 73 w 409"/>
                  <a:gd name="T25" fmla="*/ 185 h 438"/>
                  <a:gd name="T26" fmla="*/ 109 w 409"/>
                  <a:gd name="T27" fmla="*/ 150 h 438"/>
                  <a:gd name="T28" fmla="*/ 82 w 409"/>
                  <a:gd name="T29" fmla="*/ 123 h 438"/>
                  <a:gd name="T30" fmla="*/ 0 w 409"/>
                  <a:gd name="T31" fmla="*/ 204 h 438"/>
                  <a:gd name="T32" fmla="*/ 81 w 409"/>
                  <a:gd name="T33" fmla="*/ 286 h 438"/>
                  <a:gd name="T34" fmla="*/ 109 w 409"/>
                  <a:gd name="T35" fmla="*/ 259 h 438"/>
                  <a:gd name="T36" fmla="*/ 73 w 409"/>
                  <a:gd name="T37" fmla="*/ 223 h 438"/>
                  <a:gd name="T38" fmla="*/ 185 w 409"/>
                  <a:gd name="T39" fmla="*/ 223 h 438"/>
                  <a:gd name="T40" fmla="*/ 185 w 409"/>
                  <a:gd name="T41" fmla="*/ 438 h 438"/>
                  <a:gd name="T42" fmla="*/ 224 w 409"/>
                  <a:gd name="T43" fmla="*/ 438 h 438"/>
                  <a:gd name="T44" fmla="*/ 224 w 409"/>
                  <a:gd name="T45" fmla="*/ 329 h 438"/>
                  <a:gd name="T46" fmla="*/ 336 w 409"/>
                  <a:gd name="T47" fmla="*/ 329 h 438"/>
                  <a:gd name="T48" fmla="*/ 300 w 409"/>
                  <a:gd name="T49" fmla="*/ 361 h 438"/>
                  <a:gd name="T50" fmla="*/ 328 w 409"/>
                  <a:gd name="T51" fmla="*/ 388 h 438"/>
                  <a:gd name="T52" fmla="*/ 409 w 409"/>
                  <a:gd name="T53" fmla="*/ 307 h 438"/>
                  <a:gd name="T54" fmla="*/ 328 w 409"/>
                  <a:gd name="T55" fmla="*/ 22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9" h="438">
                    <a:moveTo>
                      <a:pt x="328" y="226"/>
                    </a:moveTo>
                    <a:lnTo>
                      <a:pt x="300" y="253"/>
                    </a:lnTo>
                    <a:lnTo>
                      <a:pt x="336" y="291"/>
                    </a:lnTo>
                    <a:lnTo>
                      <a:pt x="224" y="291"/>
                    </a:lnTo>
                    <a:lnTo>
                      <a:pt x="224" y="73"/>
                    </a:lnTo>
                    <a:lnTo>
                      <a:pt x="259" y="109"/>
                    </a:lnTo>
                    <a:lnTo>
                      <a:pt x="286" y="81"/>
                    </a:lnTo>
                    <a:lnTo>
                      <a:pt x="205" y="0"/>
                    </a:lnTo>
                    <a:lnTo>
                      <a:pt x="123" y="81"/>
                    </a:lnTo>
                    <a:lnTo>
                      <a:pt x="150" y="109"/>
                    </a:lnTo>
                    <a:lnTo>
                      <a:pt x="185" y="74"/>
                    </a:lnTo>
                    <a:lnTo>
                      <a:pt x="185" y="185"/>
                    </a:lnTo>
                    <a:lnTo>
                      <a:pt x="73" y="185"/>
                    </a:lnTo>
                    <a:lnTo>
                      <a:pt x="109" y="150"/>
                    </a:lnTo>
                    <a:lnTo>
                      <a:pt x="82" y="123"/>
                    </a:lnTo>
                    <a:lnTo>
                      <a:pt x="0" y="204"/>
                    </a:lnTo>
                    <a:lnTo>
                      <a:pt x="81" y="286"/>
                    </a:lnTo>
                    <a:lnTo>
                      <a:pt x="109" y="259"/>
                    </a:lnTo>
                    <a:lnTo>
                      <a:pt x="73" y="223"/>
                    </a:lnTo>
                    <a:lnTo>
                      <a:pt x="185" y="223"/>
                    </a:lnTo>
                    <a:lnTo>
                      <a:pt x="185" y="438"/>
                    </a:lnTo>
                    <a:lnTo>
                      <a:pt x="224" y="438"/>
                    </a:lnTo>
                    <a:lnTo>
                      <a:pt x="224" y="329"/>
                    </a:lnTo>
                    <a:lnTo>
                      <a:pt x="336" y="329"/>
                    </a:lnTo>
                    <a:lnTo>
                      <a:pt x="300" y="361"/>
                    </a:lnTo>
                    <a:lnTo>
                      <a:pt x="328" y="388"/>
                    </a:lnTo>
                    <a:lnTo>
                      <a:pt x="409" y="307"/>
                    </a:lnTo>
                    <a:lnTo>
                      <a:pt x="328" y="22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6">
                <a:extLst>
                  <a:ext uri="{FF2B5EF4-FFF2-40B4-BE49-F238E27FC236}">
                    <a16:creationId xmlns:a16="http://schemas.microsoft.com/office/drawing/2014/main" id="{A1B2B908-A650-4445-AF23-359E0DDE78CF}"/>
                  </a:ext>
                </a:extLst>
              </p:cNvPr>
              <p:cNvSpPr>
                <a:spLocks/>
              </p:cNvSpPr>
              <p:nvPr userDrawn="1"/>
            </p:nvSpPr>
            <p:spPr bwMode="auto">
              <a:xfrm>
                <a:off x="2988" y="2117"/>
                <a:ext cx="185" cy="162"/>
              </a:xfrm>
              <a:custGeom>
                <a:avLst/>
                <a:gdLst>
                  <a:gd name="T0" fmla="*/ 0 w 185"/>
                  <a:gd name="T1" fmla="*/ 103 h 162"/>
                  <a:gd name="T2" fmla="*/ 112 w 185"/>
                  <a:gd name="T3" fmla="*/ 103 h 162"/>
                  <a:gd name="T4" fmla="*/ 76 w 185"/>
                  <a:gd name="T5" fmla="*/ 135 h 162"/>
                  <a:gd name="T6" fmla="*/ 104 w 185"/>
                  <a:gd name="T7" fmla="*/ 162 h 162"/>
                  <a:gd name="T8" fmla="*/ 185 w 185"/>
                  <a:gd name="T9" fmla="*/ 81 h 162"/>
                  <a:gd name="T10" fmla="*/ 104 w 185"/>
                  <a:gd name="T11" fmla="*/ 0 h 162"/>
                  <a:gd name="T12" fmla="*/ 76 w 185"/>
                  <a:gd name="T13" fmla="*/ 27 h 162"/>
                  <a:gd name="T14" fmla="*/ 112 w 185"/>
                  <a:gd name="T15" fmla="*/ 65 h 162"/>
                  <a:gd name="T16" fmla="*/ 0 w 185"/>
                  <a:gd name="T17" fmla="*/ 65 h 162"/>
                  <a:gd name="T18" fmla="*/ 0 w 185"/>
                  <a:gd name="T19" fmla="*/ 10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62">
                    <a:moveTo>
                      <a:pt x="0" y="103"/>
                    </a:moveTo>
                    <a:lnTo>
                      <a:pt x="112" y="103"/>
                    </a:lnTo>
                    <a:lnTo>
                      <a:pt x="76" y="135"/>
                    </a:lnTo>
                    <a:lnTo>
                      <a:pt x="104" y="162"/>
                    </a:lnTo>
                    <a:lnTo>
                      <a:pt x="185" y="81"/>
                    </a:lnTo>
                    <a:lnTo>
                      <a:pt x="104" y="0"/>
                    </a:lnTo>
                    <a:lnTo>
                      <a:pt x="76" y="27"/>
                    </a:lnTo>
                    <a:lnTo>
                      <a:pt x="112" y="65"/>
                    </a:lnTo>
                    <a:lnTo>
                      <a:pt x="0" y="65"/>
                    </a:lnTo>
                    <a:lnTo>
                      <a:pt x="0" y="103"/>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2" name="Freeform 6">
              <a:extLst>
                <a:ext uri="{FF2B5EF4-FFF2-40B4-BE49-F238E27FC236}">
                  <a16:creationId xmlns:a16="http://schemas.microsoft.com/office/drawing/2014/main" id="{6DC1E3D6-7433-49D1-8616-86F1FECFD0E3}"/>
                </a:ext>
              </a:extLst>
            </p:cNvPr>
            <p:cNvSpPr>
              <a:spLocks/>
            </p:cNvSpPr>
            <p:nvPr userDrawn="1"/>
          </p:nvSpPr>
          <p:spPr bwMode="auto">
            <a:xfrm rot="10800000">
              <a:off x="4387850" y="3200508"/>
              <a:ext cx="293688" cy="257175"/>
            </a:xfrm>
            <a:custGeom>
              <a:avLst/>
              <a:gdLst>
                <a:gd name="T0" fmla="*/ 0 w 185"/>
                <a:gd name="T1" fmla="*/ 103 h 162"/>
                <a:gd name="T2" fmla="*/ 112 w 185"/>
                <a:gd name="T3" fmla="*/ 103 h 162"/>
                <a:gd name="T4" fmla="*/ 76 w 185"/>
                <a:gd name="T5" fmla="*/ 135 h 162"/>
                <a:gd name="T6" fmla="*/ 104 w 185"/>
                <a:gd name="T7" fmla="*/ 162 h 162"/>
                <a:gd name="T8" fmla="*/ 185 w 185"/>
                <a:gd name="T9" fmla="*/ 81 h 162"/>
                <a:gd name="T10" fmla="*/ 104 w 185"/>
                <a:gd name="T11" fmla="*/ 0 h 162"/>
                <a:gd name="T12" fmla="*/ 76 w 185"/>
                <a:gd name="T13" fmla="*/ 27 h 162"/>
                <a:gd name="T14" fmla="*/ 112 w 185"/>
                <a:gd name="T15" fmla="*/ 65 h 162"/>
                <a:gd name="T16" fmla="*/ 0 w 185"/>
                <a:gd name="T17" fmla="*/ 65 h 162"/>
                <a:gd name="T18" fmla="*/ 0 w 185"/>
                <a:gd name="T19" fmla="*/ 10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62">
                  <a:moveTo>
                    <a:pt x="0" y="103"/>
                  </a:moveTo>
                  <a:lnTo>
                    <a:pt x="112" y="103"/>
                  </a:lnTo>
                  <a:lnTo>
                    <a:pt x="76" y="135"/>
                  </a:lnTo>
                  <a:lnTo>
                    <a:pt x="104" y="162"/>
                  </a:lnTo>
                  <a:lnTo>
                    <a:pt x="185" y="81"/>
                  </a:lnTo>
                  <a:lnTo>
                    <a:pt x="104" y="0"/>
                  </a:lnTo>
                  <a:lnTo>
                    <a:pt x="76" y="27"/>
                  </a:lnTo>
                  <a:lnTo>
                    <a:pt x="112" y="65"/>
                  </a:lnTo>
                  <a:lnTo>
                    <a:pt x="0" y="65"/>
                  </a:lnTo>
                  <a:lnTo>
                    <a:pt x="0" y="103"/>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4" name="Group 9">
            <a:extLst>
              <a:ext uri="{FF2B5EF4-FFF2-40B4-BE49-F238E27FC236}">
                <a16:creationId xmlns:a16="http://schemas.microsoft.com/office/drawing/2014/main" id="{101769AF-0246-47BA-9A3E-14AAF8ACB34D}"/>
              </a:ext>
            </a:extLst>
          </p:cNvPr>
          <p:cNvGrpSpPr>
            <a:grpSpLocks noChangeAspect="1"/>
          </p:cNvGrpSpPr>
          <p:nvPr userDrawn="1"/>
        </p:nvGrpSpPr>
        <p:grpSpPr bwMode="auto">
          <a:xfrm>
            <a:off x="7172325" y="3001963"/>
            <a:ext cx="695325" cy="695325"/>
            <a:chOff x="4518" y="1891"/>
            <a:chExt cx="438" cy="438"/>
          </a:xfrm>
        </p:grpSpPr>
        <p:sp>
          <p:nvSpPr>
            <p:cNvPr id="45" name="AutoShape 8">
              <a:extLst>
                <a:ext uri="{FF2B5EF4-FFF2-40B4-BE49-F238E27FC236}">
                  <a16:creationId xmlns:a16="http://schemas.microsoft.com/office/drawing/2014/main" id="{91E93D47-E8ED-4306-8D6A-7611148F15FC}"/>
                </a:ext>
              </a:extLst>
            </p:cNvPr>
            <p:cNvSpPr>
              <a:spLocks noChangeAspect="1" noChangeArrowheads="1" noTextEdit="1"/>
            </p:cNvSpPr>
            <p:nvPr userDrawn="1"/>
          </p:nvSpPr>
          <p:spPr bwMode="auto">
            <a:xfrm>
              <a:off x="4518" y="1891"/>
              <a:ext cx="438"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0">
              <a:extLst>
                <a:ext uri="{FF2B5EF4-FFF2-40B4-BE49-F238E27FC236}">
                  <a16:creationId xmlns:a16="http://schemas.microsoft.com/office/drawing/2014/main" id="{8564755A-CC7A-4AB1-83FA-1FF06276AACB}"/>
                </a:ext>
              </a:extLst>
            </p:cNvPr>
            <p:cNvSpPr>
              <a:spLocks noEditPoints="1"/>
            </p:cNvSpPr>
            <p:nvPr userDrawn="1"/>
          </p:nvSpPr>
          <p:spPr bwMode="auto">
            <a:xfrm>
              <a:off x="4636" y="1905"/>
              <a:ext cx="325" cy="287"/>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1">
              <a:extLst>
                <a:ext uri="{FF2B5EF4-FFF2-40B4-BE49-F238E27FC236}">
                  <a16:creationId xmlns:a16="http://schemas.microsoft.com/office/drawing/2014/main" id="{34BB26B7-FF18-4622-928F-6D967988851E}"/>
                </a:ext>
              </a:extLst>
            </p:cNvPr>
            <p:cNvSpPr>
              <a:spLocks/>
            </p:cNvSpPr>
            <p:nvPr userDrawn="1"/>
          </p:nvSpPr>
          <p:spPr bwMode="auto">
            <a:xfrm>
              <a:off x="4832" y="1891"/>
              <a:ext cx="43" cy="39"/>
            </a:xfrm>
            <a:custGeom>
              <a:avLst/>
              <a:gdLst>
                <a:gd name="T0" fmla="*/ 34 w 43"/>
                <a:gd name="T1" fmla="*/ 39 h 39"/>
                <a:gd name="T2" fmla="*/ 0 w 43"/>
                <a:gd name="T3" fmla="*/ 25 h 39"/>
                <a:gd name="T4" fmla="*/ 10 w 43"/>
                <a:gd name="T5" fmla="*/ 0 h 39"/>
                <a:gd name="T6" fmla="*/ 43 w 43"/>
                <a:gd name="T7" fmla="*/ 14 h 39"/>
                <a:gd name="T8" fmla="*/ 34 w 43"/>
                <a:gd name="T9" fmla="*/ 39 h 39"/>
              </a:gdLst>
              <a:ahLst/>
              <a:cxnLst>
                <a:cxn ang="0">
                  <a:pos x="T0" y="T1"/>
                </a:cxn>
                <a:cxn ang="0">
                  <a:pos x="T2" y="T3"/>
                </a:cxn>
                <a:cxn ang="0">
                  <a:pos x="T4" y="T5"/>
                </a:cxn>
                <a:cxn ang="0">
                  <a:pos x="T6" y="T7"/>
                </a:cxn>
                <a:cxn ang="0">
                  <a:pos x="T8" y="T9"/>
                </a:cxn>
              </a:cxnLst>
              <a:rect l="0" t="0" r="r" b="b"/>
              <a:pathLst>
                <a:path w="43" h="39">
                  <a:moveTo>
                    <a:pt x="34" y="39"/>
                  </a:moveTo>
                  <a:lnTo>
                    <a:pt x="0" y="25"/>
                  </a:lnTo>
                  <a:lnTo>
                    <a:pt x="10" y="0"/>
                  </a:lnTo>
                  <a:lnTo>
                    <a:pt x="43" y="14"/>
                  </a:lnTo>
                  <a:lnTo>
                    <a:pt x="34" y="3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2">
              <a:extLst>
                <a:ext uri="{FF2B5EF4-FFF2-40B4-BE49-F238E27FC236}">
                  <a16:creationId xmlns:a16="http://schemas.microsoft.com/office/drawing/2014/main" id="{5DA30236-E9CE-4E8F-93FA-9DBBF1FEA72E}"/>
                </a:ext>
              </a:extLst>
            </p:cNvPr>
            <p:cNvSpPr>
              <a:spLocks/>
            </p:cNvSpPr>
            <p:nvPr userDrawn="1"/>
          </p:nvSpPr>
          <p:spPr bwMode="auto">
            <a:xfrm>
              <a:off x="4722" y="2167"/>
              <a:ext cx="43" cy="39"/>
            </a:xfrm>
            <a:custGeom>
              <a:avLst/>
              <a:gdLst>
                <a:gd name="T0" fmla="*/ 33 w 43"/>
                <a:gd name="T1" fmla="*/ 39 h 39"/>
                <a:gd name="T2" fmla="*/ 0 w 43"/>
                <a:gd name="T3" fmla="*/ 26 h 39"/>
                <a:gd name="T4" fmla="*/ 10 w 43"/>
                <a:gd name="T5" fmla="*/ 0 h 39"/>
                <a:gd name="T6" fmla="*/ 43 w 43"/>
                <a:gd name="T7" fmla="*/ 14 h 39"/>
                <a:gd name="T8" fmla="*/ 33 w 43"/>
                <a:gd name="T9" fmla="*/ 39 h 39"/>
              </a:gdLst>
              <a:ahLst/>
              <a:cxnLst>
                <a:cxn ang="0">
                  <a:pos x="T0" y="T1"/>
                </a:cxn>
                <a:cxn ang="0">
                  <a:pos x="T2" y="T3"/>
                </a:cxn>
                <a:cxn ang="0">
                  <a:pos x="T4" y="T5"/>
                </a:cxn>
                <a:cxn ang="0">
                  <a:pos x="T6" y="T7"/>
                </a:cxn>
                <a:cxn ang="0">
                  <a:pos x="T8" y="T9"/>
                </a:cxn>
              </a:cxnLst>
              <a:rect l="0" t="0" r="r" b="b"/>
              <a:pathLst>
                <a:path w="43" h="39">
                  <a:moveTo>
                    <a:pt x="33" y="39"/>
                  </a:moveTo>
                  <a:lnTo>
                    <a:pt x="0" y="26"/>
                  </a:lnTo>
                  <a:lnTo>
                    <a:pt x="10" y="0"/>
                  </a:lnTo>
                  <a:lnTo>
                    <a:pt x="43" y="14"/>
                  </a:lnTo>
                  <a:lnTo>
                    <a:pt x="33" y="3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3">
              <a:extLst>
                <a:ext uri="{FF2B5EF4-FFF2-40B4-BE49-F238E27FC236}">
                  <a16:creationId xmlns:a16="http://schemas.microsoft.com/office/drawing/2014/main" id="{73DC0344-09FA-419D-96F2-4D226882508F}"/>
                </a:ext>
              </a:extLst>
            </p:cNvPr>
            <p:cNvSpPr>
              <a:spLocks/>
            </p:cNvSpPr>
            <p:nvPr userDrawn="1"/>
          </p:nvSpPr>
          <p:spPr bwMode="auto">
            <a:xfrm>
              <a:off x="4918" y="2082"/>
              <a:ext cx="38" cy="43"/>
            </a:xfrm>
            <a:custGeom>
              <a:avLst/>
              <a:gdLst>
                <a:gd name="T0" fmla="*/ 38 w 38"/>
                <a:gd name="T1" fmla="*/ 10 h 43"/>
                <a:gd name="T2" fmla="*/ 25 w 38"/>
                <a:gd name="T3" fmla="*/ 43 h 43"/>
                <a:gd name="T4" fmla="*/ 0 w 38"/>
                <a:gd name="T5" fmla="*/ 33 h 43"/>
                <a:gd name="T6" fmla="*/ 13 w 38"/>
                <a:gd name="T7" fmla="*/ 0 h 43"/>
                <a:gd name="T8" fmla="*/ 38 w 38"/>
                <a:gd name="T9" fmla="*/ 10 h 43"/>
              </a:gdLst>
              <a:ahLst/>
              <a:cxnLst>
                <a:cxn ang="0">
                  <a:pos x="T0" y="T1"/>
                </a:cxn>
                <a:cxn ang="0">
                  <a:pos x="T2" y="T3"/>
                </a:cxn>
                <a:cxn ang="0">
                  <a:pos x="T4" y="T5"/>
                </a:cxn>
                <a:cxn ang="0">
                  <a:pos x="T6" y="T7"/>
                </a:cxn>
                <a:cxn ang="0">
                  <a:pos x="T8" y="T9"/>
                </a:cxn>
              </a:cxnLst>
              <a:rect l="0" t="0" r="r" b="b"/>
              <a:pathLst>
                <a:path w="38" h="43">
                  <a:moveTo>
                    <a:pt x="38" y="10"/>
                  </a:moveTo>
                  <a:lnTo>
                    <a:pt x="25" y="43"/>
                  </a:lnTo>
                  <a:lnTo>
                    <a:pt x="0" y="33"/>
                  </a:lnTo>
                  <a:lnTo>
                    <a:pt x="13" y="0"/>
                  </a:lnTo>
                  <a:lnTo>
                    <a:pt x="38"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a:extLst>
                <a:ext uri="{FF2B5EF4-FFF2-40B4-BE49-F238E27FC236}">
                  <a16:creationId xmlns:a16="http://schemas.microsoft.com/office/drawing/2014/main" id="{1856DA9B-DB02-45E1-A5C4-60B171D431A2}"/>
                </a:ext>
              </a:extLst>
            </p:cNvPr>
            <p:cNvSpPr>
              <a:spLocks/>
            </p:cNvSpPr>
            <p:nvPr userDrawn="1"/>
          </p:nvSpPr>
          <p:spPr bwMode="auto">
            <a:xfrm>
              <a:off x="4641" y="1972"/>
              <a:ext cx="39" cy="43"/>
            </a:xfrm>
            <a:custGeom>
              <a:avLst/>
              <a:gdLst>
                <a:gd name="T0" fmla="*/ 39 w 39"/>
                <a:gd name="T1" fmla="*/ 10 h 43"/>
                <a:gd name="T2" fmla="*/ 25 w 39"/>
                <a:gd name="T3" fmla="*/ 43 h 43"/>
                <a:gd name="T4" fmla="*/ 0 w 39"/>
                <a:gd name="T5" fmla="*/ 33 h 43"/>
                <a:gd name="T6" fmla="*/ 14 w 39"/>
                <a:gd name="T7" fmla="*/ 0 h 43"/>
                <a:gd name="T8" fmla="*/ 39 w 39"/>
                <a:gd name="T9" fmla="*/ 10 h 43"/>
              </a:gdLst>
              <a:ahLst/>
              <a:cxnLst>
                <a:cxn ang="0">
                  <a:pos x="T0" y="T1"/>
                </a:cxn>
                <a:cxn ang="0">
                  <a:pos x="T2" y="T3"/>
                </a:cxn>
                <a:cxn ang="0">
                  <a:pos x="T4" y="T5"/>
                </a:cxn>
                <a:cxn ang="0">
                  <a:pos x="T6" y="T7"/>
                </a:cxn>
                <a:cxn ang="0">
                  <a:pos x="T8" y="T9"/>
                </a:cxn>
              </a:cxnLst>
              <a:rect l="0" t="0" r="r" b="b"/>
              <a:pathLst>
                <a:path w="39" h="43">
                  <a:moveTo>
                    <a:pt x="39" y="10"/>
                  </a:moveTo>
                  <a:lnTo>
                    <a:pt x="25" y="43"/>
                  </a:lnTo>
                  <a:lnTo>
                    <a:pt x="0" y="33"/>
                  </a:lnTo>
                  <a:lnTo>
                    <a:pt x="14" y="0"/>
                  </a:lnTo>
                  <a:lnTo>
                    <a:pt x="39"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a:extLst>
                <a:ext uri="{FF2B5EF4-FFF2-40B4-BE49-F238E27FC236}">
                  <a16:creationId xmlns:a16="http://schemas.microsoft.com/office/drawing/2014/main" id="{B63404C3-AAE2-462E-BFDA-1216E42E7DB8}"/>
                </a:ext>
              </a:extLst>
            </p:cNvPr>
            <p:cNvSpPr>
              <a:spLocks/>
            </p:cNvSpPr>
            <p:nvPr userDrawn="1"/>
          </p:nvSpPr>
          <p:spPr bwMode="auto">
            <a:xfrm>
              <a:off x="4643" y="2085"/>
              <a:ext cx="39" cy="44"/>
            </a:xfrm>
            <a:custGeom>
              <a:avLst/>
              <a:gdLst>
                <a:gd name="T0" fmla="*/ 24 w 39"/>
                <a:gd name="T1" fmla="*/ 0 h 44"/>
                <a:gd name="T2" fmla="*/ 39 w 39"/>
                <a:gd name="T3" fmla="*/ 34 h 44"/>
                <a:gd name="T4" fmla="*/ 14 w 39"/>
                <a:gd name="T5" fmla="*/ 44 h 44"/>
                <a:gd name="T6" fmla="*/ 0 w 39"/>
                <a:gd name="T7" fmla="*/ 11 h 44"/>
                <a:gd name="T8" fmla="*/ 24 w 39"/>
                <a:gd name="T9" fmla="*/ 0 h 44"/>
              </a:gdLst>
              <a:ahLst/>
              <a:cxnLst>
                <a:cxn ang="0">
                  <a:pos x="T0" y="T1"/>
                </a:cxn>
                <a:cxn ang="0">
                  <a:pos x="T2" y="T3"/>
                </a:cxn>
                <a:cxn ang="0">
                  <a:pos x="T4" y="T5"/>
                </a:cxn>
                <a:cxn ang="0">
                  <a:pos x="T6" y="T7"/>
                </a:cxn>
                <a:cxn ang="0">
                  <a:pos x="T8" y="T9"/>
                </a:cxn>
              </a:cxnLst>
              <a:rect l="0" t="0" r="r" b="b"/>
              <a:pathLst>
                <a:path w="39" h="44">
                  <a:moveTo>
                    <a:pt x="24" y="0"/>
                  </a:moveTo>
                  <a:lnTo>
                    <a:pt x="39" y="34"/>
                  </a:lnTo>
                  <a:lnTo>
                    <a:pt x="14" y="44"/>
                  </a:lnTo>
                  <a:lnTo>
                    <a:pt x="0" y="11"/>
                  </a:lnTo>
                  <a:lnTo>
                    <a:pt x="2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94A797C2-15AB-46CF-8E5A-3156B2FAF372}"/>
                </a:ext>
              </a:extLst>
            </p:cNvPr>
            <p:cNvSpPr>
              <a:spLocks/>
            </p:cNvSpPr>
            <p:nvPr userDrawn="1"/>
          </p:nvSpPr>
          <p:spPr bwMode="auto">
            <a:xfrm>
              <a:off x="4916" y="1968"/>
              <a:ext cx="39" cy="44"/>
            </a:xfrm>
            <a:custGeom>
              <a:avLst/>
              <a:gdLst>
                <a:gd name="T0" fmla="*/ 25 w 39"/>
                <a:gd name="T1" fmla="*/ 0 h 44"/>
                <a:gd name="T2" fmla="*/ 39 w 39"/>
                <a:gd name="T3" fmla="*/ 33 h 44"/>
                <a:gd name="T4" fmla="*/ 14 w 39"/>
                <a:gd name="T5" fmla="*/ 44 h 44"/>
                <a:gd name="T6" fmla="*/ 0 w 39"/>
                <a:gd name="T7" fmla="*/ 11 h 44"/>
                <a:gd name="T8" fmla="*/ 25 w 39"/>
                <a:gd name="T9" fmla="*/ 0 h 44"/>
              </a:gdLst>
              <a:ahLst/>
              <a:cxnLst>
                <a:cxn ang="0">
                  <a:pos x="T0" y="T1"/>
                </a:cxn>
                <a:cxn ang="0">
                  <a:pos x="T2" y="T3"/>
                </a:cxn>
                <a:cxn ang="0">
                  <a:pos x="T4" y="T5"/>
                </a:cxn>
                <a:cxn ang="0">
                  <a:pos x="T6" y="T7"/>
                </a:cxn>
                <a:cxn ang="0">
                  <a:pos x="T8" y="T9"/>
                </a:cxn>
              </a:cxnLst>
              <a:rect l="0" t="0" r="r" b="b"/>
              <a:pathLst>
                <a:path w="39" h="44">
                  <a:moveTo>
                    <a:pt x="25" y="0"/>
                  </a:moveTo>
                  <a:lnTo>
                    <a:pt x="39" y="33"/>
                  </a:lnTo>
                  <a:lnTo>
                    <a:pt x="14" y="44"/>
                  </a:lnTo>
                  <a:lnTo>
                    <a:pt x="0" y="11"/>
                  </a:lnTo>
                  <a:lnTo>
                    <a:pt x="25"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17">
              <a:extLst>
                <a:ext uri="{FF2B5EF4-FFF2-40B4-BE49-F238E27FC236}">
                  <a16:creationId xmlns:a16="http://schemas.microsoft.com/office/drawing/2014/main" id="{E011851D-1687-42E6-9BF2-9B1A1D2B5695}"/>
                </a:ext>
              </a:extLst>
            </p:cNvPr>
            <p:cNvSpPr>
              <a:spLocks/>
            </p:cNvSpPr>
            <p:nvPr userDrawn="1"/>
          </p:nvSpPr>
          <p:spPr bwMode="auto">
            <a:xfrm>
              <a:off x="4836" y="2166"/>
              <a:ext cx="43" cy="39"/>
            </a:xfrm>
            <a:custGeom>
              <a:avLst/>
              <a:gdLst>
                <a:gd name="T0" fmla="*/ 0 w 43"/>
                <a:gd name="T1" fmla="*/ 14 h 39"/>
                <a:gd name="T2" fmla="*/ 33 w 43"/>
                <a:gd name="T3" fmla="*/ 0 h 39"/>
                <a:gd name="T4" fmla="*/ 43 w 43"/>
                <a:gd name="T5" fmla="*/ 24 h 39"/>
                <a:gd name="T6" fmla="*/ 10 w 43"/>
                <a:gd name="T7" fmla="*/ 39 h 39"/>
                <a:gd name="T8" fmla="*/ 0 w 43"/>
                <a:gd name="T9" fmla="*/ 14 h 39"/>
              </a:gdLst>
              <a:ahLst/>
              <a:cxnLst>
                <a:cxn ang="0">
                  <a:pos x="T0" y="T1"/>
                </a:cxn>
                <a:cxn ang="0">
                  <a:pos x="T2" y="T3"/>
                </a:cxn>
                <a:cxn ang="0">
                  <a:pos x="T4" y="T5"/>
                </a:cxn>
                <a:cxn ang="0">
                  <a:pos x="T6" y="T7"/>
                </a:cxn>
                <a:cxn ang="0">
                  <a:pos x="T8" y="T9"/>
                </a:cxn>
              </a:cxnLst>
              <a:rect l="0" t="0" r="r" b="b"/>
              <a:pathLst>
                <a:path w="43" h="39">
                  <a:moveTo>
                    <a:pt x="0" y="14"/>
                  </a:moveTo>
                  <a:lnTo>
                    <a:pt x="33" y="0"/>
                  </a:lnTo>
                  <a:lnTo>
                    <a:pt x="43" y="24"/>
                  </a:lnTo>
                  <a:lnTo>
                    <a:pt x="10" y="39"/>
                  </a:lnTo>
                  <a:lnTo>
                    <a:pt x="0" y="1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18">
              <a:extLst>
                <a:ext uri="{FF2B5EF4-FFF2-40B4-BE49-F238E27FC236}">
                  <a16:creationId xmlns:a16="http://schemas.microsoft.com/office/drawing/2014/main" id="{BC2F536A-E8C5-46E3-93FA-DAC950037F7B}"/>
                </a:ext>
              </a:extLst>
            </p:cNvPr>
            <p:cNvSpPr>
              <a:spLocks/>
            </p:cNvSpPr>
            <p:nvPr userDrawn="1"/>
          </p:nvSpPr>
          <p:spPr bwMode="auto">
            <a:xfrm>
              <a:off x="4718" y="1892"/>
              <a:ext cx="44" cy="39"/>
            </a:xfrm>
            <a:custGeom>
              <a:avLst/>
              <a:gdLst>
                <a:gd name="T0" fmla="*/ 0 w 44"/>
                <a:gd name="T1" fmla="*/ 14 h 39"/>
                <a:gd name="T2" fmla="*/ 33 w 44"/>
                <a:gd name="T3" fmla="*/ 0 h 39"/>
                <a:gd name="T4" fmla="*/ 44 w 44"/>
                <a:gd name="T5" fmla="*/ 25 h 39"/>
                <a:gd name="T6" fmla="*/ 11 w 44"/>
                <a:gd name="T7" fmla="*/ 39 h 39"/>
                <a:gd name="T8" fmla="*/ 0 w 44"/>
                <a:gd name="T9" fmla="*/ 14 h 39"/>
              </a:gdLst>
              <a:ahLst/>
              <a:cxnLst>
                <a:cxn ang="0">
                  <a:pos x="T0" y="T1"/>
                </a:cxn>
                <a:cxn ang="0">
                  <a:pos x="T2" y="T3"/>
                </a:cxn>
                <a:cxn ang="0">
                  <a:pos x="T4" y="T5"/>
                </a:cxn>
                <a:cxn ang="0">
                  <a:pos x="T6" y="T7"/>
                </a:cxn>
                <a:cxn ang="0">
                  <a:pos x="T8" y="T9"/>
                </a:cxn>
              </a:cxnLst>
              <a:rect l="0" t="0" r="r" b="b"/>
              <a:pathLst>
                <a:path w="44" h="39">
                  <a:moveTo>
                    <a:pt x="0" y="14"/>
                  </a:moveTo>
                  <a:lnTo>
                    <a:pt x="33" y="0"/>
                  </a:lnTo>
                  <a:lnTo>
                    <a:pt x="44" y="25"/>
                  </a:lnTo>
                  <a:lnTo>
                    <a:pt x="11" y="39"/>
                  </a:lnTo>
                  <a:lnTo>
                    <a:pt x="0" y="1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19">
              <a:extLst>
                <a:ext uri="{FF2B5EF4-FFF2-40B4-BE49-F238E27FC236}">
                  <a16:creationId xmlns:a16="http://schemas.microsoft.com/office/drawing/2014/main" id="{0E2FA171-B2FE-45BC-814B-0BC44C31B7B7}"/>
                </a:ext>
              </a:extLst>
            </p:cNvPr>
            <p:cNvSpPr>
              <a:spLocks noEditPoints="1"/>
            </p:cNvSpPr>
            <p:nvPr userDrawn="1"/>
          </p:nvSpPr>
          <p:spPr bwMode="auto">
            <a:xfrm>
              <a:off x="4531" y="2152"/>
              <a:ext cx="165" cy="164"/>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
              <a:extLst>
                <a:ext uri="{FF2B5EF4-FFF2-40B4-BE49-F238E27FC236}">
                  <a16:creationId xmlns:a16="http://schemas.microsoft.com/office/drawing/2014/main" id="{BBFB2C93-73E8-4C37-9D9A-C7B68B081B58}"/>
                </a:ext>
              </a:extLst>
            </p:cNvPr>
            <p:cNvSpPr>
              <a:spLocks/>
            </p:cNvSpPr>
            <p:nvPr userDrawn="1"/>
          </p:nvSpPr>
          <p:spPr bwMode="auto">
            <a:xfrm>
              <a:off x="4602" y="2137"/>
              <a:ext cx="20" cy="17"/>
            </a:xfrm>
            <a:custGeom>
              <a:avLst/>
              <a:gdLst>
                <a:gd name="T0" fmla="*/ 20 w 20"/>
                <a:gd name="T1" fmla="*/ 17 h 17"/>
                <a:gd name="T2" fmla="*/ 0 w 20"/>
                <a:gd name="T3" fmla="*/ 17 h 17"/>
                <a:gd name="T4" fmla="*/ 0 w 20"/>
                <a:gd name="T5" fmla="*/ 1 h 17"/>
                <a:gd name="T6" fmla="*/ 20 w 20"/>
                <a:gd name="T7" fmla="*/ 0 h 17"/>
                <a:gd name="T8" fmla="*/ 20 w 20"/>
                <a:gd name="T9" fmla="*/ 17 h 17"/>
              </a:gdLst>
              <a:ahLst/>
              <a:cxnLst>
                <a:cxn ang="0">
                  <a:pos x="T0" y="T1"/>
                </a:cxn>
                <a:cxn ang="0">
                  <a:pos x="T2" y="T3"/>
                </a:cxn>
                <a:cxn ang="0">
                  <a:pos x="T4" y="T5"/>
                </a:cxn>
                <a:cxn ang="0">
                  <a:pos x="T6" y="T7"/>
                </a:cxn>
                <a:cxn ang="0">
                  <a:pos x="T8" y="T9"/>
                </a:cxn>
              </a:cxnLst>
              <a:rect l="0" t="0" r="r" b="b"/>
              <a:pathLst>
                <a:path w="20" h="17">
                  <a:moveTo>
                    <a:pt x="20" y="17"/>
                  </a:moveTo>
                  <a:lnTo>
                    <a:pt x="0" y="17"/>
                  </a:lnTo>
                  <a:lnTo>
                    <a:pt x="0" y="1"/>
                  </a:lnTo>
                  <a:lnTo>
                    <a:pt x="20" y="0"/>
                  </a:lnTo>
                  <a:lnTo>
                    <a:pt x="20" y="17"/>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1">
              <a:extLst>
                <a:ext uri="{FF2B5EF4-FFF2-40B4-BE49-F238E27FC236}">
                  <a16:creationId xmlns:a16="http://schemas.microsoft.com/office/drawing/2014/main" id="{EDF6553E-59E2-4E36-B433-91045C97DF3E}"/>
                </a:ext>
              </a:extLst>
            </p:cNvPr>
            <p:cNvSpPr>
              <a:spLocks/>
            </p:cNvSpPr>
            <p:nvPr userDrawn="1"/>
          </p:nvSpPr>
          <p:spPr bwMode="auto">
            <a:xfrm>
              <a:off x="4605" y="2312"/>
              <a:ext cx="21" cy="17"/>
            </a:xfrm>
            <a:custGeom>
              <a:avLst/>
              <a:gdLst>
                <a:gd name="T0" fmla="*/ 21 w 21"/>
                <a:gd name="T1" fmla="*/ 17 h 17"/>
                <a:gd name="T2" fmla="*/ 1 w 21"/>
                <a:gd name="T3" fmla="*/ 17 h 17"/>
                <a:gd name="T4" fmla="*/ 0 w 21"/>
                <a:gd name="T5" fmla="*/ 0 h 17"/>
                <a:gd name="T6" fmla="*/ 21 w 21"/>
                <a:gd name="T7" fmla="*/ 0 h 17"/>
                <a:gd name="T8" fmla="*/ 21 w 21"/>
                <a:gd name="T9" fmla="*/ 17 h 17"/>
              </a:gdLst>
              <a:ahLst/>
              <a:cxnLst>
                <a:cxn ang="0">
                  <a:pos x="T0" y="T1"/>
                </a:cxn>
                <a:cxn ang="0">
                  <a:pos x="T2" y="T3"/>
                </a:cxn>
                <a:cxn ang="0">
                  <a:pos x="T4" y="T5"/>
                </a:cxn>
                <a:cxn ang="0">
                  <a:pos x="T6" y="T7"/>
                </a:cxn>
                <a:cxn ang="0">
                  <a:pos x="T8" y="T9"/>
                </a:cxn>
              </a:cxnLst>
              <a:rect l="0" t="0" r="r" b="b"/>
              <a:pathLst>
                <a:path w="21" h="17">
                  <a:moveTo>
                    <a:pt x="21" y="17"/>
                  </a:moveTo>
                  <a:lnTo>
                    <a:pt x="1" y="17"/>
                  </a:lnTo>
                  <a:lnTo>
                    <a:pt x="0" y="0"/>
                  </a:lnTo>
                  <a:lnTo>
                    <a:pt x="21" y="0"/>
                  </a:lnTo>
                  <a:lnTo>
                    <a:pt x="21" y="17"/>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2">
              <a:extLst>
                <a:ext uri="{FF2B5EF4-FFF2-40B4-BE49-F238E27FC236}">
                  <a16:creationId xmlns:a16="http://schemas.microsoft.com/office/drawing/2014/main" id="{C2AAC19B-12F1-4321-A4BA-A5B7C1D70431}"/>
                </a:ext>
              </a:extLst>
            </p:cNvPr>
            <p:cNvSpPr>
              <a:spLocks/>
            </p:cNvSpPr>
            <p:nvPr userDrawn="1"/>
          </p:nvSpPr>
          <p:spPr bwMode="auto">
            <a:xfrm>
              <a:off x="4692" y="2223"/>
              <a:ext cx="18" cy="20"/>
            </a:xfrm>
            <a:custGeom>
              <a:avLst/>
              <a:gdLst>
                <a:gd name="T0" fmla="*/ 17 w 18"/>
                <a:gd name="T1" fmla="*/ 0 h 20"/>
                <a:gd name="T2" fmla="*/ 18 w 18"/>
                <a:gd name="T3" fmla="*/ 20 h 20"/>
                <a:gd name="T4" fmla="*/ 1 w 18"/>
                <a:gd name="T5" fmla="*/ 20 h 20"/>
                <a:gd name="T6" fmla="*/ 0 w 18"/>
                <a:gd name="T7" fmla="*/ 0 h 20"/>
                <a:gd name="T8" fmla="*/ 17 w 18"/>
                <a:gd name="T9" fmla="*/ 0 h 20"/>
              </a:gdLst>
              <a:ahLst/>
              <a:cxnLst>
                <a:cxn ang="0">
                  <a:pos x="T0" y="T1"/>
                </a:cxn>
                <a:cxn ang="0">
                  <a:pos x="T2" y="T3"/>
                </a:cxn>
                <a:cxn ang="0">
                  <a:pos x="T4" y="T5"/>
                </a:cxn>
                <a:cxn ang="0">
                  <a:pos x="T6" y="T7"/>
                </a:cxn>
                <a:cxn ang="0">
                  <a:pos x="T8" y="T9"/>
                </a:cxn>
              </a:cxnLst>
              <a:rect l="0" t="0" r="r" b="b"/>
              <a:pathLst>
                <a:path w="18" h="20">
                  <a:moveTo>
                    <a:pt x="17" y="0"/>
                  </a:moveTo>
                  <a:lnTo>
                    <a:pt x="18" y="20"/>
                  </a:lnTo>
                  <a:lnTo>
                    <a:pt x="1" y="20"/>
                  </a:lnTo>
                  <a:lnTo>
                    <a:pt x="0" y="0"/>
                  </a:lnTo>
                  <a:lnTo>
                    <a:pt x="17"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23">
              <a:extLst>
                <a:ext uri="{FF2B5EF4-FFF2-40B4-BE49-F238E27FC236}">
                  <a16:creationId xmlns:a16="http://schemas.microsoft.com/office/drawing/2014/main" id="{0F3D6FE3-DF31-4420-8B3A-C22ED5B87321}"/>
                </a:ext>
              </a:extLst>
            </p:cNvPr>
            <p:cNvSpPr>
              <a:spLocks noChangeArrowheads="1"/>
            </p:cNvSpPr>
            <p:nvPr userDrawn="1"/>
          </p:nvSpPr>
          <p:spPr bwMode="auto">
            <a:xfrm>
              <a:off x="4518" y="2223"/>
              <a:ext cx="17" cy="20"/>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4">
              <a:extLst>
                <a:ext uri="{FF2B5EF4-FFF2-40B4-BE49-F238E27FC236}">
                  <a16:creationId xmlns:a16="http://schemas.microsoft.com/office/drawing/2014/main" id="{08C0A866-7473-418F-9326-C65AD0425403}"/>
                </a:ext>
              </a:extLst>
            </p:cNvPr>
            <p:cNvSpPr>
              <a:spLocks/>
            </p:cNvSpPr>
            <p:nvPr userDrawn="1"/>
          </p:nvSpPr>
          <p:spPr bwMode="auto">
            <a:xfrm>
              <a:off x="4540" y="2283"/>
              <a:ext cx="26" cy="25"/>
            </a:xfrm>
            <a:custGeom>
              <a:avLst/>
              <a:gdLst>
                <a:gd name="T0" fmla="*/ 11 w 26"/>
                <a:gd name="T1" fmla="*/ 0 h 25"/>
                <a:gd name="T2" fmla="*/ 26 w 26"/>
                <a:gd name="T3" fmla="*/ 14 h 25"/>
                <a:gd name="T4" fmla="*/ 15 w 26"/>
                <a:gd name="T5" fmla="*/ 25 h 25"/>
                <a:gd name="T6" fmla="*/ 0 w 26"/>
                <a:gd name="T7" fmla="*/ 11 h 25"/>
                <a:gd name="T8" fmla="*/ 11 w 26"/>
                <a:gd name="T9" fmla="*/ 0 h 25"/>
              </a:gdLst>
              <a:ahLst/>
              <a:cxnLst>
                <a:cxn ang="0">
                  <a:pos x="T0" y="T1"/>
                </a:cxn>
                <a:cxn ang="0">
                  <a:pos x="T2" y="T3"/>
                </a:cxn>
                <a:cxn ang="0">
                  <a:pos x="T4" y="T5"/>
                </a:cxn>
                <a:cxn ang="0">
                  <a:pos x="T6" y="T7"/>
                </a:cxn>
                <a:cxn ang="0">
                  <a:pos x="T8" y="T9"/>
                </a:cxn>
              </a:cxnLst>
              <a:rect l="0" t="0" r="r" b="b"/>
              <a:pathLst>
                <a:path w="26" h="25">
                  <a:moveTo>
                    <a:pt x="11" y="0"/>
                  </a:moveTo>
                  <a:lnTo>
                    <a:pt x="26" y="14"/>
                  </a:lnTo>
                  <a:lnTo>
                    <a:pt x="15" y="25"/>
                  </a:lnTo>
                  <a:lnTo>
                    <a:pt x="0" y="11"/>
                  </a:lnTo>
                  <a:lnTo>
                    <a:pt x="11"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
              <a:extLst>
                <a:ext uri="{FF2B5EF4-FFF2-40B4-BE49-F238E27FC236}">
                  <a16:creationId xmlns:a16="http://schemas.microsoft.com/office/drawing/2014/main" id="{50853E55-8E19-4A96-8132-9B583BE532B5}"/>
                </a:ext>
              </a:extLst>
            </p:cNvPr>
            <p:cNvSpPr>
              <a:spLocks/>
            </p:cNvSpPr>
            <p:nvPr userDrawn="1"/>
          </p:nvSpPr>
          <p:spPr bwMode="auto">
            <a:xfrm>
              <a:off x="4662" y="2159"/>
              <a:ext cx="26" cy="26"/>
            </a:xfrm>
            <a:custGeom>
              <a:avLst/>
              <a:gdLst>
                <a:gd name="T0" fmla="*/ 11 w 26"/>
                <a:gd name="T1" fmla="*/ 0 h 26"/>
                <a:gd name="T2" fmla="*/ 26 w 26"/>
                <a:gd name="T3" fmla="*/ 14 h 26"/>
                <a:gd name="T4" fmla="*/ 16 w 26"/>
                <a:gd name="T5" fmla="*/ 26 h 26"/>
                <a:gd name="T6" fmla="*/ 0 w 26"/>
                <a:gd name="T7" fmla="*/ 11 h 26"/>
                <a:gd name="T8" fmla="*/ 11 w 26"/>
                <a:gd name="T9" fmla="*/ 0 h 26"/>
              </a:gdLst>
              <a:ahLst/>
              <a:cxnLst>
                <a:cxn ang="0">
                  <a:pos x="T0" y="T1"/>
                </a:cxn>
                <a:cxn ang="0">
                  <a:pos x="T2" y="T3"/>
                </a:cxn>
                <a:cxn ang="0">
                  <a:pos x="T4" y="T5"/>
                </a:cxn>
                <a:cxn ang="0">
                  <a:pos x="T6" y="T7"/>
                </a:cxn>
                <a:cxn ang="0">
                  <a:pos x="T8" y="T9"/>
                </a:cxn>
              </a:cxnLst>
              <a:rect l="0" t="0" r="r" b="b"/>
              <a:pathLst>
                <a:path w="26" h="26">
                  <a:moveTo>
                    <a:pt x="11" y="0"/>
                  </a:moveTo>
                  <a:lnTo>
                    <a:pt x="26" y="14"/>
                  </a:lnTo>
                  <a:lnTo>
                    <a:pt x="16" y="26"/>
                  </a:lnTo>
                  <a:lnTo>
                    <a:pt x="0" y="11"/>
                  </a:lnTo>
                  <a:lnTo>
                    <a:pt x="11"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
              <a:extLst>
                <a:ext uri="{FF2B5EF4-FFF2-40B4-BE49-F238E27FC236}">
                  <a16:creationId xmlns:a16="http://schemas.microsoft.com/office/drawing/2014/main" id="{CD4FD4E8-5C2E-4D92-B44F-5C46090B28A5}"/>
                </a:ext>
              </a:extLst>
            </p:cNvPr>
            <p:cNvSpPr>
              <a:spLocks/>
            </p:cNvSpPr>
            <p:nvPr userDrawn="1"/>
          </p:nvSpPr>
          <p:spPr bwMode="auto">
            <a:xfrm>
              <a:off x="4664" y="2281"/>
              <a:ext cx="26" cy="26"/>
            </a:xfrm>
            <a:custGeom>
              <a:avLst/>
              <a:gdLst>
                <a:gd name="T0" fmla="*/ 0 w 26"/>
                <a:gd name="T1" fmla="*/ 15 h 26"/>
                <a:gd name="T2" fmla="*/ 15 w 26"/>
                <a:gd name="T3" fmla="*/ 0 h 26"/>
                <a:gd name="T4" fmla="*/ 26 w 26"/>
                <a:gd name="T5" fmla="*/ 11 h 26"/>
                <a:gd name="T6" fmla="*/ 11 w 26"/>
                <a:gd name="T7" fmla="*/ 26 h 26"/>
                <a:gd name="T8" fmla="*/ 0 w 26"/>
                <a:gd name="T9" fmla="*/ 15 h 26"/>
              </a:gdLst>
              <a:ahLst/>
              <a:cxnLst>
                <a:cxn ang="0">
                  <a:pos x="T0" y="T1"/>
                </a:cxn>
                <a:cxn ang="0">
                  <a:pos x="T2" y="T3"/>
                </a:cxn>
                <a:cxn ang="0">
                  <a:pos x="T4" y="T5"/>
                </a:cxn>
                <a:cxn ang="0">
                  <a:pos x="T6" y="T7"/>
                </a:cxn>
                <a:cxn ang="0">
                  <a:pos x="T8" y="T9"/>
                </a:cxn>
              </a:cxnLst>
              <a:rect l="0" t="0" r="r" b="b"/>
              <a:pathLst>
                <a:path w="26" h="26">
                  <a:moveTo>
                    <a:pt x="0" y="15"/>
                  </a:moveTo>
                  <a:lnTo>
                    <a:pt x="15" y="0"/>
                  </a:lnTo>
                  <a:lnTo>
                    <a:pt x="26" y="11"/>
                  </a:lnTo>
                  <a:lnTo>
                    <a:pt x="11" y="26"/>
                  </a:lnTo>
                  <a:lnTo>
                    <a:pt x="0" y="15"/>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7">
              <a:extLst>
                <a:ext uri="{FF2B5EF4-FFF2-40B4-BE49-F238E27FC236}">
                  <a16:creationId xmlns:a16="http://schemas.microsoft.com/office/drawing/2014/main" id="{79AE95F7-D917-403E-B0FB-AC7575B66F4F}"/>
                </a:ext>
              </a:extLst>
            </p:cNvPr>
            <p:cNvSpPr>
              <a:spLocks/>
            </p:cNvSpPr>
            <p:nvPr userDrawn="1"/>
          </p:nvSpPr>
          <p:spPr bwMode="auto">
            <a:xfrm>
              <a:off x="4538" y="2161"/>
              <a:ext cx="26" cy="25"/>
            </a:xfrm>
            <a:custGeom>
              <a:avLst/>
              <a:gdLst>
                <a:gd name="T0" fmla="*/ 0 w 26"/>
                <a:gd name="T1" fmla="*/ 14 h 25"/>
                <a:gd name="T2" fmla="*/ 15 w 26"/>
                <a:gd name="T3" fmla="*/ 0 h 25"/>
                <a:gd name="T4" fmla="*/ 26 w 26"/>
                <a:gd name="T5" fmla="*/ 10 h 25"/>
                <a:gd name="T6" fmla="*/ 11 w 26"/>
                <a:gd name="T7" fmla="*/ 25 h 25"/>
                <a:gd name="T8" fmla="*/ 0 w 26"/>
                <a:gd name="T9" fmla="*/ 14 h 25"/>
              </a:gdLst>
              <a:ahLst/>
              <a:cxnLst>
                <a:cxn ang="0">
                  <a:pos x="T0" y="T1"/>
                </a:cxn>
                <a:cxn ang="0">
                  <a:pos x="T2" y="T3"/>
                </a:cxn>
                <a:cxn ang="0">
                  <a:pos x="T4" y="T5"/>
                </a:cxn>
                <a:cxn ang="0">
                  <a:pos x="T6" y="T7"/>
                </a:cxn>
                <a:cxn ang="0">
                  <a:pos x="T8" y="T9"/>
                </a:cxn>
              </a:cxnLst>
              <a:rect l="0" t="0" r="r" b="b"/>
              <a:pathLst>
                <a:path w="26" h="25">
                  <a:moveTo>
                    <a:pt x="0" y="14"/>
                  </a:moveTo>
                  <a:lnTo>
                    <a:pt x="15" y="0"/>
                  </a:lnTo>
                  <a:lnTo>
                    <a:pt x="26" y="10"/>
                  </a:lnTo>
                  <a:lnTo>
                    <a:pt x="11" y="25"/>
                  </a:lnTo>
                  <a:lnTo>
                    <a:pt x="0" y="14"/>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8">
              <a:extLst>
                <a:ext uri="{FF2B5EF4-FFF2-40B4-BE49-F238E27FC236}">
                  <a16:creationId xmlns:a16="http://schemas.microsoft.com/office/drawing/2014/main" id="{935B7A32-66FD-45C4-B455-4C5752933ADB}"/>
                </a:ext>
              </a:extLst>
            </p:cNvPr>
            <p:cNvSpPr>
              <a:spLocks noEditPoints="1"/>
            </p:cNvSpPr>
            <p:nvPr userDrawn="1"/>
          </p:nvSpPr>
          <p:spPr bwMode="auto">
            <a:xfrm>
              <a:off x="4525" y="2022"/>
              <a:ext cx="95" cy="94"/>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9">
              <a:extLst>
                <a:ext uri="{FF2B5EF4-FFF2-40B4-BE49-F238E27FC236}">
                  <a16:creationId xmlns:a16="http://schemas.microsoft.com/office/drawing/2014/main" id="{A8503555-46C2-47B2-ADB2-949114E3D9D1}"/>
                </a:ext>
              </a:extLst>
            </p:cNvPr>
            <p:cNvSpPr>
              <a:spLocks/>
            </p:cNvSpPr>
            <p:nvPr userDrawn="1"/>
          </p:nvSpPr>
          <p:spPr bwMode="auto">
            <a:xfrm>
              <a:off x="4566" y="2014"/>
              <a:ext cx="12" cy="10"/>
            </a:xfrm>
            <a:custGeom>
              <a:avLst/>
              <a:gdLst>
                <a:gd name="T0" fmla="*/ 12 w 12"/>
                <a:gd name="T1" fmla="*/ 10 h 10"/>
                <a:gd name="T2" fmla="*/ 0 w 12"/>
                <a:gd name="T3" fmla="*/ 10 h 10"/>
                <a:gd name="T4" fmla="*/ 0 w 12"/>
                <a:gd name="T5" fmla="*/ 1 h 10"/>
                <a:gd name="T6" fmla="*/ 12 w 12"/>
                <a:gd name="T7" fmla="*/ 0 h 10"/>
                <a:gd name="T8" fmla="*/ 12 w 12"/>
                <a:gd name="T9" fmla="*/ 10 h 10"/>
              </a:gdLst>
              <a:ahLst/>
              <a:cxnLst>
                <a:cxn ang="0">
                  <a:pos x="T0" y="T1"/>
                </a:cxn>
                <a:cxn ang="0">
                  <a:pos x="T2" y="T3"/>
                </a:cxn>
                <a:cxn ang="0">
                  <a:pos x="T4" y="T5"/>
                </a:cxn>
                <a:cxn ang="0">
                  <a:pos x="T6" y="T7"/>
                </a:cxn>
                <a:cxn ang="0">
                  <a:pos x="T8" y="T9"/>
                </a:cxn>
              </a:cxnLst>
              <a:rect l="0" t="0" r="r" b="b"/>
              <a:pathLst>
                <a:path w="12" h="10">
                  <a:moveTo>
                    <a:pt x="12" y="10"/>
                  </a:moveTo>
                  <a:lnTo>
                    <a:pt x="0" y="10"/>
                  </a:lnTo>
                  <a:lnTo>
                    <a:pt x="0" y="1"/>
                  </a:lnTo>
                  <a:lnTo>
                    <a:pt x="12" y="0"/>
                  </a:lnTo>
                  <a:lnTo>
                    <a:pt x="12" y="1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30">
              <a:extLst>
                <a:ext uri="{FF2B5EF4-FFF2-40B4-BE49-F238E27FC236}">
                  <a16:creationId xmlns:a16="http://schemas.microsoft.com/office/drawing/2014/main" id="{DDDB57E2-5F27-456B-8AA0-DB511AC28738}"/>
                </a:ext>
              </a:extLst>
            </p:cNvPr>
            <p:cNvSpPr>
              <a:spLocks noChangeArrowheads="1"/>
            </p:cNvSpPr>
            <p:nvPr userDrawn="1"/>
          </p:nvSpPr>
          <p:spPr bwMode="auto">
            <a:xfrm>
              <a:off x="4568" y="2114"/>
              <a:ext cx="12"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31">
              <a:extLst>
                <a:ext uri="{FF2B5EF4-FFF2-40B4-BE49-F238E27FC236}">
                  <a16:creationId xmlns:a16="http://schemas.microsoft.com/office/drawing/2014/main" id="{8BC61612-62EB-4729-BD31-FB57E94B2466}"/>
                </a:ext>
              </a:extLst>
            </p:cNvPr>
            <p:cNvSpPr>
              <a:spLocks noChangeArrowheads="1"/>
            </p:cNvSpPr>
            <p:nvPr userDrawn="1"/>
          </p:nvSpPr>
          <p:spPr bwMode="auto">
            <a:xfrm>
              <a:off x="4618" y="2063"/>
              <a:ext cx="9" cy="1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32">
              <a:extLst>
                <a:ext uri="{FF2B5EF4-FFF2-40B4-BE49-F238E27FC236}">
                  <a16:creationId xmlns:a16="http://schemas.microsoft.com/office/drawing/2014/main" id="{B2DBEDD6-E3F4-4C1E-92EB-6202BD6E1237}"/>
                </a:ext>
              </a:extLst>
            </p:cNvPr>
            <p:cNvSpPr>
              <a:spLocks noChangeArrowheads="1"/>
            </p:cNvSpPr>
            <p:nvPr userDrawn="1"/>
          </p:nvSpPr>
          <p:spPr bwMode="auto">
            <a:xfrm>
              <a:off x="4518" y="2063"/>
              <a:ext cx="10" cy="1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3">
              <a:extLst>
                <a:ext uri="{FF2B5EF4-FFF2-40B4-BE49-F238E27FC236}">
                  <a16:creationId xmlns:a16="http://schemas.microsoft.com/office/drawing/2014/main" id="{58B2DF2C-D428-4B35-BACE-03405EE1816B}"/>
                </a:ext>
              </a:extLst>
            </p:cNvPr>
            <p:cNvSpPr>
              <a:spLocks/>
            </p:cNvSpPr>
            <p:nvPr userDrawn="1"/>
          </p:nvSpPr>
          <p:spPr bwMode="auto">
            <a:xfrm>
              <a:off x="4531" y="2097"/>
              <a:ext cx="14" cy="15"/>
            </a:xfrm>
            <a:custGeom>
              <a:avLst/>
              <a:gdLst>
                <a:gd name="T0" fmla="*/ 6 w 14"/>
                <a:gd name="T1" fmla="*/ 0 h 15"/>
                <a:gd name="T2" fmla="*/ 14 w 14"/>
                <a:gd name="T3" fmla="*/ 8 h 15"/>
                <a:gd name="T4" fmla="*/ 8 w 14"/>
                <a:gd name="T5" fmla="*/ 15 h 15"/>
                <a:gd name="T6" fmla="*/ 0 w 14"/>
                <a:gd name="T7" fmla="*/ 6 h 15"/>
                <a:gd name="T8" fmla="*/ 6 w 14"/>
                <a:gd name="T9" fmla="*/ 0 h 15"/>
              </a:gdLst>
              <a:ahLst/>
              <a:cxnLst>
                <a:cxn ang="0">
                  <a:pos x="T0" y="T1"/>
                </a:cxn>
                <a:cxn ang="0">
                  <a:pos x="T2" y="T3"/>
                </a:cxn>
                <a:cxn ang="0">
                  <a:pos x="T4" y="T5"/>
                </a:cxn>
                <a:cxn ang="0">
                  <a:pos x="T6" y="T7"/>
                </a:cxn>
                <a:cxn ang="0">
                  <a:pos x="T8" y="T9"/>
                </a:cxn>
              </a:cxnLst>
              <a:rect l="0" t="0" r="r" b="b"/>
              <a:pathLst>
                <a:path w="14" h="15">
                  <a:moveTo>
                    <a:pt x="6" y="0"/>
                  </a:moveTo>
                  <a:lnTo>
                    <a:pt x="14" y="8"/>
                  </a:lnTo>
                  <a:lnTo>
                    <a:pt x="8" y="15"/>
                  </a:lnTo>
                  <a:lnTo>
                    <a:pt x="0" y="6"/>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34">
              <a:extLst>
                <a:ext uri="{FF2B5EF4-FFF2-40B4-BE49-F238E27FC236}">
                  <a16:creationId xmlns:a16="http://schemas.microsoft.com/office/drawing/2014/main" id="{2D64B8C5-F0D5-4D03-83AC-866081D408DD}"/>
                </a:ext>
              </a:extLst>
            </p:cNvPr>
            <p:cNvSpPr>
              <a:spLocks/>
            </p:cNvSpPr>
            <p:nvPr userDrawn="1"/>
          </p:nvSpPr>
          <p:spPr bwMode="auto">
            <a:xfrm>
              <a:off x="4600" y="2026"/>
              <a:ext cx="16" cy="15"/>
            </a:xfrm>
            <a:custGeom>
              <a:avLst/>
              <a:gdLst>
                <a:gd name="T0" fmla="*/ 7 w 16"/>
                <a:gd name="T1" fmla="*/ 0 h 15"/>
                <a:gd name="T2" fmla="*/ 16 w 16"/>
                <a:gd name="T3" fmla="*/ 9 h 15"/>
                <a:gd name="T4" fmla="*/ 9 w 16"/>
                <a:gd name="T5" fmla="*/ 15 h 15"/>
                <a:gd name="T6" fmla="*/ 0 w 16"/>
                <a:gd name="T7" fmla="*/ 7 h 15"/>
                <a:gd name="T8" fmla="*/ 7 w 16"/>
                <a:gd name="T9" fmla="*/ 0 h 15"/>
              </a:gdLst>
              <a:ahLst/>
              <a:cxnLst>
                <a:cxn ang="0">
                  <a:pos x="T0" y="T1"/>
                </a:cxn>
                <a:cxn ang="0">
                  <a:pos x="T2" y="T3"/>
                </a:cxn>
                <a:cxn ang="0">
                  <a:pos x="T4" y="T5"/>
                </a:cxn>
                <a:cxn ang="0">
                  <a:pos x="T6" y="T7"/>
                </a:cxn>
                <a:cxn ang="0">
                  <a:pos x="T8" y="T9"/>
                </a:cxn>
              </a:cxnLst>
              <a:rect l="0" t="0" r="r" b="b"/>
              <a:pathLst>
                <a:path w="16" h="15">
                  <a:moveTo>
                    <a:pt x="7" y="0"/>
                  </a:moveTo>
                  <a:lnTo>
                    <a:pt x="16" y="9"/>
                  </a:lnTo>
                  <a:lnTo>
                    <a:pt x="9" y="15"/>
                  </a:lnTo>
                  <a:lnTo>
                    <a:pt x="0" y="7"/>
                  </a:lnTo>
                  <a:lnTo>
                    <a:pt x="7"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35">
              <a:extLst>
                <a:ext uri="{FF2B5EF4-FFF2-40B4-BE49-F238E27FC236}">
                  <a16:creationId xmlns:a16="http://schemas.microsoft.com/office/drawing/2014/main" id="{DABE7399-4572-46F5-8D78-EDB2EB12E026}"/>
                </a:ext>
              </a:extLst>
            </p:cNvPr>
            <p:cNvSpPr>
              <a:spLocks/>
            </p:cNvSpPr>
            <p:nvPr userDrawn="1"/>
          </p:nvSpPr>
          <p:spPr bwMode="auto">
            <a:xfrm>
              <a:off x="4601" y="2096"/>
              <a:ext cx="15" cy="15"/>
            </a:xfrm>
            <a:custGeom>
              <a:avLst/>
              <a:gdLst>
                <a:gd name="T0" fmla="*/ 0 w 15"/>
                <a:gd name="T1" fmla="*/ 9 h 15"/>
                <a:gd name="T2" fmla="*/ 9 w 15"/>
                <a:gd name="T3" fmla="*/ 0 h 15"/>
                <a:gd name="T4" fmla="*/ 15 w 15"/>
                <a:gd name="T5" fmla="*/ 6 h 15"/>
                <a:gd name="T6" fmla="*/ 7 w 15"/>
                <a:gd name="T7" fmla="*/ 15 h 15"/>
                <a:gd name="T8" fmla="*/ 0 w 15"/>
                <a:gd name="T9" fmla="*/ 9 h 15"/>
              </a:gdLst>
              <a:ahLst/>
              <a:cxnLst>
                <a:cxn ang="0">
                  <a:pos x="T0" y="T1"/>
                </a:cxn>
                <a:cxn ang="0">
                  <a:pos x="T2" y="T3"/>
                </a:cxn>
                <a:cxn ang="0">
                  <a:pos x="T4" y="T5"/>
                </a:cxn>
                <a:cxn ang="0">
                  <a:pos x="T6" y="T7"/>
                </a:cxn>
                <a:cxn ang="0">
                  <a:pos x="T8" y="T9"/>
                </a:cxn>
              </a:cxnLst>
              <a:rect l="0" t="0" r="r" b="b"/>
              <a:pathLst>
                <a:path w="15" h="15">
                  <a:moveTo>
                    <a:pt x="0" y="9"/>
                  </a:moveTo>
                  <a:lnTo>
                    <a:pt x="9" y="0"/>
                  </a:lnTo>
                  <a:lnTo>
                    <a:pt x="15" y="6"/>
                  </a:lnTo>
                  <a:lnTo>
                    <a:pt x="7" y="15"/>
                  </a:lnTo>
                  <a:lnTo>
                    <a:pt x="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36">
              <a:extLst>
                <a:ext uri="{FF2B5EF4-FFF2-40B4-BE49-F238E27FC236}">
                  <a16:creationId xmlns:a16="http://schemas.microsoft.com/office/drawing/2014/main" id="{863F82A1-0ABC-4BB6-A62A-A0332849BC44}"/>
                </a:ext>
              </a:extLst>
            </p:cNvPr>
            <p:cNvSpPr>
              <a:spLocks/>
            </p:cNvSpPr>
            <p:nvPr userDrawn="1"/>
          </p:nvSpPr>
          <p:spPr bwMode="auto">
            <a:xfrm>
              <a:off x="4530" y="2027"/>
              <a:ext cx="15" cy="15"/>
            </a:xfrm>
            <a:custGeom>
              <a:avLst/>
              <a:gdLst>
                <a:gd name="T0" fmla="*/ 0 w 15"/>
                <a:gd name="T1" fmla="*/ 9 h 15"/>
                <a:gd name="T2" fmla="*/ 8 w 15"/>
                <a:gd name="T3" fmla="*/ 0 h 15"/>
                <a:gd name="T4" fmla="*/ 15 w 15"/>
                <a:gd name="T5" fmla="*/ 7 h 15"/>
                <a:gd name="T6" fmla="*/ 6 w 15"/>
                <a:gd name="T7" fmla="*/ 15 h 15"/>
                <a:gd name="T8" fmla="*/ 0 w 15"/>
                <a:gd name="T9" fmla="*/ 9 h 15"/>
              </a:gdLst>
              <a:ahLst/>
              <a:cxnLst>
                <a:cxn ang="0">
                  <a:pos x="T0" y="T1"/>
                </a:cxn>
                <a:cxn ang="0">
                  <a:pos x="T2" y="T3"/>
                </a:cxn>
                <a:cxn ang="0">
                  <a:pos x="T4" y="T5"/>
                </a:cxn>
                <a:cxn ang="0">
                  <a:pos x="T6" y="T7"/>
                </a:cxn>
                <a:cxn ang="0">
                  <a:pos x="T8" y="T9"/>
                </a:cxn>
              </a:cxnLst>
              <a:rect l="0" t="0" r="r" b="b"/>
              <a:pathLst>
                <a:path w="15" h="15">
                  <a:moveTo>
                    <a:pt x="0" y="9"/>
                  </a:moveTo>
                  <a:lnTo>
                    <a:pt x="8" y="0"/>
                  </a:lnTo>
                  <a:lnTo>
                    <a:pt x="15" y="7"/>
                  </a:lnTo>
                  <a:lnTo>
                    <a:pt x="6" y="15"/>
                  </a:lnTo>
                  <a:lnTo>
                    <a:pt x="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3" name="Group 39">
            <a:extLst>
              <a:ext uri="{FF2B5EF4-FFF2-40B4-BE49-F238E27FC236}">
                <a16:creationId xmlns:a16="http://schemas.microsoft.com/office/drawing/2014/main" id="{89E7AA5B-86C5-4D0A-A9BB-FE7C55D9C560}"/>
              </a:ext>
            </a:extLst>
          </p:cNvPr>
          <p:cNvGrpSpPr>
            <a:grpSpLocks noChangeAspect="1"/>
          </p:cNvGrpSpPr>
          <p:nvPr userDrawn="1"/>
        </p:nvGrpSpPr>
        <p:grpSpPr bwMode="auto">
          <a:xfrm>
            <a:off x="1557338" y="3001963"/>
            <a:ext cx="696912" cy="695325"/>
            <a:chOff x="981" y="1891"/>
            <a:chExt cx="439" cy="438"/>
          </a:xfrm>
        </p:grpSpPr>
        <p:sp>
          <p:nvSpPr>
            <p:cNvPr id="74" name="AutoShape 38">
              <a:extLst>
                <a:ext uri="{FF2B5EF4-FFF2-40B4-BE49-F238E27FC236}">
                  <a16:creationId xmlns:a16="http://schemas.microsoft.com/office/drawing/2014/main" id="{24C2EC8B-58F5-4DAC-B9C9-30B81E355C7C}"/>
                </a:ext>
              </a:extLst>
            </p:cNvPr>
            <p:cNvSpPr>
              <a:spLocks noChangeAspect="1" noChangeArrowheads="1" noTextEdit="1"/>
            </p:cNvSpPr>
            <p:nvPr userDrawn="1"/>
          </p:nvSpPr>
          <p:spPr bwMode="auto">
            <a:xfrm>
              <a:off x="981" y="1891"/>
              <a:ext cx="43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Rectangle 40">
              <a:extLst>
                <a:ext uri="{FF2B5EF4-FFF2-40B4-BE49-F238E27FC236}">
                  <a16:creationId xmlns:a16="http://schemas.microsoft.com/office/drawing/2014/main" id="{3A46B932-934F-445C-967D-CC2D03DF4755}"/>
                </a:ext>
              </a:extLst>
            </p:cNvPr>
            <p:cNvSpPr>
              <a:spLocks noChangeArrowheads="1"/>
            </p:cNvSpPr>
            <p:nvPr userDrawn="1"/>
          </p:nvSpPr>
          <p:spPr bwMode="auto">
            <a:xfrm>
              <a:off x="981" y="1891"/>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41">
              <a:extLst>
                <a:ext uri="{FF2B5EF4-FFF2-40B4-BE49-F238E27FC236}">
                  <a16:creationId xmlns:a16="http://schemas.microsoft.com/office/drawing/2014/main" id="{5288FDD8-2EFD-45E9-B437-6986CFBFC8D3}"/>
                </a:ext>
              </a:extLst>
            </p:cNvPr>
            <p:cNvSpPr>
              <a:spLocks noChangeArrowheads="1"/>
            </p:cNvSpPr>
            <p:nvPr userDrawn="1"/>
          </p:nvSpPr>
          <p:spPr bwMode="auto">
            <a:xfrm>
              <a:off x="981" y="1891"/>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42">
              <a:extLst>
                <a:ext uri="{FF2B5EF4-FFF2-40B4-BE49-F238E27FC236}">
                  <a16:creationId xmlns:a16="http://schemas.microsoft.com/office/drawing/2014/main" id="{633F461D-FBDF-43BB-BD50-1812731FF9A2}"/>
                </a:ext>
              </a:extLst>
            </p:cNvPr>
            <p:cNvSpPr>
              <a:spLocks noChangeArrowheads="1"/>
            </p:cNvSpPr>
            <p:nvPr userDrawn="1"/>
          </p:nvSpPr>
          <p:spPr bwMode="auto">
            <a:xfrm>
              <a:off x="981" y="2302"/>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43">
              <a:extLst>
                <a:ext uri="{FF2B5EF4-FFF2-40B4-BE49-F238E27FC236}">
                  <a16:creationId xmlns:a16="http://schemas.microsoft.com/office/drawing/2014/main" id="{E7959846-64FE-4A2D-BCE2-71373055719E}"/>
                </a:ext>
              </a:extLst>
            </p:cNvPr>
            <p:cNvSpPr>
              <a:spLocks noChangeArrowheads="1"/>
            </p:cNvSpPr>
            <p:nvPr userDrawn="1"/>
          </p:nvSpPr>
          <p:spPr bwMode="auto">
            <a:xfrm>
              <a:off x="981" y="2233"/>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44">
              <a:extLst>
                <a:ext uri="{FF2B5EF4-FFF2-40B4-BE49-F238E27FC236}">
                  <a16:creationId xmlns:a16="http://schemas.microsoft.com/office/drawing/2014/main" id="{8296BB40-4EC2-4F84-8DA6-BA9CCCEC4D8C}"/>
                </a:ext>
              </a:extLst>
            </p:cNvPr>
            <p:cNvSpPr>
              <a:spLocks noChangeArrowheads="1"/>
            </p:cNvSpPr>
            <p:nvPr userDrawn="1"/>
          </p:nvSpPr>
          <p:spPr bwMode="auto">
            <a:xfrm>
              <a:off x="1392" y="1891"/>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45">
              <a:extLst>
                <a:ext uri="{FF2B5EF4-FFF2-40B4-BE49-F238E27FC236}">
                  <a16:creationId xmlns:a16="http://schemas.microsoft.com/office/drawing/2014/main" id="{8944ADE3-C66D-48C6-A110-0AF275C738E7}"/>
                </a:ext>
              </a:extLst>
            </p:cNvPr>
            <p:cNvSpPr>
              <a:spLocks noChangeArrowheads="1"/>
            </p:cNvSpPr>
            <p:nvPr userDrawn="1"/>
          </p:nvSpPr>
          <p:spPr bwMode="auto">
            <a:xfrm>
              <a:off x="1324" y="1891"/>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46">
              <a:extLst>
                <a:ext uri="{FF2B5EF4-FFF2-40B4-BE49-F238E27FC236}">
                  <a16:creationId xmlns:a16="http://schemas.microsoft.com/office/drawing/2014/main" id="{238C54DE-CD99-4BB4-B044-80116344DF9B}"/>
                </a:ext>
              </a:extLst>
            </p:cNvPr>
            <p:cNvSpPr>
              <a:spLocks noChangeArrowheads="1"/>
            </p:cNvSpPr>
            <p:nvPr userDrawn="1"/>
          </p:nvSpPr>
          <p:spPr bwMode="auto">
            <a:xfrm>
              <a:off x="1324" y="2302"/>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47">
              <a:extLst>
                <a:ext uri="{FF2B5EF4-FFF2-40B4-BE49-F238E27FC236}">
                  <a16:creationId xmlns:a16="http://schemas.microsoft.com/office/drawing/2014/main" id="{FB0C33A1-D319-41C6-943D-8ECF5F5F328F}"/>
                </a:ext>
              </a:extLst>
            </p:cNvPr>
            <p:cNvSpPr>
              <a:spLocks noChangeArrowheads="1"/>
            </p:cNvSpPr>
            <p:nvPr userDrawn="1"/>
          </p:nvSpPr>
          <p:spPr bwMode="auto">
            <a:xfrm>
              <a:off x="1392" y="2233"/>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Oval 48">
              <a:extLst>
                <a:ext uri="{FF2B5EF4-FFF2-40B4-BE49-F238E27FC236}">
                  <a16:creationId xmlns:a16="http://schemas.microsoft.com/office/drawing/2014/main" id="{5BF0F975-214C-4689-B5E5-A3F142ED14A6}"/>
                </a:ext>
              </a:extLst>
            </p:cNvPr>
            <p:cNvSpPr>
              <a:spLocks noChangeArrowheads="1"/>
            </p:cNvSpPr>
            <p:nvPr userDrawn="1"/>
          </p:nvSpPr>
          <p:spPr bwMode="auto">
            <a:xfrm>
              <a:off x="1160" y="2014"/>
              <a:ext cx="82" cy="82"/>
            </a:xfrm>
            <a:prstGeom prst="ellipse">
              <a:avLst/>
            </a:pr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49">
              <a:extLst>
                <a:ext uri="{FF2B5EF4-FFF2-40B4-BE49-F238E27FC236}">
                  <a16:creationId xmlns:a16="http://schemas.microsoft.com/office/drawing/2014/main" id="{661934E1-A3F7-4124-8742-122F01076112}"/>
                </a:ext>
              </a:extLst>
            </p:cNvPr>
            <p:cNvSpPr>
              <a:spLocks/>
            </p:cNvSpPr>
            <p:nvPr userDrawn="1"/>
          </p:nvSpPr>
          <p:spPr bwMode="auto">
            <a:xfrm>
              <a:off x="1118" y="2124"/>
              <a:ext cx="165" cy="82"/>
            </a:xfrm>
            <a:custGeom>
              <a:avLst/>
              <a:gdLst>
                <a:gd name="T0" fmla="*/ 0 w 512"/>
                <a:gd name="T1" fmla="*/ 256 h 256"/>
                <a:gd name="T2" fmla="*/ 256 w 512"/>
                <a:gd name="T3" fmla="*/ 0 h 256"/>
                <a:gd name="T4" fmla="*/ 512 w 512"/>
                <a:gd name="T5" fmla="*/ 256 h 256"/>
                <a:gd name="T6" fmla="*/ 0 w 512"/>
                <a:gd name="T7" fmla="*/ 256 h 256"/>
              </a:gdLst>
              <a:ahLst/>
              <a:cxnLst>
                <a:cxn ang="0">
                  <a:pos x="T0" y="T1"/>
                </a:cxn>
                <a:cxn ang="0">
                  <a:pos x="T2" y="T3"/>
                </a:cxn>
                <a:cxn ang="0">
                  <a:pos x="T4" y="T5"/>
                </a:cxn>
                <a:cxn ang="0">
                  <a:pos x="T6" y="T7"/>
                </a:cxn>
              </a:cxnLst>
              <a:rect l="0" t="0" r="r" b="b"/>
              <a:pathLst>
                <a:path w="512" h="256">
                  <a:moveTo>
                    <a:pt x="0" y="256"/>
                  </a:moveTo>
                  <a:cubicBezTo>
                    <a:pt x="0" y="115"/>
                    <a:pt x="115" y="0"/>
                    <a:pt x="256" y="0"/>
                  </a:cubicBezTo>
                  <a:cubicBezTo>
                    <a:pt x="397" y="0"/>
                    <a:pt x="512" y="115"/>
                    <a:pt x="512" y="256"/>
                  </a:cubicBezTo>
                  <a:lnTo>
                    <a:pt x="0" y="256"/>
                  </a:ln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2686068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4200" y="1850334"/>
            <a:ext cx="6452279" cy="1434239"/>
          </a:xfrm>
        </p:spPr>
        <p:txBody>
          <a:bodyPr/>
          <a:lstStyle>
            <a:lvl1pPr>
              <a:defRPr sz="2000">
                <a:solidFill>
                  <a:schemeClr val="accent2"/>
                </a:solidFill>
              </a:defRPr>
            </a:lvl1pPr>
            <a:lvl2pPr marL="173038" indent="-173038">
              <a:buFont typeface="Arial" panose="020B0604020202020204" pitchFamily="34" charset="0"/>
              <a:buChar char="•"/>
              <a:defRPr sz="1400">
                <a:solidFill>
                  <a:schemeClr val="tx2"/>
                </a:solidFill>
              </a:defRPr>
            </a:lvl2pPr>
            <a:lvl3pPr>
              <a:defRPr sz="1200">
                <a:solidFill>
                  <a:schemeClr val="tx2"/>
                </a:solidFill>
              </a:defRPr>
            </a:lvl3pPr>
            <a:lvl4pPr>
              <a:defRPr sz="1100">
                <a:solidFill>
                  <a:schemeClr val="tx2"/>
                </a:solidFill>
              </a:defRPr>
            </a:lvl4pPr>
            <a:lvl5pPr>
              <a:defRPr sz="1100">
                <a:solidFill>
                  <a:schemeClr val="tx2"/>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40C74339-5B57-4B6A-846D-3C46FD6994B5}"/>
              </a:ext>
            </a:extLst>
          </p:cNvPr>
          <p:cNvSpPr>
            <a:spLocks noGrp="1"/>
          </p:cNvSpPr>
          <p:nvPr>
            <p:ph type="body" sz="quarter" idx="12"/>
          </p:nvPr>
        </p:nvSpPr>
        <p:spPr>
          <a:xfrm>
            <a:off x="584199" y="967695"/>
            <a:ext cx="11018519" cy="307777"/>
          </a:xfrm>
        </p:spPr>
        <p:txBody>
          <a:bodyPr/>
          <a:lstStyle>
            <a:lvl1pPr marL="0" indent="0" algn="ctr">
              <a:buNone/>
              <a:defRPr sz="2000">
                <a:solidFill>
                  <a:schemeClr val="accent1">
                    <a:lumMod val="60000"/>
                    <a:lumOff val="40000"/>
                  </a:schemeClr>
                </a:solidFill>
                <a:latin typeface="+mn-lt"/>
              </a:defRPr>
            </a:lvl1pPr>
          </a:lstStyle>
          <a:p>
            <a:pPr lvl="0"/>
            <a:r>
              <a:rPr lang="en-US"/>
              <a:t>Edit Master text styles</a:t>
            </a:r>
          </a:p>
        </p:txBody>
      </p:sp>
      <p:sp>
        <p:nvSpPr>
          <p:cNvPr id="2" name="Title 1">
            <a:extLst>
              <a:ext uri="{FF2B5EF4-FFF2-40B4-BE49-F238E27FC236}">
                <a16:creationId xmlns:a16="http://schemas.microsoft.com/office/drawing/2014/main" id="{FF46E3E4-84FF-4A78-BC12-0A2A3599B67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7591335"/>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pic>
        <p:nvPicPr>
          <p:cNvPr id="2" name="MS logo white - EMF" descr="Microsoft logo white text version">
            <a:extLst>
              <a:ext uri="{FF2B5EF4-FFF2-40B4-BE49-F238E27FC236}">
                <a16:creationId xmlns:a16="http://schemas.microsoft.com/office/drawing/2014/main" id="{D6154656-3056-1436-1165-04AE3D46B0C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633033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itie and Su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184DE-3669-45F4-ADE1-876E1808E989}"/>
              </a:ext>
            </a:extLst>
          </p:cNvPr>
          <p:cNvSpPr>
            <a:spLocks noGrp="1"/>
          </p:cNvSpPr>
          <p:nvPr>
            <p:ph type="title"/>
          </p:nvPr>
        </p:nvSpPr>
        <p:spPr/>
        <p:txBody>
          <a:bodyPr/>
          <a:lstStyle>
            <a:lvl1pPr algn="ctr">
              <a:defRPr/>
            </a:lvl1pPr>
          </a:lstStyle>
          <a:p>
            <a:r>
              <a:rPr lang="en-US"/>
              <a:t>Click to edit Master title style</a:t>
            </a:r>
          </a:p>
        </p:txBody>
      </p:sp>
      <p:sp>
        <p:nvSpPr>
          <p:cNvPr id="15" name="Text Placeholder 6">
            <a:extLst>
              <a:ext uri="{FF2B5EF4-FFF2-40B4-BE49-F238E27FC236}">
                <a16:creationId xmlns:a16="http://schemas.microsoft.com/office/drawing/2014/main" id="{1AED9DF8-15D3-4CED-BCE9-90F7A3452475}"/>
              </a:ext>
            </a:extLst>
          </p:cNvPr>
          <p:cNvSpPr>
            <a:spLocks noGrp="1"/>
          </p:cNvSpPr>
          <p:nvPr>
            <p:ph type="body" sz="quarter" idx="14"/>
          </p:nvPr>
        </p:nvSpPr>
        <p:spPr>
          <a:xfrm>
            <a:off x="581595" y="1067101"/>
            <a:ext cx="11025188" cy="307777"/>
          </a:xfrm>
        </p:spPr>
        <p:txBody>
          <a:bodyPr/>
          <a:lstStyle>
            <a:lvl1pPr marL="0" indent="0" algn="ctr">
              <a:buNone/>
              <a:defRPr sz="2000">
                <a:solidFill>
                  <a:schemeClr val="accent1">
                    <a:lumMod val="60000"/>
                    <a:lumOff val="40000"/>
                  </a:schemeClr>
                </a:solidFill>
                <a:latin typeface="+mn-lt"/>
              </a:defRPr>
            </a:lvl1pPr>
          </a:lstStyle>
          <a:p>
            <a:pPr lvl="0"/>
            <a:r>
              <a:rPr lang="en-US"/>
              <a:t>Edit Master text styles</a:t>
            </a:r>
          </a:p>
        </p:txBody>
      </p:sp>
    </p:spTree>
    <p:extLst>
      <p:ext uri="{BB962C8B-B14F-4D97-AF65-F5344CB8AC3E}">
        <p14:creationId xmlns:p14="http://schemas.microsoft.com/office/powerpoint/2010/main" val="2123488108"/>
      </p:ext>
    </p:extLst>
  </p:cSld>
  <p:clrMapOvr>
    <a:masterClrMapping/>
  </p:clrMapOvr>
  <p:transition>
    <p:fade/>
  </p:transition>
  <p:extLst>
    <p:ext uri="{DCECCB84-F9BA-43D5-87BE-67443E8EF086}">
      <p15:sldGuideLst xmlns:p15="http://schemas.microsoft.com/office/powerpoint/2012/main">
        <p15:guide id="1" orient="horz" pos="2352">
          <p15:clr>
            <a:srgbClr val="FBAE40"/>
          </p15:clr>
        </p15:guide>
        <p15:guide id="2" orient="horz" pos="1896">
          <p15:clr>
            <a:srgbClr val="FBAE40"/>
          </p15:clr>
        </p15:guide>
        <p15:guide id="3" pos="3840">
          <p15:clr>
            <a:srgbClr val="FBAE40"/>
          </p15:clr>
        </p15:guide>
        <p15:guide id="4" pos="1896">
          <p15:clr>
            <a:srgbClr val="FBAE40"/>
          </p15:clr>
        </p15:guide>
        <p15:guide id="5" pos="5832">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6916633" y="1850334"/>
            <a:ext cx="4543277" cy="2206758"/>
          </a:xfrm>
          <a:solidFill>
            <a:schemeClr val="accent1">
              <a:alpha val="26000"/>
            </a:schemeClr>
          </a:solidFill>
          <a:ln>
            <a:noFill/>
          </a:ln>
        </p:spPr>
        <p:txBody>
          <a:bodyPr lIns="365760" tIns="365760" rIns="365760" bIns="365760"/>
          <a:lstStyle>
            <a:lvl1pPr>
              <a:defRPr sz="2000">
                <a:solidFill>
                  <a:schemeClr val="tx1"/>
                </a:solidFill>
              </a:defRPr>
            </a:lvl1pPr>
            <a:lvl2pPr marL="0" indent="0">
              <a:spcBef>
                <a:spcPts val="1200"/>
              </a:spcBef>
              <a:spcAft>
                <a:spcPts val="0"/>
              </a:spcAft>
              <a:buFont typeface="Arial" panose="020B0604020202020204" pitchFamily="34" charset="0"/>
              <a:buNone/>
              <a:defRPr sz="1400" b="1">
                <a:solidFill>
                  <a:schemeClr val="tx2"/>
                </a:solidFill>
              </a:defRPr>
            </a:lvl2pPr>
            <a:lvl3pPr>
              <a:defRPr sz="1200">
                <a:solidFill>
                  <a:schemeClr val="tx2"/>
                </a:solidFill>
              </a:defRPr>
            </a:lvl3pPr>
            <a:lvl4pPr>
              <a:defRPr sz="1100">
                <a:solidFill>
                  <a:schemeClr val="tx2"/>
                </a:solidFill>
              </a:defRPr>
            </a:lvl4pPr>
            <a:lvl5pPr>
              <a:defRPr sz="1100">
                <a:solidFill>
                  <a:schemeClr val="tx2"/>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DD2A3B-10EE-4819-8FE4-E73D1B31AA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3104476"/>
      </p:ext>
    </p:extLst>
  </p:cSld>
  <p:clrMapOvr>
    <a:masterClrMapping/>
  </p:clrMapOvr>
  <p:transition>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4" y="2862297"/>
            <a:ext cx="3992212" cy="492443"/>
          </a:xfrm>
        </p:spPr>
        <p:txBody>
          <a:bodyPr anchor="b"/>
          <a:lstStyle>
            <a:lvl1pPr algn="l">
              <a:defRPr>
                <a:solidFill>
                  <a:schemeClr val="tx1"/>
                </a:solidFill>
              </a:defRPr>
            </a:lvl1pPr>
          </a:lstStyle>
          <a:p>
            <a:r>
              <a:rPr lang="en-US"/>
              <a:t>Click to edit Master</a:t>
            </a:r>
          </a:p>
        </p:txBody>
      </p:sp>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8264" y="3429000"/>
            <a:ext cx="4043371" cy="1957324"/>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1003572"/>
      </p:ext>
    </p:extLst>
  </p:cSld>
  <p:clrMapOvr>
    <a:masterClrMapping/>
  </p:clrMapOvr>
  <p:transition>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49" name="Group 48">
            <a:extLst>
              <a:ext uri="{FF2B5EF4-FFF2-40B4-BE49-F238E27FC236}">
                <a16:creationId xmlns:a16="http://schemas.microsoft.com/office/drawing/2014/main" id="{B988A210-464A-4E4A-A5EC-6A9F188993AC}"/>
              </a:ext>
            </a:extLst>
          </p:cNvPr>
          <p:cNvGrpSpPr/>
          <p:nvPr userDrawn="1"/>
        </p:nvGrpSpPr>
        <p:grpSpPr>
          <a:xfrm>
            <a:off x="4254385" y="2884146"/>
            <a:ext cx="917103" cy="847023"/>
            <a:chOff x="9664969" y="2124583"/>
            <a:chExt cx="917103" cy="847023"/>
          </a:xfrm>
        </p:grpSpPr>
        <p:grpSp>
          <p:nvGrpSpPr>
            <p:cNvPr id="19" name="Group 18">
              <a:extLst>
                <a:ext uri="{FF2B5EF4-FFF2-40B4-BE49-F238E27FC236}">
                  <a16:creationId xmlns:a16="http://schemas.microsoft.com/office/drawing/2014/main" id="{1DFF98CA-7D40-4D07-8AB0-F9FABEA06766}"/>
                </a:ext>
              </a:extLst>
            </p:cNvPr>
            <p:cNvGrpSpPr/>
            <p:nvPr/>
          </p:nvGrpSpPr>
          <p:grpSpPr>
            <a:xfrm>
              <a:off x="9664969" y="2309869"/>
              <a:ext cx="470966" cy="246457"/>
              <a:chOff x="13721512" y="1085822"/>
              <a:chExt cx="3673755" cy="1922480"/>
            </a:xfrm>
          </p:grpSpPr>
          <p:grpSp>
            <p:nvGrpSpPr>
              <p:cNvPr id="44" name="Group 43">
                <a:extLst>
                  <a:ext uri="{FF2B5EF4-FFF2-40B4-BE49-F238E27FC236}">
                    <a16:creationId xmlns:a16="http://schemas.microsoft.com/office/drawing/2014/main" id="{465ADB1D-47B6-4762-915F-B976A6371677}"/>
                  </a:ext>
                </a:extLst>
              </p:cNvPr>
              <p:cNvGrpSpPr/>
              <p:nvPr/>
            </p:nvGrpSpPr>
            <p:grpSpPr>
              <a:xfrm>
                <a:off x="13727467" y="1202243"/>
                <a:ext cx="3341598" cy="1806059"/>
                <a:chOff x="13727467" y="1202243"/>
                <a:chExt cx="3341598" cy="1806059"/>
              </a:xfrm>
            </p:grpSpPr>
            <p:sp>
              <p:nvSpPr>
                <p:cNvPr id="46" name="Isosceles Triangle 45">
                  <a:extLst>
                    <a:ext uri="{FF2B5EF4-FFF2-40B4-BE49-F238E27FC236}">
                      <a16:creationId xmlns:a16="http://schemas.microsoft.com/office/drawing/2014/main" id="{AE8FAB45-8D4E-4823-87F3-E901BBF377D6}"/>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a:extLst>
                    <a:ext uri="{FF2B5EF4-FFF2-40B4-BE49-F238E27FC236}">
                      <a16:creationId xmlns:a16="http://schemas.microsoft.com/office/drawing/2014/main" id="{12445C1B-6F26-4CE8-B389-B66A16B90A9C}"/>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375">
                  <a:extLst>
                    <a:ext uri="{FF2B5EF4-FFF2-40B4-BE49-F238E27FC236}">
                      <a16:creationId xmlns:a16="http://schemas.microsoft.com/office/drawing/2014/main" id="{C9386C8D-757A-417F-B53C-81F49DD30971}"/>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5" name="Freeform: Shape 44">
                <a:extLst>
                  <a:ext uri="{FF2B5EF4-FFF2-40B4-BE49-F238E27FC236}">
                    <a16:creationId xmlns:a16="http://schemas.microsoft.com/office/drawing/2014/main" id="{154FF891-D191-414F-8957-99FA4FA604E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DFEC75A4-3A06-4C74-A1BE-E649840B9A18}"/>
                </a:ext>
              </a:extLst>
            </p:cNvPr>
            <p:cNvGrpSpPr/>
            <p:nvPr/>
          </p:nvGrpSpPr>
          <p:grpSpPr>
            <a:xfrm>
              <a:off x="9978266" y="2222938"/>
              <a:ext cx="323597" cy="360640"/>
              <a:chOff x="9978266" y="2222938"/>
              <a:chExt cx="323597" cy="360640"/>
            </a:xfrm>
          </p:grpSpPr>
          <p:sp>
            <p:nvSpPr>
              <p:cNvPr id="41" name="Isosceles Triangle 40">
                <a:extLst>
                  <a:ext uri="{FF2B5EF4-FFF2-40B4-BE49-F238E27FC236}">
                    <a16:creationId xmlns:a16="http://schemas.microsoft.com/office/drawing/2014/main" id="{75259615-2187-4F94-A969-DCA5190858F0}"/>
                  </a:ext>
                </a:extLst>
              </p:cNvPr>
              <p:cNvSpPr/>
              <p:nvPr/>
            </p:nvSpPr>
            <p:spPr bwMode="auto">
              <a:xfrm rot="13393209">
                <a:off x="9978266" y="2222938"/>
                <a:ext cx="313134" cy="149847"/>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Isosceles Triangle 41">
                <a:extLst>
                  <a:ext uri="{FF2B5EF4-FFF2-40B4-BE49-F238E27FC236}">
                    <a16:creationId xmlns:a16="http://schemas.microsoft.com/office/drawing/2014/main" id="{99B77C10-4771-48E4-91E2-103A8F870215}"/>
                  </a:ext>
                </a:extLst>
              </p:cNvPr>
              <p:cNvSpPr/>
              <p:nvPr/>
            </p:nvSpPr>
            <p:spPr bwMode="auto">
              <a:xfrm rot="3787336">
                <a:off x="10125858" y="2299763"/>
                <a:ext cx="168530" cy="183481"/>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Isosceles Triangle 375">
                <a:extLst>
                  <a:ext uri="{FF2B5EF4-FFF2-40B4-BE49-F238E27FC236}">
                    <a16:creationId xmlns:a16="http://schemas.microsoft.com/office/drawing/2014/main" id="{5A7483F9-456F-4639-8FB3-89BCDBA59816}"/>
                  </a:ext>
                </a:extLst>
              </p:cNvPr>
              <p:cNvSpPr/>
              <p:nvPr/>
            </p:nvSpPr>
            <p:spPr bwMode="auto">
              <a:xfrm rot="5172541">
                <a:off x="10016540" y="2440081"/>
                <a:ext cx="220647" cy="66348"/>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1" name="Freeform: Shape 20">
              <a:extLst>
                <a:ext uri="{FF2B5EF4-FFF2-40B4-BE49-F238E27FC236}">
                  <a16:creationId xmlns:a16="http://schemas.microsoft.com/office/drawing/2014/main" id="{D6FF55D4-9AB4-4E0C-BACF-4340818E43BD}"/>
                </a:ext>
              </a:extLst>
            </p:cNvPr>
            <p:cNvSpPr/>
            <p:nvPr/>
          </p:nvSpPr>
          <p:spPr bwMode="auto">
            <a:xfrm rot="5254367">
              <a:off x="9956136" y="2247079"/>
              <a:ext cx="470966" cy="22597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6BBE2167-AFCF-45E2-863F-76B98D874DD1}"/>
                </a:ext>
              </a:extLst>
            </p:cNvPr>
            <p:cNvGrpSpPr/>
            <p:nvPr/>
          </p:nvGrpSpPr>
          <p:grpSpPr>
            <a:xfrm rot="2124180" flipH="1" flipV="1">
              <a:off x="9911732" y="2725149"/>
              <a:ext cx="470966" cy="246457"/>
              <a:chOff x="13721512" y="1085822"/>
              <a:chExt cx="3673755" cy="1922480"/>
            </a:xfrm>
          </p:grpSpPr>
          <p:grpSp>
            <p:nvGrpSpPr>
              <p:cNvPr id="36" name="Group 35">
                <a:extLst>
                  <a:ext uri="{FF2B5EF4-FFF2-40B4-BE49-F238E27FC236}">
                    <a16:creationId xmlns:a16="http://schemas.microsoft.com/office/drawing/2014/main" id="{9A03488A-F40D-44D0-A2AB-94FECFB418ED}"/>
                  </a:ext>
                </a:extLst>
              </p:cNvPr>
              <p:cNvGrpSpPr/>
              <p:nvPr/>
            </p:nvGrpSpPr>
            <p:grpSpPr>
              <a:xfrm>
                <a:off x="13727467" y="1202243"/>
                <a:ext cx="3341598" cy="1806059"/>
                <a:chOff x="13727467" y="1202243"/>
                <a:chExt cx="3341598" cy="1806059"/>
              </a:xfrm>
            </p:grpSpPr>
            <p:sp>
              <p:nvSpPr>
                <p:cNvPr id="38" name="Isosceles Triangle 37">
                  <a:extLst>
                    <a:ext uri="{FF2B5EF4-FFF2-40B4-BE49-F238E27FC236}">
                      <a16:creationId xmlns:a16="http://schemas.microsoft.com/office/drawing/2014/main" id="{1E1BC72D-9C0C-4F7E-B0F2-07C1A8924939}"/>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EA716B81-1D05-4CD9-AB09-CAE56B00D710}"/>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Isosceles Triangle 375">
                  <a:extLst>
                    <a:ext uri="{FF2B5EF4-FFF2-40B4-BE49-F238E27FC236}">
                      <a16:creationId xmlns:a16="http://schemas.microsoft.com/office/drawing/2014/main" id="{25F1B473-A080-4957-AFA3-52B3626596CC}"/>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7" name="Freeform: Shape 36">
                <a:extLst>
                  <a:ext uri="{FF2B5EF4-FFF2-40B4-BE49-F238E27FC236}">
                    <a16:creationId xmlns:a16="http://schemas.microsoft.com/office/drawing/2014/main" id="{2A7EE5E8-7587-4E38-981B-C7A689EF4F5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ED7F3E0-DE9F-49C1-B15A-1D1B46C85976}"/>
                </a:ext>
              </a:extLst>
            </p:cNvPr>
            <p:cNvGrpSpPr/>
            <p:nvPr/>
          </p:nvGrpSpPr>
          <p:grpSpPr>
            <a:xfrm rot="17317314">
              <a:off x="9632120" y="2608617"/>
              <a:ext cx="470966" cy="246457"/>
              <a:chOff x="13721512" y="1085822"/>
              <a:chExt cx="3673755" cy="1922480"/>
            </a:xfrm>
          </p:grpSpPr>
          <p:grpSp>
            <p:nvGrpSpPr>
              <p:cNvPr id="31" name="Group 30">
                <a:extLst>
                  <a:ext uri="{FF2B5EF4-FFF2-40B4-BE49-F238E27FC236}">
                    <a16:creationId xmlns:a16="http://schemas.microsoft.com/office/drawing/2014/main" id="{BB76E0AE-3B21-4BD3-9F7A-EB2047D3F4EA}"/>
                  </a:ext>
                </a:extLst>
              </p:cNvPr>
              <p:cNvGrpSpPr/>
              <p:nvPr/>
            </p:nvGrpSpPr>
            <p:grpSpPr>
              <a:xfrm>
                <a:off x="13727467" y="1202243"/>
                <a:ext cx="3341598" cy="1806059"/>
                <a:chOff x="13727467" y="1202243"/>
                <a:chExt cx="3341598" cy="1806059"/>
              </a:xfrm>
            </p:grpSpPr>
            <p:sp>
              <p:nvSpPr>
                <p:cNvPr id="33" name="Isosceles Triangle 32">
                  <a:extLst>
                    <a:ext uri="{FF2B5EF4-FFF2-40B4-BE49-F238E27FC236}">
                      <a16:creationId xmlns:a16="http://schemas.microsoft.com/office/drawing/2014/main" id="{198F8398-E0B7-4182-9E09-E9C37B294C24}"/>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CF5A8EE3-8C03-4611-A75D-774E4B5F9DCF}"/>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Isosceles Triangle 375">
                  <a:extLst>
                    <a:ext uri="{FF2B5EF4-FFF2-40B4-BE49-F238E27FC236}">
                      <a16:creationId xmlns:a16="http://schemas.microsoft.com/office/drawing/2014/main" id="{DC611FC2-D5BC-41FE-B053-C17A9C1C7C5D}"/>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Freeform: Shape 31">
                <a:extLst>
                  <a:ext uri="{FF2B5EF4-FFF2-40B4-BE49-F238E27FC236}">
                    <a16:creationId xmlns:a16="http://schemas.microsoft.com/office/drawing/2014/main" id="{5A22793B-B22A-4AB8-949B-0219C862632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8F496923-2DD6-494A-AF13-C39351250AD6}"/>
                </a:ext>
              </a:extLst>
            </p:cNvPr>
            <p:cNvGrpSpPr/>
            <p:nvPr/>
          </p:nvGrpSpPr>
          <p:grpSpPr>
            <a:xfrm rot="8733085">
              <a:off x="10111106" y="2505403"/>
              <a:ext cx="470966" cy="246457"/>
              <a:chOff x="13721512" y="1085822"/>
              <a:chExt cx="3673755" cy="1922480"/>
            </a:xfrm>
          </p:grpSpPr>
          <p:grpSp>
            <p:nvGrpSpPr>
              <p:cNvPr id="26" name="Group 25">
                <a:extLst>
                  <a:ext uri="{FF2B5EF4-FFF2-40B4-BE49-F238E27FC236}">
                    <a16:creationId xmlns:a16="http://schemas.microsoft.com/office/drawing/2014/main" id="{9C0C8A6D-177D-4363-AD87-C1A4976794D7}"/>
                  </a:ext>
                </a:extLst>
              </p:cNvPr>
              <p:cNvGrpSpPr/>
              <p:nvPr/>
            </p:nvGrpSpPr>
            <p:grpSpPr>
              <a:xfrm>
                <a:off x="13727467" y="1202243"/>
                <a:ext cx="3341598" cy="1806059"/>
                <a:chOff x="13727467" y="1202243"/>
                <a:chExt cx="3341598" cy="1806059"/>
              </a:xfrm>
            </p:grpSpPr>
            <p:sp>
              <p:nvSpPr>
                <p:cNvPr id="28" name="Isosceles Triangle 27">
                  <a:extLst>
                    <a:ext uri="{FF2B5EF4-FFF2-40B4-BE49-F238E27FC236}">
                      <a16:creationId xmlns:a16="http://schemas.microsoft.com/office/drawing/2014/main" id="{E3BEB39B-8E7E-4F75-B874-4802AA070D2D}"/>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A8D5B2A7-864C-4DC5-9F21-F1045F20E4F7}"/>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Isosceles Triangle 375">
                  <a:extLst>
                    <a:ext uri="{FF2B5EF4-FFF2-40B4-BE49-F238E27FC236}">
                      <a16:creationId xmlns:a16="http://schemas.microsoft.com/office/drawing/2014/main" id="{1BD5B9D0-97DD-4A0E-A035-D5A829C207BE}"/>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7" name="Freeform: Shape 26">
                <a:extLst>
                  <a:ext uri="{FF2B5EF4-FFF2-40B4-BE49-F238E27FC236}">
                    <a16:creationId xmlns:a16="http://schemas.microsoft.com/office/drawing/2014/main" id="{96DFB6AF-0ED0-4007-9D6A-63249BBF97B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5" name="Oval 24">
              <a:extLst>
                <a:ext uri="{FF2B5EF4-FFF2-40B4-BE49-F238E27FC236}">
                  <a16:creationId xmlns:a16="http://schemas.microsoft.com/office/drawing/2014/main" id="{2D9AE606-1D99-4CDC-BF50-869AAFD51524}"/>
                </a:ext>
              </a:extLst>
            </p:cNvPr>
            <p:cNvSpPr/>
            <p:nvPr/>
          </p:nvSpPr>
          <p:spPr bwMode="auto">
            <a:xfrm>
              <a:off x="10070950" y="2577554"/>
              <a:ext cx="38496" cy="3849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53" name="Group 52">
            <a:extLst>
              <a:ext uri="{FF2B5EF4-FFF2-40B4-BE49-F238E27FC236}">
                <a16:creationId xmlns:a16="http://schemas.microsoft.com/office/drawing/2014/main" id="{48C29746-3C18-4714-8B67-8FE0404AA717}"/>
              </a:ext>
            </a:extLst>
          </p:cNvPr>
          <p:cNvGrpSpPr/>
          <p:nvPr userDrawn="1"/>
        </p:nvGrpSpPr>
        <p:grpSpPr>
          <a:xfrm>
            <a:off x="9988208" y="2904614"/>
            <a:ext cx="676830" cy="806086"/>
            <a:chOff x="10360925" y="1869605"/>
            <a:chExt cx="513810" cy="611934"/>
          </a:xfrm>
        </p:grpSpPr>
        <p:sp>
          <p:nvSpPr>
            <p:cNvPr id="51" name="Freeform 128">
              <a:extLst>
                <a:ext uri="{FF2B5EF4-FFF2-40B4-BE49-F238E27FC236}">
                  <a16:creationId xmlns:a16="http://schemas.microsoft.com/office/drawing/2014/main" id="{2A0515F8-9584-4B8A-8585-DD59C46148CB}"/>
                </a:ext>
              </a:extLst>
            </p:cNvPr>
            <p:cNvSpPr>
              <a:spLocks/>
            </p:cNvSpPr>
            <p:nvPr/>
          </p:nvSpPr>
          <p:spPr bwMode="auto">
            <a:xfrm>
              <a:off x="10360925" y="1869605"/>
              <a:ext cx="513810" cy="611934"/>
            </a:xfrm>
            <a:custGeom>
              <a:avLst/>
              <a:gdLst>
                <a:gd name="T0" fmla="*/ 69 w 138"/>
                <a:gd name="T1" fmla="*/ 173 h 173"/>
                <a:gd name="T2" fmla="*/ 69 w 138"/>
                <a:gd name="T3" fmla="*/ 173 h 173"/>
                <a:gd name="T4" fmla="*/ 0 w 138"/>
                <a:gd name="T5" fmla="*/ 77 h 173"/>
                <a:gd name="T6" fmla="*/ 0 w 138"/>
                <a:gd name="T7" fmla="*/ 29 h 173"/>
                <a:gd name="T8" fmla="*/ 4 w 138"/>
                <a:gd name="T9" fmla="*/ 29 h 173"/>
                <a:gd name="T10" fmla="*/ 67 w 138"/>
                <a:gd name="T11" fmla="*/ 2 h 173"/>
                <a:gd name="T12" fmla="*/ 69 w 138"/>
                <a:gd name="T13" fmla="*/ 0 h 173"/>
                <a:gd name="T14" fmla="*/ 72 w 138"/>
                <a:gd name="T15" fmla="*/ 2 h 173"/>
                <a:gd name="T16" fmla="*/ 135 w 138"/>
                <a:gd name="T17" fmla="*/ 29 h 173"/>
                <a:gd name="T18" fmla="*/ 138 w 138"/>
                <a:gd name="T19" fmla="*/ 29 h 173"/>
                <a:gd name="T20" fmla="*/ 138 w 138"/>
                <a:gd name="T21" fmla="*/ 78 h 173"/>
                <a:gd name="T22" fmla="*/ 69 w 138"/>
                <a:gd name="T2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73">
                  <a:moveTo>
                    <a:pt x="69" y="173"/>
                  </a:moveTo>
                  <a:cubicBezTo>
                    <a:pt x="69" y="173"/>
                    <a:pt x="69" y="173"/>
                    <a:pt x="69" y="173"/>
                  </a:cubicBezTo>
                  <a:cubicBezTo>
                    <a:pt x="50" y="173"/>
                    <a:pt x="0" y="140"/>
                    <a:pt x="0" y="77"/>
                  </a:cubicBezTo>
                  <a:cubicBezTo>
                    <a:pt x="0" y="29"/>
                    <a:pt x="0" y="29"/>
                    <a:pt x="0" y="29"/>
                  </a:cubicBezTo>
                  <a:cubicBezTo>
                    <a:pt x="4" y="29"/>
                    <a:pt x="4" y="29"/>
                    <a:pt x="4" y="29"/>
                  </a:cubicBezTo>
                  <a:cubicBezTo>
                    <a:pt x="4" y="29"/>
                    <a:pt x="35" y="32"/>
                    <a:pt x="67" y="2"/>
                  </a:cubicBezTo>
                  <a:cubicBezTo>
                    <a:pt x="69" y="0"/>
                    <a:pt x="69" y="0"/>
                    <a:pt x="69" y="0"/>
                  </a:cubicBezTo>
                  <a:cubicBezTo>
                    <a:pt x="72" y="2"/>
                    <a:pt x="72" y="2"/>
                    <a:pt x="72" y="2"/>
                  </a:cubicBezTo>
                  <a:cubicBezTo>
                    <a:pt x="106" y="29"/>
                    <a:pt x="135" y="29"/>
                    <a:pt x="135" y="29"/>
                  </a:cubicBezTo>
                  <a:cubicBezTo>
                    <a:pt x="138" y="29"/>
                    <a:pt x="138" y="29"/>
                    <a:pt x="138" y="29"/>
                  </a:cubicBezTo>
                  <a:cubicBezTo>
                    <a:pt x="138" y="78"/>
                    <a:pt x="138" y="78"/>
                    <a:pt x="138" y="78"/>
                  </a:cubicBezTo>
                  <a:cubicBezTo>
                    <a:pt x="138" y="140"/>
                    <a:pt x="88" y="173"/>
                    <a:pt x="69" y="17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check">
              <a:extLst>
                <a:ext uri="{FF2B5EF4-FFF2-40B4-BE49-F238E27FC236}">
                  <a16:creationId xmlns:a16="http://schemas.microsoft.com/office/drawing/2014/main" id="{9DDE635B-6509-4AA2-B1F5-2ED3DE273026}"/>
                </a:ext>
              </a:extLst>
            </p:cNvPr>
            <p:cNvSpPr>
              <a:spLocks noChangeAspect="1"/>
            </p:cNvSpPr>
            <p:nvPr/>
          </p:nvSpPr>
          <p:spPr bwMode="auto">
            <a:xfrm>
              <a:off x="10515895" y="2103594"/>
              <a:ext cx="203870" cy="143956"/>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285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solidFill>
                    <a:srgbClr val="50E6FF"/>
                  </a:solidFill>
                </a:ln>
                <a:solidFill>
                  <a:srgbClr val="FFFFFF"/>
                </a:solidFill>
                <a:effectLst/>
                <a:uLnTx/>
                <a:uFillTx/>
                <a:latin typeface="Segoe UI"/>
                <a:ea typeface="+mn-ea"/>
                <a:cs typeface="+mn-cs"/>
              </a:endParaRPr>
            </a:p>
          </p:txBody>
        </p:sp>
      </p:grpSp>
      <p:grpSp>
        <p:nvGrpSpPr>
          <p:cNvPr id="95" name="Group 94">
            <a:extLst>
              <a:ext uri="{FF2B5EF4-FFF2-40B4-BE49-F238E27FC236}">
                <a16:creationId xmlns:a16="http://schemas.microsoft.com/office/drawing/2014/main" id="{43FFE3D1-4751-42F9-83F3-070D7C8A28D5}"/>
              </a:ext>
            </a:extLst>
          </p:cNvPr>
          <p:cNvGrpSpPr/>
          <p:nvPr userDrawn="1"/>
        </p:nvGrpSpPr>
        <p:grpSpPr>
          <a:xfrm>
            <a:off x="7065062" y="2946916"/>
            <a:ext cx="909435" cy="721482"/>
            <a:chOff x="4262868" y="2183779"/>
            <a:chExt cx="909435" cy="721482"/>
          </a:xfrm>
        </p:grpSpPr>
        <p:sp>
          <p:nvSpPr>
            <p:cNvPr id="55" name="Arrow: Bent 22">
              <a:extLst>
                <a:ext uri="{FF2B5EF4-FFF2-40B4-BE49-F238E27FC236}">
                  <a16:creationId xmlns:a16="http://schemas.microsoft.com/office/drawing/2014/main" id="{F31B69A7-78DF-45F3-8771-36ACE038A37D}"/>
                </a:ext>
              </a:extLst>
            </p:cNvPr>
            <p:cNvSpPr/>
            <p:nvPr/>
          </p:nvSpPr>
          <p:spPr bwMode="auto">
            <a:xfrm rot="16200000">
              <a:off x="4397652" y="2468630"/>
              <a:ext cx="106041" cy="164625"/>
            </a:xfrm>
            <a:custGeom>
              <a:avLst/>
              <a:gdLst>
                <a:gd name="connsiteX0" fmla="*/ 0 w 306806"/>
                <a:gd name="connsiteY0" fmla="*/ 0 h 442882"/>
                <a:gd name="connsiteX1" fmla="*/ 306806 w 306806"/>
                <a:gd name="connsiteY1" fmla="*/ 0 h 442882"/>
                <a:gd name="connsiteX2" fmla="*/ 306806 w 306806"/>
                <a:gd name="connsiteY2" fmla="*/ 442882 h 442882"/>
                <a:gd name="connsiteX3" fmla="*/ 0 w 306806"/>
                <a:gd name="connsiteY3" fmla="*/ 442882 h 442882"/>
                <a:gd name="connsiteX4" fmla="*/ 0 w 306806"/>
                <a:gd name="connsiteY4" fmla="*/ 0 h 442882"/>
                <a:gd name="connsiteX0" fmla="*/ 306806 w 398246"/>
                <a:gd name="connsiteY0" fmla="*/ 442882 h 534322"/>
                <a:gd name="connsiteX1" fmla="*/ 0 w 398246"/>
                <a:gd name="connsiteY1" fmla="*/ 442882 h 534322"/>
                <a:gd name="connsiteX2" fmla="*/ 0 w 398246"/>
                <a:gd name="connsiteY2" fmla="*/ 0 h 534322"/>
                <a:gd name="connsiteX3" fmla="*/ 306806 w 398246"/>
                <a:gd name="connsiteY3" fmla="*/ 0 h 534322"/>
                <a:gd name="connsiteX4" fmla="*/ 398246 w 398246"/>
                <a:gd name="connsiteY4" fmla="*/ 534322 h 534322"/>
                <a:gd name="connsiteX0" fmla="*/ 0 w 398246"/>
                <a:gd name="connsiteY0" fmla="*/ 442882 h 534322"/>
                <a:gd name="connsiteX1" fmla="*/ 0 w 398246"/>
                <a:gd name="connsiteY1" fmla="*/ 0 h 534322"/>
                <a:gd name="connsiteX2" fmla="*/ 306806 w 398246"/>
                <a:gd name="connsiteY2" fmla="*/ 0 h 534322"/>
                <a:gd name="connsiteX3" fmla="*/ 398246 w 398246"/>
                <a:gd name="connsiteY3" fmla="*/ 534322 h 534322"/>
                <a:gd name="connsiteX0" fmla="*/ 0 w 306806"/>
                <a:gd name="connsiteY0" fmla="*/ 442882 h 442882"/>
                <a:gd name="connsiteX1" fmla="*/ 0 w 306806"/>
                <a:gd name="connsiteY1" fmla="*/ 0 h 442882"/>
                <a:gd name="connsiteX2" fmla="*/ 306806 w 306806"/>
                <a:gd name="connsiteY2" fmla="*/ 0 h 442882"/>
              </a:gdLst>
              <a:ahLst/>
              <a:cxnLst>
                <a:cxn ang="0">
                  <a:pos x="connsiteX0" y="connsiteY0"/>
                </a:cxn>
                <a:cxn ang="0">
                  <a:pos x="connsiteX1" y="connsiteY1"/>
                </a:cxn>
                <a:cxn ang="0">
                  <a:pos x="connsiteX2" y="connsiteY2"/>
                </a:cxn>
              </a:cxnLst>
              <a:rect l="l" t="t" r="r" b="b"/>
              <a:pathLst>
                <a:path w="306806" h="442882">
                  <a:moveTo>
                    <a:pt x="0" y="442882"/>
                  </a:moveTo>
                  <a:lnTo>
                    <a:pt x="0" y="0"/>
                  </a:lnTo>
                  <a:lnTo>
                    <a:pt x="306806"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6" name="Arrow: Bent 24">
              <a:extLst>
                <a:ext uri="{FF2B5EF4-FFF2-40B4-BE49-F238E27FC236}">
                  <a16:creationId xmlns:a16="http://schemas.microsoft.com/office/drawing/2014/main" id="{8200DDF9-CF34-45B3-93DD-0B2B81F633E4}"/>
                </a:ext>
              </a:extLst>
            </p:cNvPr>
            <p:cNvSpPr/>
            <p:nvPr/>
          </p:nvSpPr>
          <p:spPr bwMode="auto">
            <a:xfrm rot="16200000">
              <a:off x="4803569" y="2731149"/>
              <a:ext cx="92731" cy="211516"/>
            </a:xfrm>
            <a:custGeom>
              <a:avLst/>
              <a:gdLst>
                <a:gd name="connsiteX0" fmla="*/ 0 w 228567"/>
                <a:gd name="connsiteY0" fmla="*/ 0 h 569032"/>
                <a:gd name="connsiteX1" fmla="*/ 228567 w 228567"/>
                <a:gd name="connsiteY1" fmla="*/ 0 h 569032"/>
                <a:gd name="connsiteX2" fmla="*/ 228567 w 228567"/>
                <a:gd name="connsiteY2" fmla="*/ 569032 h 569032"/>
                <a:gd name="connsiteX3" fmla="*/ 0 w 228567"/>
                <a:gd name="connsiteY3" fmla="*/ 569032 h 569032"/>
                <a:gd name="connsiteX4" fmla="*/ 0 w 228567"/>
                <a:gd name="connsiteY4" fmla="*/ 0 h 569032"/>
                <a:gd name="connsiteX0" fmla="*/ 228567 w 320007"/>
                <a:gd name="connsiteY0" fmla="*/ 569032 h 660472"/>
                <a:gd name="connsiteX1" fmla="*/ 0 w 320007"/>
                <a:gd name="connsiteY1" fmla="*/ 569032 h 660472"/>
                <a:gd name="connsiteX2" fmla="*/ 0 w 320007"/>
                <a:gd name="connsiteY2" fmla="*/ 0 h 660472"/>
                <a:gd name="connsiteX3" fmla="*/ 228567 w 320007"/>
                <a:gd name="connsiteY3" fmla="*/ 0 h 660472"/>
                <a:gd name="connsiteX4" fmla="*/ 320007 w 320007"/>
                <a:gd name="connsiteY4" fmla="*/ 660472 h 660472"/>
                <a:gd name="connsiteX0" fmla="*/ 0 w 320007"/>
                <a:gd name="connsiteY0" fmla="*/ 569032 h 660472"/>
                <a:gd name="connsiteX1" fmla="*/ 0 w 320007"/>
                <a:gd name="connsiteY1" fmla="*/ 0 h 660472"/>
                <a:gd name="connsiteX2" fmla="*/ 228567 w 320007"/>
                <a:gd name="connsiteY2" fmla="*/ 0 h 660472"/>
                <a:gd name="connsiteX3" fmla="*/ 320007 w 320007"/>
                <a:gd name="connsiteY3" fmla="*/ 660472 h 660472"/>
                <a:gd name="connsiteX0" fmla="*/ 0 w 228567"/>
                <a:gd name="connsiteY0" fmla="*/ 569032 h 569032"/>
                <a:gd name="connsiteX1" fmla="*/ 0 w 228567"/>
                <a:gd name="connsiteY1" fmla="*/ 0 h 569032"/>
                <a:gd name="connsiteX2" fmla="*/ 228567 w 228567"/>
                <a:gd name="connsiteY2" fmla="*/ 0 h 569032"/>
              </a:gdLst>
              <a:ahLst/>
              <a:cxnLst>
                <a:cxn ang="0">
                  <a:pos x="connsiteX0" y="connsiteY0"/>
                </a:cxn>
                <a:cxn ang="0">
                  <a:pos x="connsiteX1" y="connsiteY1"/>
                </a:cxn>
                <a:cxn ang="0">
                  <a:pos x="connsiteX2" y="connsiteY2"/>
                </a:cxn>
              </a:cxnLst>
              <a:rect l="l" t="t" r="r" b="b"/>
              <a:pathLst>
                <a:path w="228567" h="569032">
                  <a:moveTo>
                    <a:pt x="0" y="569032"/>
                  </a:moveTo>
                  <a:lnTo>
                    <a:pt x="0" y="0"/>
                  </a:lnTo>
                  <a:lnTo>
                    <a:pt x="228567"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7" name="Arrow: Bent 76">
              <a:extLst>
                <a:ext uri="{FF2B5EF4-FFF2-40B4-BE49-F238E27FC236}">
                  <a16:creationId xmlns:a16="http://schemas.microsoft.com/office/drawing/2014/main" id="{E5E0C78A-0848-4C86-838C-B667ECE01E1F}"/>
                </a:ext>
              </a:extLst>
            </p:cNvPr>
            <p:cNvSpPr/>
            <p:nvPr/>
          </p:nvSpPr>
          <p:spPr bwMode="auto">
            <a:xfrm rot="5400000">
              <a:off x="4661716" y="2163798"/>
              <a:ext cx="290763" cy="529173"/>
            </a:xfrm>
            <a:custGeom>
              <a:avLst/>
              <a:gdLst>
                <a:gd name="connsiteX0" fmla="*/ 0 w 920098"/>
                <a:gd name="connsiteY0" fmla="*/ 0 h 1506443"/>
                <a:gd name="connsiteX1" fmla="*/ 920098 w 920098"/>
                <a:gd name="connsiteY1" fmla="*/ 0 h 1506443"/>
                <a:gd name="connsiteX2" fmla="*/ 920098 w 920098"/>
                <a:gd name="connsiteY2" fmla="*/ 1506443 h 1506443"/>
                <a:gd name="connsiteX3" fmla="*/ 0 w 920098"/>
                <a:gd name="connsiteY3" fmla="*/ 1506443 h 1506443"/>
                <a:gd name="connsiteX4" fmla="*/ 0 w 920098"/>
                <a:gd name="connsiteY4" fmla="*/ 0 h 1506443"/>
                <a:gd name="connsiteX0" fmla="*/ 920098 w 1011538"/>
                <a:gd name="connsiteY0" fmla="*/ 1506443 h 1597883"/>
                <a:gd name="connsiteX1" fmla="*/ 0 w 1011538"/>
                <a:gd name="connsiteY1" fmla="*/ 1506443 h 1597883"/>
                <a:gd name="connsiteX2" fmla="*/ 0 w 1011538"/>
                <a:gd name="connsiteY2" fmla="*/ 0 h 1597883"/>
                <a:gd name="connsiteX3" fmla="*/ 920098 w 1011538"/>
                <a:gd name="connsiteY3" fmla="*/ 0 h 1597883"/>
                <a:gd name="connsiteX4" fmla="*/ 1011538 w 1011538"/>
                <a:gd name="connsiteY4" fmla="*/ 1597883 h 1597883"/>
                <a:gd name="connsiteX0" fmla="*/ 0 w 1011538"/>
                <a:gd name="connsiteY0" fmla="*/ 1506443 h 1597883"/>
                <a:gd name="connsiteX1" fmla="*/ 0 w 1011538"/>
                <a:gd name="connsiteY1" fmla="*/ 0 h 1597883"/>
                <a:gd name="connsiteX2" fmla="*/ 920098 w 1011538"/>
                <a:gd name="connsiteY2" fmla="*/ 0 h 1597883"/>
                <a:gd name="connsiteX3" fmla="*/ 1011538 w 1011538"/>
                <a:gd name="connsiteY3" fmla="*/ 1597883 h 1597883"/>
                <a:gd name="connsiteX0" fmla="*/ 0 w 920098"/>
                <a:gd name="connsiteY0" fmla="*/ 1506443 h 1506443"/>
                <a:gd name="connsiteX1" fmla="*/ 0 w 920098"/>
                <a:gd name="connsiteY1" fmla="*/ 0 h 1506443"/>
                <a:gd name="connsiteX2" fmla="*/ 920098 w 920098"/>
                <a:gd name="connsiteY2" fmla="*/ 0 h 1506443"/>
              </a:gdLst>
              <a:ahLst/>
              <a:cxnLst>
                <a:cxn ang="0">
                  <a:pos x="connsiteX0" y="connsiteY0"/>
                </a:cxn>
                <a:cxn ang="0">
                  <a:pos x="connsiteX1" y="connsiteY1"/>
                </a:cxn>
                <a:cxn ang="0">
                  <a:pos x="connsiteX2" y="connsiteY2"/>
                </a:cxn>
              </a:cxnLst>
              <a:rect l="l" t="t" r="r" b="b"/>
              <a:pathLst>
                <a:path w="920098" h="1506443">
                  <a:moveTo>
                    <a:pt x="0" y="1506443"/>
                  </a:moveTo>
                  <a:lnTo>
                    <a:pt x="0" y="0"/>
                  </a:lnTo>
                  <a:lnTo>
                    <a:pt x="920098"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19721FB2-7138-4FCE-BBA9-4DD6AB59C018}"/>
                </a:ext>
              </a:extLst>
            </p:cNvPr>
            <p:cNvSpPr/>
            <p:nvPr/>
          </p:nvSpPr>
          <p:spPr bwMode="auto">
            <a:xfrm>
              <a:off x="454251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59" name="Rectangle 58">
              <a:extLst>
                <a:ext uri="{FF2B5EF4-FFF2-40B4-BE49-F238E27FC236}">
                  <a16:creationId xmlns:a16="http://schemas.microsoft.com/office/drawing/2014/main" id="{10A63D7B-2FDE-4DED-85FF-1EF546410461}"/>
                </a:ext>
              </a:extLst>
            </p:cNvPr>
            <p:cNvSpPr/>
            <p:nvPr/>
          </p:nvSpPr>
          <p:spPr bwMode="auto">
            <a:xfrm>
              <a:off x="4649998"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0" name="Rectangle 59">
              <a:extLst>
                <a:ext uri="{FF2B5EF4-FFF2-40B4-BE49-F238E27FC236}">
                  <a16:creationId xmlns:a16="http://schemas.microsoft.com/office/drawing/2014/main" id="{0CA2CD59-914C-452F-8365-6B24A01380A6}"/>
                </a:ext>
              </a:extLst>
            </p:cNvPr>
            <p:cNvSpPr/>
            <p:nvPr/>
          </p:nvSpPr>
          <p:spPr bwMode="auto">
            <a:xfrm>
              <a:off x="476248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1" name="Rectangle 60">
              <a:extLst>
                <a:ext uri="{FF2B5EF4-FFF2-40B4-BE49-F238E27FC236}">
                  <a16:creationId xmlns:a16="http://schemas.microsoft.com/office/drawing/2014/main" id="{85B8CF8B-0BBB-4641-A127-B04DA519EC34}"/>
                </a:ext>
              </a:extLst>
            </p:cNvPr>
            <p:cNvSpPr/>
            <p:nvPr/>
          </p:nvSpPr>
          <p:spPr bwMode="auto">
            <a:xfrm>
              <a:off x="4542512" y="253300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2" name="Rectangle 61">
              <a:extLst>
                <a:ext uri="{FF2B5EF4-FFF2-40B4-BE49-F238E27FC236}">
                  <a16:creationId xmlns:a16="http://schemas.microsoft.com/office/drawing/2014/main" id="{E6F0EF1F-3C23-4827-8577-ED04AEEBBDDC}"/>
                </a:ext>
              </a:extLst>
            </p:cNvPr>
            <p:cNvSpPr/>
            <p:nvPr/>
          </p:nvSpPr>
          <p:spPr bwMode="auto">
            <a:xfrm>
              <a:off x="4649998"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3" name="Rectangle 62">
              <a:extLst>
                <a:ext uri="{FF2B5EF4-FFF2-40B4-BE49-F238E27FC236}">
                  <a16:creationId xmlns:a16="http://schemas.microsoft.com/office/drawing/2014/main" id="{27221916-C3DF-4BE5-AA77-B270C9B42B12}"/>
                </a:ext>
              </a:extLst>
            </p:cNvPr>
            <p:cNvSpPr/>
            <p:nvPr/>
          </p:nvSpPr>
          <p:spPr bwMode="auto">
            <a:xfrm>
              <a:off x="4762482"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4" name="Rectangle 63">
              <a:extLst>
                <a:ext uri="{FF2B5EF4-FFF2-40B4-BE49-F238E27FC236}">
                  <a16:creationId xmlns:a16="http://schemas.microsoft.com/office/drawing/2014/main" id="{AB1DD898-F3FF-4481-9E22-5AD0FED8D3CC}"/>
                </a:ext>
              </a:extLst>
            </p:cNvPr>
            <p:cNvSpPr/>
            <p:nvPr/>
          </p:nvSpPr>
          <p:spPr bwMode="auto">
            <a:xfrm>
              <a:off x="4542512" y="265936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5" name="Rectangle 64">
              <a:extLst>
                <a:ext uri="{FF2B5EF4-FFF2-40B4-BE49-F238E27FC236}">
                  <a16:creationId xmlns:a16="http://schemas.microsoft.com/office/drawing/2014/main" id="{87D6CFD7-CF81-4435-8900-32F759AF4C79}"/>
                </a:ext>
              </a:extLst>
            </p:cNvPr>
            <p:cNvSpPr/>
            <p:nvPr/>
          </p:nvSpPr>
          <p:spPr bwMode="auto">
            <a:xfrm>
              <a:off x="4649998"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6" name="Rectangle 65">
              <a:extLst>
                <a:ext uri="{FF2B5EF4-FFF2-40B4-BE49-F238E27FC236}">
                  <a16:creationId xmlns:a16="http://schemas.microsoft.com/office/drawing/2014/main" id="{248284E4-608D-43F6-8E19-DA2183749DA1}"/>
                </a:ext>
              </a:extLst>
            </p:cNvPr>
            <p:cNvSpPr/>
            <p:nvPr/>
          </p:nvSpPr>
          <p:spPr bwMode="auto">
            <a:xfrm>
              <a:off x="4762482"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7" name="Rectangle 66">
              <a:extLst>
                <a:ext uri="{FF2B5EF4-FFF2-40B4-BE49-F238E27FC236}">
                  <a16:creationId xmlns:a16="http://schemas.microsoft.com/office/drawing/2014/main" id="{683342F8-83D2-4D1D-8B02-CF4BE6958AB3}"/>
                </a:ext>
              </a:extLst>
            </p:cNvPr>
            <p:cNvSpPr/>
            <p:nvPr/>
          </p:nvSpPr>
          <p:spPr bwMode="auto">
            <a:xfrm>
              <a:off x="4631082" y="2512568"/>
              <a:ext cx="224300" cy="252475"/>
            </a:xfrm>
            <a:prstGeom prst="rect">
              <a:avLst/>
            </a:prstGeom>
            <a:noFill/>
            <a:ln w="3175" cap="sq">
              <a:solidFill>
                <a:schemeClr val="accent2">
                  <a:lumMod val="75000"/>
                </a:schemeClr>
              </a:solidFill>
              <a:prstDash val="sysDash"/>
              <a:miter lim="800000"/>
              <a:headEnd/>
              <a:tailEnd/>
            </a:ln>
            <a:extLst>
              <a:ext uri="{909E8E84-426E-40DD-AFC4-6F175D3DCCD1}">
                <a14:hiddenFill xmlns:a14="http://schemas.microsoft.com/office/drawing/2010/main">
                  <a:noFill/>
                </a14:hiddenFill>
              </a:ext>
            </a:ex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cxnSp>
          <p:nvCxnSpPr>
            <p:cNvPr id="68" name="Straight Connector 67">
              <a:extLst>
                <a:ext uri="{FF2B5EF4-FFF2-40B4-BE49-F238E27FC236}">
                  <a16:creationId xmlns:a16="http://schemas.microsoft.com/office/drawing/2014/main" id="{51887851-B14E-45B1-9C85-DA7492F639D1}"/>
                </a:ext>
              </a:extLst>
            </p:cNvPr>
            <p:cNvCxnSpPr>
              <a:cxnSpLocks/>
              <a:stCxn id="65" idx="3"/>
              <a:endCxn id="66" idx="1"/>
            </p:cNvCxnSpPr>
            <p:nvPr/>
          </p:nvCxnSpPr>
          <p:spPr>
            <a:xfrm>
              <a:off x="4723793" y="2574570"/>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2F4E327-FC3B-4CB2-917A-711D09A6178F}"/>
                </a:ext>
              </a:extLst>
            </p:cNvPr>
            <p:cNvCxnSpPr>
              <a:cxnSpLocks/>
              <a:stCxn id="68" idx="3"/>
              <a:endCxn id="69" idx="1"/>
            </p:cNvCxnSpPr>
            <p:nvPr/>
          </p:nvCxnSpPr>
          <p:spPr>
            <a:xfrm>
              <a:off x="4723793" y="2700933"/>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E84B0F77-79C8-45D8-897A-C9C9A191B9D6}"/>
                </a:ext>
              </a:extLst>
            </p:cNvPr>
            <p:cNvCxnSpPr>
              <a:cxnSpLocks/>
              <a:stCxn id="65" idx="2"/>
              <a:endCxn id="68" idx="0"/>
            </p:cNvCxnSpPr>
            <p:nvPr/>
          </p:nvCxnSpPr>
          <p:spPr>
            <a:xfrm>
              <a:off x="4686894"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312389F5-1C4E-430D-B2A9-B28E01258D3E}"/>
                </a:ext>
              </a:extLst>
            </p:cNvPr>
            <p:cNvCxnSpPr>
              <a:cxnSpLocks/>
            </p:cNvCxnSpPr>
            <p:nvPr/>
          </p:nvCxnSpPr>
          <p:spPr>
            <a:xfrm>
              <a:off x="4799379"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2C012619-946A-4E06-B449-A2C8D2D4E1B5}"/>
                </a:ext>
              </a:extLst>
            </p:cNvPr>
            <p:cNvCxnSpPr>
              <a:cxnSpLocks/>
            </p:cNvCxnSpPr>
            <p:nvPr/>
          </p:nvCxnSpPr>
          <p:spPr>
            <a:xfrm flipH="1">
              <a:off x="4709015" y="2592285"/>
              <a:ext cx="75588" cy="8479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grpSp>
          <p:nvGrpSpPr>
            <p:cNvPr id="73" name="Group 4">
              <a:extLst>
                <a:ext uri="{FF2B5EF4-FFF2-40B4-BE49-F238E27FC236}">
                  <a16:creationId xmlns:a16="http://schemas.microsoft.com/office/drawing/2014/main" id="{395A33EB-9808-443D-9F91-1A249A808D4D}"/>
                </a:ext>
              </a:extLst>
            </p:cNvPr>
            <p:cNvGrpSpPr>
              <a:grpSpLocks noChangeAspect="1"/>
            </p:cNvGrpSpPr>
            <p:nvPr/>
          </p:nvGrpSpPr>
          <p:grpSpPr bwMode="auto">
            <a:xfrm>
              <a:off x="4987026" y="2624845"/>
              <a:ext cx="185277" cy="280416"/>
              <a:chOff x="1057" y="999"/>
              <a:chExt cx="225" cy="312"/>
            </a:xfrm>
            <a:solidFill>
              <a:srgbClr val="0078D4"/>
            </a:solidFill>
          </p:grpSpPr>
          <p:sp>
            <p:nvSpPr>
              <p:cNvPr id="91" name="Oval 5">
                <a:extLst>
                  <a:ext uri="{FF2B5EF4-FFF2-40B4-BE49-F238E27FC236}">
                    <a16:creationId xmlns:a16="http://schemas.microsoft.com/office/drawing/2014/main" id="{615B87A2-F85D-4301-A5E2-4F0838D026BE}"/>
                  </a:ext>
                </a:extLst>
              </p:cNvPr>
              <p:cNvSpPr>
                <a:spLocks noChangeArrowheads="1"/>
              </p:cNvSpPr>
              <p:nvPr/>
            </p:nvSpPr>
            <p:spPr bwMode="auto">
              <a:xfrm>
                <a:off x="1057" y="999"/>
                <a:ext cx="225" cy="224"/>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2" name="Freeform 6">
                <a:extLst>
                  <a:ext uri="{FF2B5EF4-FFF2-40B4-BE49-F238E27FC236}">
                    <a16:creationId xmlns:a16="http://schemas.microsoft.com/office/drawing/2014/main" id="{7EB3038B-1E67-40EC-829F-B5DF5E9776E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3" name="Freeform 7">
                <a:extLst>
                  <a:ext uri="{FF2B5EF4-FFF2-40B4-BE49-F238E27FC236}">
                    <a16:creationId xmlns:a16="http://schemas.microsoft.com/office/drawing/2014/main" id="{BA099CE9-A374-4911-8936-49A8EBAF8D61}"/>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4" name="Freeform 8">
                <a:extLst>
                  <a:ext uri="{FF2B5EF4-FFF2-40B4-BE49-F238E27FC236}">
                    <a16:creationId xmlns:a16="http://schemas.microsoft.com/office/drawing/2014/main" id="{70A51006-036C-4A3F-9C95-359EDF0842C3}"/>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74" name="Group 96">
              <a:extLst>
                <a:ext uri="{FF2B5EF4-FFF2-40B4-BE49-F238E27FC236}">
                  <a16:creationId xmlns:a16="http://schemas.microsoft.com/office/drawing/2014/main" id="{FE094829-C44C-417E-8938-638BF4CA9EE2}"/>
                </a:ext>
              </a:extLst>
            </p:cNvPr>
            <p:cNvGrpSpPr>
              <a:grpSpLocks noChangeAspect="1"/>
            </p:cNvGrpSpPr>
            <p:nvPr/>
          </p:nvGrpSpPr>
          <p:grpSpPr bwMode="auto">
            <a:xfrm>
              <a:off x="4262868" y="2183779"/>
              <a:ext cx="270894" cy="276711"/>
              <a:chOff x="2208" y="2791"/>
              <a:chExt cx="312" cy="292"/>
            </a:xfrm>
          </p:grpSpPr>
          <p:sp>
            <p:nvSpPr>
              <p:cNvPr id="75" name="Rectangle 98">
                <a:extLst>
                  <a:ext uri="{FF2B5EF4-FFF2-40B4-BE49-F238E27FC236}">
                    <a16:creationId xmlns:a16="http://schemas.microsoft.com/office/drawing/2014/main" id="{55B0D739-9E35-49C9-80A1-D25B2653A9EF}"/>
                  </a:ext>
                </a:extLst>
              </p:cNvPr>
              <p:cNvSpPr>
                <a:spLocks noChangeArrowheads="1"/>
              </p:cNvSpPr>
              <p:nvPr/>
            </p:nvSpPr>
            <p:spPr bwMode="auto">
              <a:xfrm>
                <a:off x="2208" y="2791"/>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6" name="Rectangle 99">
                <a:extLst>
                  <a:ext uri="{FF2B5EF4-FFF2-40B4-BE49-F238E27FC236}">
                    <a16:creationId xmlns:a16="http://schemas.microsoft.com/office/drawing/2014/main" id="{4E4CD28B-0E06-4298-97D4-C06DBEBD455D}"/>
                  </a:ext>
                </a:extLst>
              </p:cNvPr>
              <p:cNvSpPr>
                <a:spLocks noChangeArrowheads="1"/>
              </p:cNvSpPr>
              <p:nvPr/>
            </p:nvSpPr>
            <p:spPr bwMode="auto">
              <a:xfrm>
                <a:off x="2208" y="2869"/>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7" name="Rectangle 100">
                <a:extLst>
                  <a:ext uri="{FF2B5EF4-FFF2-40B4-BE49-F238E27FC236}">
                    <a16:creationId xmlns:a16="http://schemas.microsoft.com/office/drawing/2014/main" id="{C13A6990-43F7-4A53-89C8-130B95FA52D9}"/>
                  </a:ext>
                </a:extLst>
              </p:cNvPr>
              <p:cNvSpPr>
                <a:spLocks noChangeArrowheads="1"/>
              </p:cNvSpPr>
              <p:nvPr/>
            </p:nvSpPr>
            <p:spPr bwMode="auto">
              <a:xfrm>
                <a:off x="2208" y="2947"/>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Rectangle 101">
                <a:extLst>
                  <a:ext uri="{FF2B5EF4-FFF2-40B4-BE49-F238E27FC236}">
                    <a16:creationId xmlns:a16="http://schemas.microsoft.com/office/drawing/2014/main" id="{2E4600EE-2E9E-4695-A5FB-35994ACB1816}"/>
                  </a:ext>
                </a:extLst>
              </p:cNvPr>
              <p:cNvSpPr>
                <a:spLocks noChangeArrowheads="1"/>
              </p:cNvSpPr>
              <p:nvPr/>
            </p:nvSpPr>
            <p:spPr bwMode="auto">
              <a:xfrm>
                <a:off x="2208" y="3025"/>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Oval 102">
                <a:extLst>
                  <a:ext uri="{FF2B5EF4-FFF2-40B4-BE49-F238E27FC236}">
                    <a16:creationId xmlns:a16="http://schemas.microsoft.com/office/drawing/2014/main" id="{4A9E4340-0555-4B88-AEC9-1E14BC5B1211}"/>
                  </a:ext>
                </a:extLst>
              </p:cNvPr>
              <p:cNvSpPr>
                <a:spLocks noChangeArrowheads="1"/>
              </p:cNvSpPr>
              <p:nvPr/>
            </p:nvSpPr>
            <p:spPr bwMode="auto">
              <a:xfrm>
                <a:off x="2227"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Oval 103">
                <a:extLst>
                  <a:ext uri="{FF2B5EF4-FFF2-40B4-BE49-F238E27FC236}">
                    <a16:creationId xmlns:a16="http://schemas.microsoft.com/office/drawing/2014/main" id="{76A5DFD4-457A-4EAC-A62C-62F1F40CB9A7}"/>
                  </a:ext>
                </a:extLst>
              </p:cNvPr>
              <p:cNvSpPr>
                <a:spLocks noChangeArrowheads="1"/>
              </p:cNvSpPr>
              <p:nvPr/>
            </p:nvSpPr>
            <p:spPr bwMode="auto">
              <a:xfrm>
                <a:off x="2271"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1" name="Oval 104">
                <a:extLst>
                  <a:ext uri="{FF2B5EF4-FFF2-40B4-BE49-F238E27FC236}">
                    <a16:creationId xmlns:a16="http://schemas.microsoft.com/office/drawing/2014/main" id="{53F5A1D5-4F35-455D-B23A-ACB9A23A1A4E}"/>
                  </a:ext>
                </a:extLst>
              </p:cNvPr>
              <p:cNvSpPr>
                <a:spLocks noChangeArrowheads="1"/>
              </p:cNvSpPr>
              <p:nvPr/>
            </p:nvSpPr>
            <p:spPr bwMode="auto">
              <a:xfrm>
                <a:off x="2315" y="304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2" name="Oval 105">
                <a:extLst>
                  <a:ext uri="{FF2B5EF4-FFF2-40B4-BE49-F238E27FC236}">
                    <a16:creationId xmlns:a16="http://schemas.microsoft.com/office/drawing/2014/main" id="{04A95074-6193-41D9-A6E7-4D43A4AEFB71}"/>
                  </a:ext>
                </a:extLst>
              </p:cNvPr>
              <p:cNvSpPr>
                <a:spLocks noChangeArrowheads="1"/>
              </p:cNvSpPr>
              <p:nvPr/>
            </p:nvSpPr>
            <p:spPr bwMode="auto">
              <a:xfrm>
                <a:off x="2227"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3" name="Oval 106">
                <a:extLst>
                  <a:ext uri="{FF2B5EF4-FFF2-40B4-BE49-F238E27FC236}">
                    <a16:creationId xmlns:a16="http://schemas.microsoft.com/office/drawing/2014/main" id="{DF8D2B3E-E600-413A-967E-CB6D7D9DE4EF}"/>
                  </a:ext>
                </a:extLst>
              </p:cNvPr>
              <p:cNvSpPr>
                <a:spLocks noChangeArrowheads="1"/>
              </p:cNvSpPr>
              <p:nvPr/>
            </p:nvSpPr>
            <p:spPr bwMode="auto">
              <a:xfrm>
                <a:off x="2271"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4" name="Oval 107">
                <a:extLst>
                  <a:ext uri="{FF2B5EF4-FFF2-40B4-BE49-F238E27FC236}">
                    <a16:creationId xmlns:a16="http://schemas.microsoft.com/office/drawing/2014/main" id="{3EB033C7-8D9E-462F-887D-2561B93C91F2}"/>
                  </a:ext>
                </a:extLst>
              </p:cNvPr>
              <p:cNvSpPr>
                <a:spLocks noChangeArrowheads="1"/>
              </p:cNvSpPr>
              <p:nvPr/>
            </p:nvSpPr>
            <p:spPr bwMode="auto">
              <a:xfrm>
                <a:off x="2315" y="2961"/>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5" name="Oval 108">
                <a:extLst>
                  <a:ext uri="{FF2B5EF4-FFF2-40B4-BE49-F238E27FC236}">
                    <a16:creationId xmlns:a16="http://schemas.microsoft.com/office/drawing/2014/main" id="{A703B681-65F4-4FFB-98C0-274C808438D1}"/>
                  </a:ext>
                </a:extLst>
              </p:cNvPr>
              <p:cNvSpPr>
                <a:spLocks noChangeArrowheads="1"/>
              </p:cNvSpPr>
              <p:nvPr/>
            </p:nvSpPr>
            <p:spPr bwMode="auto">
              <a:xfrm>
                <a:off x="2227"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6" name="Oval 109">
                <a:extLst>
                  <a:ext uri="{FF2B5EF4-FFF2-40B4-BE49-F238E27FC236}">
                    <a16:creationId xmlns:a16="http://schemas.microsoft.com/office/drawing/2014/main" id="{2D4178C4-55E9-41A0-91B9-6658C5D00E60}"/>
                  </a:ext>
                </a:extLst>
              </p:cNvPr>
              <p:cNvSpPr>
                <a:spLocks noChangeArrowheads="1"/>
              </p:cNvSpPr>
              <p:nvPr/>
            </p:nvSpPr>
            <p:spPr bwMode="auto">
              <a:xfrm>
                <a:off x="2271"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7" name="Oval 110">
                <a:extLst>
                  <a:ext uri="{FF2B5EF4-FFF2-40B4-BE49-F238E27FC236}">
                    <a16:creationId xmlns:a16="http://schemas.microsoft.com/office/drawing/2014/main" id="{75332090-6C13-4D7F-B6E5-5002AF41BE04}"/>
                  </a:ext>
                </a:extLst>
              </p:cNvPr>
              <p:cNvSpPr>
                <a:spLocks noChangeArrowheads="1"/>
              </p:cNvSpPr>
              <p:nvPr/>
            </p:nvSpPr>
            <p:spPr bwMode="auto">
              <a:xfrm>
                <a:off x="2315" y="2883"/>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8" name="Oval 111">
                <a:extLst>
                  <a:ext uri="{FF2B5EF4-FFF2-40B4-BE49-F238E27FC236}">
                    <a16:creationId xmlns:a16="http://schemas.microsoft.com/office/drawing/2014/main" id="{B31DA10D-05D0-4340-838A-69F4CE631E5C}"/>
                  </a:ext>
                </a:extLst>
              </p:cNvPr>
              <p:cNvSpPr>
                <a:spLocks noChangeArrowheads="1"/>
              </p:cNvSpPr>
              <p:nvPr/>
            </p:nvSpPr>
            <p:spPr bwMode="auto">
              <a:xfrm>
                <a:off x="2227"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9" name="Oval 112">
                <a:extLst>
                  <a:ext uri="{FF2B5EF4-FFF2-40B4-BE49-F238E27FC236}">
                    <a16:creationId xmlns:a16="http://schemas.microsoft.com/office/drawing/2014/main" id="{178E97C9-25A9-4FE0-9943-2D208A521506}"/>
                  </a:ext>
                </a:extLst>
              </p:cNvPr>
              <p:cNvSpPr>
                <a:spLocks noChangeArrowheads="1"/>
              </p:cNvSpPr>
              <p:nvPr/>
            </p:nvSpPr>
            <p:spPr bwMode="auto">
              <a:xfrm>
                <a:off x="2271"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0" name="Oval 113">
                <a:extLst>
                  <a:ext uri="{FF2B5EF4-FFF2-40B4-BE49-F238E27FC236}">
                    <a16:creationId xmlns:a16="http://schemas.microsoft.com/office/drawing/2014/main" id="{FF0262A4-2EBD-4001-B4AF-073542013F7F}"/>
                  </a:ext>
                </a:extLst>
              </p:cNvPr>
              <p:cNvSpPr>
                <a:spLocks noChangeArrowheads="1"/>
              </p:cNvSpPr>
              <p:nvPr/>
            </p:nvSpPr>
            <p:spPr bwMode="auto">
              <a:xfrm>
                <a:off x="2315" y="2805"/>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pic>
        <p:nvPicPr>
          <p:cNvPr id="97" name="Picture 96">
            <a:extLst>
              <a:ext uri="{FF2B5EF4-FFF2-40B4-BE49-F238E27FC236}">
                <a16:creationId xmlns:a16="http://schemas.microsoft.com/office/drawing/2014/main" id="{149533A0-F5EF-4802-AFBD-E1CD5956CF08}"/>
              </a:ext>
            </a:extLst>
          </p:cNvPr>
          <p:cNvPicPr>
            <a:picLocks noChangeAspect="1"/>
          </p:cNvPicPr>
          <p:nvPr userDrawn="1"/>
        </p:nvPicPr>
        <p:blipFill>
          <a:blip r:embed="rId2"/>
          <a:stretch>
            <a:fillRect/>
          </a:stretch>
        </p:blipFill>
        <p:spPr>
          <a:xfrm>
            <a:off x="1530608" y="2932172"/>
            <a:ext cx="750971" cy="750971"/>
          </a:xfrm>
          <a:prstGeom prst="rect">
            <a:avLst/>
          </a:prstGeom>
        </p:spPr>
      </p:pic>
    </p:spTree>
    <p:extLst>
      <p:ext uri="{BB962C8B-B14F-4D97-AF65-F5344CB8AC3E}">
        <p14:creationId xmlns:p14="http://schemas.microsoft.com/office/powerpoint/2010/main" val="2099226768"/>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3" y="2484468"/>
            <a:ext cx="4644137" cy="870272"/>
          </a:xfrm>
        </p:spPr>
        <p:txBody>
          <a:bodyPr anchor="b"/>
          <a:lstStyle>
            <a:lvl1pPr algn="l">
              <a:defRPr>
                <a:solidFill>
                  <a:schemeClr val="tx2"/>
                </a:solidFill>
              </a:defRPr>
            </a:lvl1pPr>
          </a:lstStyle>
          <a:p>
            <a:r>
              <a:rPr lang="en-US"/>
              <a:t>Click to edit Master</a:t>
            </a:r>
          </a:p>
        </p:txBody>
      </p:sp>
    </p:spTree>
    <p:extLst>
      <p:ext uri="{BB962C8B-B14F-4D97-AF65-F5344CB8AC3E}">
        <p14:creationId xmlns:p14="http://schemas.microsoft.com/office/powerpoint/2010/main" val="687113481"/>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4200" y="3429000"/>
            <a:ext cx="4043371" cy="1501950"/>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55AC74-6616-2D39-56B3-39F4AF6F6EA7}"/>
              </a:ext>
            </a:extLst>
          </p:cNvPr>
          <p:cNvSpPr>
            <a:spLocks noGrp="1"/>
          </p:cNvSpPr>
          <p:nvPr>
            <p:ph type="body" sz="quarter" idx="12"/>
          </p:nvPr>
        </p:nvSpPr>
        <p:spPr>
          <a:xfrm>
            <a:off x="6096000" y="922565"/>
            <a:ext cx="5507736" cy="1987010"/>
          </a:xfrm>
        </p:spPr>
        <p:txBody>
          <a:bodyPr/>
          <a:lstStyle>
            <a:lvl1pPr>
              <a:defRPr sz="2400">
                <a:solidFill>
                  <a:schemeClr val="accent2"/>
                </a:solidFill>
              </a:defRPr>
            </a:lvl1pPr>
            <a:lvl2pPr>
              <a:defRPr sz="18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9E072F35-F29F-7350-ABFA-8808C32DC9DF}"/>
              </a:ext>
            </a:extLst>
          </p:cNvPr>
          <p:cNvSpPr>
            <a:spLocks noGrp="1"/>
          </p:cNvSpPr>
          <p:nvPr>
            <p:ph type="title"/>
          </p:nvPr>
        </p:nvSpPr>
        <p:spPr>
          <a:xfrm>
            <a:off x="588263" y="2369855"/>
            <a:ext cx="4131221" cy="984885"/>
          </a:xfrm>
        </p:spPr>
        <p:txBody>
          <a:bodyPr anchor="b"/>
          <a:lstStyle>
            <a:lvl1pPr algn="l">
              <a:defRPr/>
            </a:lvl1pPr>
          </a:lstStyle>
          <a:p>
            <a:r>
              <a:rPr lang="en-US"/>
              <a:t>Click to edit Master title style</a:t>
            </a:r>
          </a:p>
        </p:txBody>
      </p:sp>
    </p:spTree>
    <p:extLst>
      <p:ext uri="{BB962C8B-B14F-4D97-AF65-F5344CB8AC3E}">
        <p14:creationId xmlns:p14="http://schemas.microsoft.com/office/powerpoint/2010/main" val="2027231419"/>
      </p:ext>
    </p:extLst>
  </p:cSld>
  <p:clrMapOvr>
    <a:masterClrMapping/>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206307"/>
            <a:ext cx="3477325" cy="1107996"/>
          </a:xfrm>
        </p:spPr>
        <p:txBody>
          <a:bodyPr anchor="b"/>
          <a:lstStyle>
            <a:lvl1pPr algn="l">
              <a:defRPr>
                <a:gradFill>
                  <a:gsLst>
                    <a:gs pos="1250">
                      <a:schemeClr val="tx1"/>
                    </a:gs>
                    <a:gs pos="100000">
                      <a:schemeClr val="tx1"/>
                    </a:gs>
                  </a:gsLst>
                  <a:lin ang="5400000" scaled="0"/>
                </a:gradFill>
              </a:defRPr>
            </a:lvl1pPr>
          </a:lstStyle>
          <a:p>
            <a:r>
              <a:rPr lang="en-US"/>
              <a:t>Click to edit Master title style</a:t>
            </a:r>
          </a:p>
        </p:txBody>
      </p:sp>
      <p:sp>
        <p:nvSpPr>
          <p:cNvPr id="4" name="Text Placeholder 3">
            <a:extLst>
              <a:ext uri="{FF2B5EF4-FFF2-40B4-BE49-F238E27FC236}">
                <a16:creationId xmlns:a16="http://schemas.microsoft.com/office/drawing/2014/main" id="{372E9528-0A41-4157-9220-1A280716491F}"/>
              </a:ext>
            </a:extLst>
          </p:cNvPr>
          <p:cNvSpPr>
            <a:spLocks noGrp="1"/>
          </p:cNvSpPr>
          <p:nvPr>
            <p:ph type="body" sz="quarter" idx="10"/>
          </p:nvPr>
        </p:nvSpPr>
        <p:spPr>
          <a:xfrm>
            <a:off x="588963" y="3429000"/>
            <a:ext cx="3560762" cy="2111347"/>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31896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743200"/>
            <a:ext cx="9144000" cy="615553"/>
          </a:xfrm>
          <a:noFill/>
        </p:spPr>
        <p:txBody>
          <a:bodyPr lIns="0" tIns="0" rIns="0" bIns="0" anchor="b" anchorCtr="0">
            <a:spAutoFit/>
          </a:bodyPr>
          <a:lstStyle>
            <a:lvl1pPr algn="l">
              <a:defRPr sz="4000" spc="-50" baseline="0">
                <a:solidFill>
                  <a:schemeClr val="accent1">
                    <a:lumMod val="60000"/>
                    <a:lumOff val="40000"/>
                  </a:schemeClr>
                </a:solidFill>
                <a:latin typeface="+mj-lt"/>
                <a:cs typeface="Segoe UI" panose="020B0502040204020203" pitchFamily="34" charset="0"/>
              </a:defRPr>
            </a:lvl1pPr>
          </a:lstStyle>
          <a:p>
            <a:r>
              <a:rPr lang="en-US"/>
              <a:t>Event name or presentation title </a:t>
            </a:r>
          </a:p>
        </p:txBody>
      </p:sp>
    </p:spTree>
    <p:extLst>
      <p:ext uri="{BB962C8B-B14F-4D97-AF65-F5344CB8AC3E}">
        <p14:creationId xmlns:p14="http://schemas.microsoft.com/office/powerpoint/2010/main" val="34976679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14E8F19-9339-4638-BAAF-9A70A3B172B3}"/>
              </a:ext>
            </a:extLst>
          </p:cNvPr>
          <p:cNvSpPr>
            <a:spLocks noGrp="1"/>
          </p:cNvSpPr>
          <p:nvPr>
            <p:ph type="pic" sz="quarter" idx="10"/>
          </p:nvPr>
        </p:nvSpPr>
        <p:spPr>
          <a:xfrm>
            <a:off x="638430" y="1806677"/>
            <a:ext cx="2057400" cy="2743200"/>
          </a:xfrm>
        </p:spPr>
        <p:txBody>
          <a:bodyPr/>
          <a:lstStyle/>
          <a:p>
            <a:endParaRPr lang="en-US"/>
          </a:p>
        </p:txBody>
      </p:sp>
      <p:sp>
        <p:nvSpPr>
          <p:cNvPr id="7" name="Picture Placeholder 5">
            <a:extLst>
              <a:ext uri="{FF2B5EF4-FFF2-40B4-BE49-F238E27FC236}">
                <a16:creationId xmlns:a16="http://schemas.microsoft.com/office/drawing/2014/main" id="{EFFC3D7B-6924-4F36-BDD0-59B81F0AB1E7}"/>
              </a:ext>
            </a:extLst>
          </p:cNvPr>
          <p:cNvSpPr>
            <a:spLocks noGrp="1"/>
          </p:cNvSpPr>
          <p:nvPr>
            <p:ph type="pic" sz="quarter" idx="11"/>
          </p:nvPr>
        </p:nvSpPr>
        <p:spPr>
          <a:xfrm>
            <a:off x="2886847" y="1806677"/>
            <a:ext cx="2057400" cy="2743200"/>
          </a:xfrm>
        </p:spPr>
        <p:txBody>
          <a:bodyPr/>
          <a:lstStyle/>
          <a:p>
            <a:endParaRPr lang="en-US"/>
          </a:p>
        </p:txBody>
      </p:sp>
      <p:sp>
        <p:nvSpPr>
          <p:cNvPr id="8" name="Picture Placeholder 5">
            <a:extLst>
              <a:ext uri="{FF2B5EF4-FFF2-40B4-BE49-F238E27FC236}">
                <a16:creationId xmlns:a16="http://schemas.microsoft.com/office/drawing/2014/main" id="{4F601CA1-79B8-45A1-88C9-AF36245C2321}"/>
              </a:ext>
            </a:extLst>
          </p:cNvPr>
          <p:cNvSpPr>
            <a:spLocks noGrp="1"/>
          </p:cNvSpPr>
          <p:nvPr>
            <p:ph type="pic" sz="quarter" idx="12"/>
          </p:nvPr>
        </p:nvSpPr>
        <p:spPr>
          <a:xfrm>
            <a:off x="5135264" y="1806677"/>
            <a:ext cx="2057400" cy="2743200"/>
          </a:xfrm>
        </p:spPr>
        <p:txBody>
          <a:bodyPr/>
          <a:lstStyle/>
          <a:p>
            <a:endParaRPr lang="en-US"/>
          </a:p>
        </p:txBody>
      </p:sp>
      <p:sp>
        <p:nvSpPr>
          <p:cNvPr id="9" name="Picture Placeholder 5">
            <a:extLst>
              <a:ext uri="{FF2B5EF4-FFF2-40B4-BE49-F238E27FC236}">
                <a16:creationId xmlns:a16="http://schemas.microsoft.com/office/drawing/2014/main" id="{EEB90C29-F682-42AE-9366-606669C57E71}"/>
              </a:ext>
            </a:extLst>
          </p:cNvPr>
          <p:cNvSpPr>
            <a:spLocks noGrp="1"/>
          </p:cNvSpPr>
          <p:nvPr>
            <p:ph type="pic" sz="quarter" idx="13"/>
          </p:nvPr>
        </p:nvSpPr>
        <p:spPr>
          <a:xfrm>
            <a:off x="7383681" y="1806677"/>
            <a:ext cx="2057400" cy="2743200"/>
          </a:xfrm>
        </p:spPr>
        <p:txBody>
          <a:bodyPr/>
          <a:lstStyle/>
          <a:p>
            <a:endParaRPr lang="en-US"/>
          </a:p>
        </p:txBody>
      </p:sp>
      <p:sp>
        <p:nvSpPr>
          <p:cNvPr id="10" name="Picture Placeholder 5">
            <a:extLst>
              <a:ext uri="{FF2B5EF4-FFF2-40B4-BE49-F238E27FC236}">
                <a16:creationId xmlns:a16="http://schemas.microsoft.com/office/drawing/2014/main" id="{B523E616-948E-49F2-8445-70B3501CF798}"/>
              </a:ext>
            </a:extLst>
          </p:cNvPr>
          <p:cNvSpPr>
            <a:spLocks noGrp="1"/>
          </p:cNvSpPr>
          <p:nvPr>
            <p:ph type="pic" sz="quarter" idx="14"/>
          </p:nvPr>
        </p:nvSpPr>
        <p:spPr>
          <a:xfrm>
            <a:off x="9632099" y="1806677"/>
            <a:ext cx="2057400" cy="2743200"/>
          </a:xfrm>
        </p:spPr>
        <p:txBody>
          <a:bodyPr/>
          <a:lstStyle/>
          <a:p>
            <a:endParaRPr lang="en-US"/>
          </a:p>
        </p:txBody>
      </p:sp>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7025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5359982-D87D-4510-8C17-75850A9F0EFE}"/>
              </a:ext>
            </a:extLst>
          </p:cNvPr>
          <p:cNvSpPr>
            <a:spLocks noGrp="1"/>
          </p:cNvSpPr>
          <p:nvPr>
            <p:ph type="body" sz="quarter" idx="12"/>
          </p:nvPr>
        </p:nvSpPr>
        <p:spPr>
          <a:xfrm>
            <a:off x="588263" y="1436688"/>
            <a:ext cx="5363275" cy="369332"/>
          </a:xfrm>
        </p:spPr>
        <p:txBody>
          <a:bodyPr/>
          <a:lstStyle>
            <a:lvl1pPr>
              <a:defRPr sz="2400">
                <a:solidFill>
                  <a:schemeClr val="accent2"/>
                </a:solidFill>
              </a:defRPr>
            </a:lvl1pPr>
            <a:lvl2pPr>
              <a:defRPr sz="1800"/>
            </a:lvl2pPr>
            <a:lvl3pPr>
              <a:defRPr sz="1400"/>
            </a:lvl3pPr>
            <a:lvl4pPr>
              <a:defRPr sz="1200"/>
            </a:lvl4pPr>
            <a:lvl5pPr>
              <a:defRPr sz="1200"/>
            </a:lvl5pPr>
          </a:lstStyle>
          <a:p>
            <a:pPr lvl="0"/>
            <a:r>
              <a:rPr lang="en-US"/>
              <a:t>Click to edit Master text styles</a:t>
            </a:r>
          </a:p>
        </p:txBody>
      </p:sp>
      <p:sp>
        <p:nvSpPr>
          <p:cNvPr id="2" name="Title 1">
            <a:extLst>
              <a:ext uri="{FF2B5EF4-FFF2-40B4-BE49-F238E27FC236}">
                <a16:creationId xmlns:a16="http://schemas.microsoft.com/office/drawing/2014/main" id="{BE91932C-BE0C-0B1B-3C97-FC6937B6561E}"/>
              </a:ext>
            </a:extLst>
          </p:cNvPr>
          <p:cNvSpPr>
            <a:spLocks noGrp="1"/>
          </p:cNvSpPr>
          <p:nvPr>
            <p:ph type="title"/>
          </p:nvPr>
        </p:nvSpPr>
        <p:spPr>
          <a:xfrm>
            <a:off x="588263" y="457200"/>
            <a:ext cx="5753859" cy="492443"/>
          </a:xfrm>
        </p:spPr>
        <p:txBody>
          <a:bodyPr/>
          <a:lstStyle>
            <a:lvl1pPr algn="l">
              <a:defRPr/>
            </a:lvl1pPr>
          </a:lstStyle>
          <a:p>
            <a:r>
              <a:rPr lang="en-US"/>
              <a:t>Click to edit Master title style</a:t>
            </a:r>
          </a:p>
        </p:txBody>
      </p:sp>
      <p:sp>
        <p:nvSpPr>
          <p:cNvPr id="6" name="Text Placeholder 6">
            <a:extLst>
              <a:ext uri="{FF2B5EF4-FFF2-40B4-BE49-F238E27FC236}">
                <a16:creationId xmlns:a16="http://schemas.microsoft.com/office/drawing/2014/main" id="{E3B2EF26-51ED-E87E-B8E2-5C7FF41C8E2C}"/>
              </a:ext>
            </a:extLst>
          </p:cNvPr>
          <p:cNvSpPr>
            <a:spLocks noGrp="1"/>
          </p:cNvSpPr>
          <p:nvPr>
            <p:ph type="body" sz="quarter" idx="13"/>
          </p:nvPr>
        </p:nvSpPr>
        <p:spPr>
          <a:xfrm>
            <a:off x="588263" y="2017713"/>
            <a:ext cx="5363275" cy="1674305"/>
          </a:xfrm>
        </p:spPr>
        <p:txBody>
          <a:bodyPr/>
          <a:lstStyle>
            <a:lvl1pPr>
              <a:defRPr sz="2000">
                <a:solidFill>
                  <a:schemeClr val="tx1"/>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20270AFD-2991-7D6B-9A65-B9B1D944A173}"/>
              </a:ext>
            </a:extLst>
          </p:cNvPr>
          <p:cNvSpPr>
            <a:spLocks noGrp="1"/>
          </p:cNvSpPr>
          <p:nvPr>
            <p:ph type="body" sz="quarter" idx="14"/>
          </p:nvPr>
        </p:nvSpPr>
        <p:spPr>
          <a:xfrm>
            <a:off x="6240462" y="2017713"/>
            <a:ext cx="5363275" cy="1674305"/>
          </a:xfrm>
        </p:spPr>
        <p:txBody>
          <a:bodyPr/>
          <a:lstStyle>
            <a:lvl1pPr>
              <a:defRPr sz="2000">
                <a:solidFill>
                  <a:schemeClr val="tx1"/>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74051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MS logo white - EMF" descr="Microsoft logo white text version">
            <a:extLst>
              <a:ext uri="{FF2B5EF4-FFF2-40B4-BE49-F238E27FC236}">
                <a16:creationId xmlns:a16="http://schemas.microsoft.com/office/drawing/2014/main" id="{0BBE5C7F-432C-E0D8-5884-1193BCAC9B1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57949468"/>
      </p:ext>
    </p:extLst>
  </p:cSld>
  <p:clrMapOvr>
    <a:masterClrMapping/>
  </p:clrMapOvr>
  <p:transition>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996592"/>
      </p:ext>
    </p:extLst>
  </p:cSld>
  <p:clrMapOvr>
    <a:masterClrMapping/>
  </p:clrMapOvr>
  <p:transition>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6_Three column photo">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184DE-3669-45F4-ADE1-876E1808E989}"/>
              </a:ext>
            </a:extLst>
          </p:cNvPr>
          <p:cNvSpPr>
            <a:spLocks noGrp="1"/>
          </p:cNvSpPr>
          <p:nvPr>
            <p:ph type="title"/>
          </p:nvPr>
        </p:nvSpPr>
        <p:spPr/>
        <p:txBody>
          <a:bodyPr/>
          <a:lstStyle>
            <a:lvl1pPr algn="ctr">
              <a:defRPr/>
            </a:lvl1pPr>
          </a:lstStyle>
          <a:p>
            <a:r>
              <a:rPr lang="en-US"/>
              <a:t>Click to edit Master title style</a:t>
            </a:r>
          </a:p>
        </p:txBody>
      </p:sp>
      <p:pic>
        <p:nvPicPr>
          <p:cNvPr id="2" name="MS logo white - EMF" descr="Microsoft logo white text version">
            <a:extLst>
              <a:ext uri="{FF2B5EF4-FFF2-40B4-BE49-F238E27FC236}">
                <a16:creationId xmlns:a16="http://schemas.microsoft.com/office/drawing/2014/main" id="{B9E75CCB-6AD4-83FA-3C44-2A7A6DC75FC9}"/>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52914449"/>
      </p:ext>
    </p:extLst>
  </p:cSld>
  <p:clrMapOvr>
    <a:masterClrMapping/>
  </p:clrMapOvr>
  <p:transition>
    <p:fade/>
  </p:transition>
  <p:extLst>
    <p:ext uri="{DCECCB84-F9BA-43D5-87BE-67443E8EF086}">
      <p15:sldGuideLst xmlns:p15="http://schemas.microsoft.com/office/powerpoint/2012/main">
        <p15:guide id="1" orient="horz" pos="2352">
          <p15:clr>
            <a:srgbClr val="FBAE40"/>
          </p15:clr>
        </p15:guide>
        <p15:guide id="2" orient="horz" pos="189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2165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32737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353150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CBDFE-DBA2-D5FE-AD91-F3A467ED5D1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84201" y="3646980"/>
            <a:ext cx="10480421" cy="1477328"/>
          </a:xfrm>
          <a:prstGeom prst="rect">
            <a:avLst/>
          </a:prstGeom>
        </p:spPr>
        <p:txBody>
          <a:bodyPr anchor="b">
            <a:noAutofit/>
          </a:bodyPr>
          <a:lstStyle>
            <a:lvl1pPr marL="0" indent="0">
              <a:buNone/>
              <a:defRPr sz="4800" b="1" i="0">
                <a:solidFill>
                  <a:schemeClr val="bg1"/>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Section Divider Title</a:t>
            </a:r>
          </a:p>
        </p:txBody>
      </p:sp>
      <p:sp>
        <p:nvSpPr>
          <p:cNvPr id="3" name="Footer Placeholder 1">
            <a:extLst>
              <a:ext uri="{FF2B5EF4-FFF2-40B4-BE49-F238E27FC236}">
                <a16:creationId xmlns:a16="http://schemas.microsoft.com/office/drawing/2014/main" id="{9941B265-3099-9A0A-FEFD-C067D0F991E3}"/>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dirty="0"/>
              <a:t>Microsoft Confidential</a:t>
            </a:r>
          </a:p>
        </p:txBody>
      </p:sp>
      <p:sp>
        <p:nvSpPr>
          <p:cNvPr id="5" name="Text Placeholder 4">
            <a:extLst>
              <a:ext uri="{FF2B5EF4-FFF2-40B4-BE49-F238E27FC236}">
                <a16:creationId xmlns:a16="http://schemas.microsoft.com/office/drawing/2014/main" id="{EF222949-29F5-AEDA-6D1E-81D071E885F9}"/>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bg1"/>
                </a:solidFill>
                <a:latin typeface="Segoe UI Variable Display" pitchFamily="2" charset="0"/>
              </a:defRPr>
            </a:lvl1pPr>
          </a:lstStyle>
          <a:p>
            <a:pPr lvl="0"/>
            <a:r>
              <a:rPr lang="en-US"/>
              <a:t>Subtitle</a:t>
            </a:r>
          </a:p>
        </p:txBody>
      </p:sp>
      <p:pic>
        <p:nvPicPr>
          <p:cNvPr id="2" name="MS logo white - EMF" descr="Microsoft logo white text version">
            <a:extLst>
              <a:ext uri="{FF2B5EF4-FFF2-40B4-BE49-F238E27FC236}">
                <a16:creationId xmlns:a16="http://schemas.microsoft.com/office/drawing/2014/main" id="{8731A401-C3D3-E4B9-7D7A-BB96D8702406}"/>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22950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AFE7F-0399-D089-1241-018D12F0EC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F999FF-DEE2-63FD-E711-B7F270DB5E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53F766-4B0A-D54F-8E71-882EF1A7FC08}"/>
              </a:ext>
            </a:extLst>
          </p:cNvPr>
          <p:cNvSpPr>
            <a:spLocks noGrp="1"/>
          </p:cNvSpPr>
          <p:nvPr>
            <p:ph type="dt" sz="half" idx="10"/>
          </p:nvPr>
        </p:nvSpPr>
        <p:spPr/>
        <p:txBody>
          <a:bodyPr/>
          <a:lstStyle/>
          <a:p>
            <a:fld id="{A435187F-8598-4DBE-A9FD-CE0BB684214E}" type="datetimeFigureOut">
              <a:rPr lang="en-GB" smtClean="0"/>
              <a:t>29/07/2026</a:t>
            </a:fld>
            <a:endParaRPr lang="en-GB"/>
          </a:p>
        </p:txBody>
      </p:sp>
      <p:sp>
        <p:nvSpPr>
          <p:cNvPr id="5" name="Footer Placeholder 4">
            <a:extLst>
              <a:ext uri="{FF2B5EF4-FFF2-40B4-BE49-F238E27FC236}">
                <a16:creationId xmlns:a16="http://schemas.microsoft.com/office/drawing/2014/main" id="{FFA684B8-3B2C-6921-CCCC-C02DBF93F5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7E9E3D-991B-CE86-6857-C605F8D133A2}"/>
              </a:ext>
            </a:extLst>
          </p:cNvPr>
          <p:cNvSpPr>
            <a:spLocks noGrp="1"/>
          </p:cNvSpPr>
          <p:nvPr>
            <p:ph type="sldNum" sz="quarter" idx="12"/>
          </p:nvPr>
        </p:nvSpPr>
        <p:spPr/>
        <p:txBody>
          <a:bodyPr/>
          <a:lstStyle/>
          <a:p>
            <a:fld id="{03115682-8B3D-4D1D-BB17-A43D3E0D7699}" type="slidenum">
              <a:rPr lang="en-GB" smtClean="0"/>
              <a:t>‹#›</a:t>
            </a:fld>
            <a:endParaRPr lang="en-GB"/>
          </a:p>
        </p:txBody>
      </p:sp>
    </p:spTree>
    <p:extLst>
      <p:ext uri="{BB962C8B-B14F-4D97-AF65-F5344CB8AC3E}">
        <p14:creationId xmlns:p14="http://schemas.microsoft.com/office/powerpoint/2010/main" val="2918497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22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149"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165"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2773"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1133149" y="3685098"/>
            <a:ext cx="2926080" cy="2117503"/>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4608165" y="3685098"/>
            <a:ext cx="292608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8132773" y="3685098"/>
            <a:ext cx="292608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1AAE0BAC-B8C3-3884-BC3D-55E0EFAA76E4}"/>
              </a:ext>
            </a:extLst>
          </p:cNvPr>
          <p:cNvSpPr>
            <a:spLocks noGrp="1"/>
          </p:cNvSpPr>
          <p:nvPr>
            <p:ph type="body" sz="quarter" idx="10"/>
          </p:nvPr>
        </p:nvSpPr>
        <p:spPr>
          <a:xfrm>
            <a:off x="567953" y="1020932"/>
            <a:ext cx="11056094" cy="369332"/>
          </a:xfrm>
        </p:spPr>
        <p:txBody>
          <a:bodyPr/>
          <a:lstStyle>
            <a:lvl1pPr algn="ctr">
              <a:defRPr sz="2400">
                <a:solidFill>
                  <a:schemeClr val="accent1"/>
                </a:solidFill>
                <a:latin typeface="+mn-lt"/>
              </a:defRPr>
            </a:lvl1pPr>
            <a:lvl2pPr algn="ctr">
              <a:defRPr/>
            </a:lvl2pPr>
            <a:lvl3pPr algn="ctr">
              <a:defRPr/>
            </a:lvl3pPr>
            <a:lvl4pPr algn="ctr">
              <a:defRPr/>
            </a:lvl4pPr>
            <a:lvl5pPr algn="ctr">
              <a:defRPr/>
            </a:lvl5pPr>
          </a:lstStyle>
          <a:p>
            <a:pPr lvl="0"/>
            <a:r>
              <a:rPr lang="en-US"/>
              <a:t>Click to edit Master text styles</a:t>
            </a:r>
          </a:p>
        </p:txBody>
      </p:sp>
    </p:spTree>
    <p:extLst>
      <p:ext uri="{BB962C8B-B14F-4D97-AF65-F5344CB8AC3E}">
        <p14:creationId xmlns:p14="http://schemas.microsoft.com/office/powerpoint/2010/main" val="26727493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4244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25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149"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165"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2773"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1133149" y="3685097"/>
            <a:ext cx="2926080" cy="1131269"/>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4608165" y="3685097"/>
            <a:ext cx="2926080" cy="1131269"/>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endParaRPr lang="en-US"/>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8132773" y="3685097"/>
            <a:ext cx="2926080" cy="1131269"/>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p:txBody>
      </p:sp>
      <p:sp>
        <p:nvSpPr>
          <p:cNvPr id="4" name="Content Placeholder 3"/>
          <p:cNvSpPr>
            <a:spLocks noGrp="1"/>
          </p:cNvSpPr>
          <p:nvPr>
            <p:ph sz="quarter" idx="20"/>
          </p:nvPr>
        </p:nvSpPr>
        <p:spPr>
          <a:xfrm>
            <a:off x="2008982" y="4878052"/>
            <a:ext cx="7231062" cy="1612768"/>
          </a:xfrm>
        </p:spPr>
        <p:txBody>
          <a:bodyPr/>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122167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userDrawn="1">
  <p:cSld name="Blank_with Hea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19345226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7514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5"/>
            <a:ext cx="11001774"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849737"/>
          </a:xfrm>
        </p:spPr>
        <p:txBody>
          <a:bodyPr/>
          <a:lstStyle>
            <a:lvl1pPr>
              <a:spcBef>
                <a:spcPts val="18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39955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7110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slideLayout" Target="../slideLayouts/slideLayout62.xml"/><Relationship Id="rId33" Type="http://schemas.openxmlformats.org/officeDocument/2006/relationships/slideLayout" Target="../slideLayouts/slideLayout63.xml"/><Relationship Id="rId34" Type="http://schemas.openxmlformats.org/officeDocument/2006/relationships/slideLayout" Target="../slideLayouts/slideLayout64.xml"/><Relationship Id="rId35" Type="http://schemas.openxmlformats.org/officeDocument/2006/relationships/slideLayout" Target="../slideLayouts/slideLayout65.xml"/><Relationship Id="rId36" Type="http://schemas.openxmlformats.org/officeDocument/2006/relationships/slideLayout" Target="../slideLayouts/slideLayout66.xml"/><Relationship Id="rId37" Type="http://schemas.openxmlformats.org/officeDocument/2006/relationships/slideLayout" Target="../slideLayouts/slideLayout67.xml"/><Relationship Id="rId38" Type="http://schemas.openxmlformats.org/officeDocument/2006/relationships/slideLayout" Target="../slideLayouts/slideLayout68.xml"/><Relationship Id="rId39" Type="http://schemas.openxmlformats.org/officeDocument/2006/relationships/slideLayout" Target="../slideLayouts/slideLayout69.xml"/><Relationship Id="rId40" Type="http://schemas.openxmlformats.org/officeDocument/2006/relationships/slideLayout" Target="../slideLayouts/slideLayout70.xml"/><Relationship Id="rId41" Type="http://schemas.openxmlformats.org/officeDocument/2006/relationships/slideLayout" Target="../slideLayouts/slideLayout71.xml"/><Relationship Id="rId42" Type="http://schemas.openxmlformats.org/officeDocument/2006/relationships/slideLayout" Target="../slideLayouts/slideLayout72.xml"/><Relationship Id="rId43" Type="http://schemas.openxmlformats.org/officeDocument/2006/relationships/slideLayout" Target="../slideLayouts/slideLayout73.xml"/><Relationship Id="rId44" Type="http://schemas.openxmlformats.org/officeDocument/2006/relationships/slideLayout" Target="../slideLayouts/slideLayout74.xml"/><Relationship Id="rId45" Type="http://schemas.openxmlformats.org/officeDocument/2006/relationships/slideLayout" Target="../slideLayouts/slideLayout75.xml"/><Relationship Id="rId46" Type="http://schemas.openxmlformats.org/officeDocument/2006/relationships/slideLayout" Target="../slideLayouts/slideLayout76.xml"/><Relationship Id="rId47" Type="http://schemas.openxmlformats.org/officeDocument/2006/relationships/slideLayout" Target="../slideLayouts/slideLayout77.xml"/><Relationship Id="rId48" Type="http://schemas.openxmlformats.org/officeDocument/2006/relationships/slideLayout" Target="../slideLayouts/slideLayout78.xml"/><Relationship Id="rId49" Type="http://schemas.openxmlformats.org/officeDocument/2006/relationships/slideLayout" Target="../slideLayouts/slideLayout79.xml"/><Relationship Id="rId50" Type="http://schemas.openxmlformats.org/officeDocument/2006/relationships/slideLayout" Target="../slideLayouts/slideLayout80.xml"/><Relationship Id="rId51" Type="http://schemas.openxmlformats.org/officeDocument/2006/relationships/slideLayout" Target="../slideLayouts/slideLayout81.xml"/><Relationship Id="rId52" Type="http://schemas.openxmlformats.org/officeDocument/2006/relationships/slideLayout" Target="../slideLayouts/slideLayout82.xml"/><Relationship Id="rId53" Type="http://schemas.openxmlformats.org/officeDocument/2006/relationships/slideLayout" Target="../slideLayouts/slideLayout83.xml"/><Relationship Id="rId54" Type="http://schemas.openxmlformats.org/officeDocument/2006/relationships/theme" Target="../theme/theme2.xml"/><Relationship Id="rId55"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Relationship Id="rId14" Type="http://schemas.openxmlformats.org/officeDocument/2006/relationships/slideLayout" Target="../slideLayouts/slideLayout97.xml"/><Relationship Id="rId15" Type="http://schemas.openxmlformats.org/officeDocument/2006/relationships/slideLayout" Target="../slideLayouts/slideLayout98.xml"/><Relationship Id="rId16" Type="http://schemas.openxmlformats.org/officeDocument/2006/relationships/slideLayout" Target="../slideLayouts/slideLayout99.xml"/><Relationship Id="rId17" Type="http://schemas.openxmlformats.org/officeDocument/2006/relationships/slideLayout" Target="../slideLayouts/slideLayout100.xml"/><Relationship Id="rId18" Type="http://schemas.openxmlformats.org/officeDocument/2006/relationships/slideLayout" Target="../slideLayouts/slideLayout101.xml"/><Relationship Id="rId19" Type="http://schemas.openxmlformats.org/officeDocument/2006/relationships/slideLayout" Target="../slideLayouts/slideLayout102.xml"/><Relationship Id="rId20" Type="http://schemas.openxmlformats.org/officeDocument/2006/relationships/slideLayout" Target="../slideLayouts/slideLayout103.xml"/><Relationship Id="rId21" Type="http://schemas.openxmlformats.org/officeDocument/2006/relationships/slideLayout" Target="../slideLayouts/slideLayout104.xml"/><Relationship Id="rId22" Type="http://schemas.openxmlformats.org/officeDocument/2006/relationships/slideLayout" Target="../slideLayouts/slideLayout105.xml"/><Relationship Id="rId23" Type="http://schemas.openxmlformats.org/officeDocument/2006/relationships/slideLayout" Target="../slideLayouts/slideLayout106.xml"/><Relationship Id="rId24" Type="http://schemas.openxmlformats.org/officeDocument/2006/relationships/slideLayout" Target="../slideLayouts/slideLayout107.xml"/><Relationship Id="rId25" Type="http://schemas.openxmlformats.org/officeDocument/2006/relationships/slideLayout" Target="../slideLayouts/slideLayout108.xml"/><Relationship Id="rId26" Type="http://schemas.openxmlformats.org/officeDocument/2006/relationships/slideLayout" Target="../slideLayouts/slideLayout109.xml"/><Relationship Id="rId27" Type="http://schemas.openxmlformats.org/officeDocument/2006/relationships/slideLayout" Target="../slideLayouts/slideLayout110.xml"/><Relationship Id="rId28" Type="http://schemas.openxmlformats.org/officeDocument/2006/relationships/slideLayout" Target="../slideLayouts/slideLayout111.xml"/><Relationship Id="rId29" Type="http://schemas.openxmlformats.org/officeDocument/2006/relationships/slideLayout" Target="../slideLayouts/slideLayout112.xml"/><Relationship Id="rId30" Type="http://schemas.openxmlformats.org/officeDocument/2006/relationships/slideLayout" Target="../slideLayouts/slideLayout113.xml"/><Relationship Id="rId31" Type="http://schemas.openxmlformats.org/officeDocument/2006/relationships/slideLayout" Target="../slideLayouts/slideLayout114.xml"/><Relationship Id="rId32" Type="http://schemas.openxmlformats.org/officeDocument/2006/relationships/slideLayout" Target="../slideLayouts/slideLayout115.xml"/><Relationship Id="rId33" Type="http://schemas.openxmlformats.org/officeDocument/2006/relationships/slideLayout" Target="../slideLayouts/slideLayout116.xml"/><Relationship Id="rId34" Type="http://schemas.openxmlformats.org/officeDocument/2006/relationships/slideLayout" Target="../slideLayouts/slideLayout117.xml"/><Relationship Id="rId35" Type="http://schemas.openxmlformats.org/officeDocument/2006/relationships/slideLayout" Target="../slideLayouts/slideLayout118.xml"/><Relationship Id="rId36" Type="http://schemas.openxmlformats.org/officeDocument/2006/relationships/slideLayout" Target="../slideLayouts/slideLayout119.xml"/><Relationship Id="rId37" Type="http://schemas.openxmlformats.org/officeDocument/2006/relationships/slideLayout" Target="../slideLayouts/slideLayout120.xml"/><Relationship Id="rId38" Type="http://schemas.openxmlformats.org/officeDocument/2006/relationships/slideLayout" Target="../slideLayouts/slideLayout121.xml"/><Relationship Id="rId39" Type="http://schemas.openxmlformats.org/officeDocument/2006/relationships/slideLayout" Target="../slideLayouts/slideLayout122.xml"/><Relationship Id="rId40" Type="http://schemas.openxmlformats.org/officeDocument/2006/relationships/slideLayout" Target="../slideLayouts/slideLayout123.xml"/><Relationship Id="rId41" Type="http://schemas.openxmlformats.org/officeDocument/2006/relationships/slideLayout" Target="../slideLayouts/slideLayout124.xml"/><Relationship Id="rId42" Type="http://schemas.openxmlformats.org/officeDocument/2006/relationships/slideLayout" Target="../slideLayouts/slideLayout125.xml"/><Relationship Id="rId43" Type="http://schemas.openxmlformats.org/officeDocument/2006/relationships/slideLayout" Target="../slideLayouts/slideLayout126.xml"/><Relationship Id="rId44" Type="http://schemas.openxmlformats.org/officeDocument/2006/relationships/slideLayout" Target="../slideLayouts/slideLayout127.xml"/><Relationship Id="rId45" Type="http://schemas.openxmlformats.org/officeDocument/2006/relationships/slideLayout" Target="../slideLayouts/slideLayout128.xml"/><Relationship Id="rId46" Type="http://schemas.openxmlformats.org/officeDocument/2006/relationships/slideLayout" Target="../slideLayouts/slideLayout129.xml"/><Relationship Id="rId47" Type="http://schemas.openxmlformats.org/officeDocument/2006/relationships/slideLayout" Target="../slideLayouts/slideLayout130.xml"/><Relationship Id="rId48" Type="http://schemas.openxmlformats.org/officeDocument/2006/relationships/slideLayout" Target="../slideLayouts/slideLayout131.xml"/><Relationship Id="rId49" Type="http://schemas.openxmlformats.org/officeDocument/2006/relationships/slideLayout" Target="../slideLayouts/slideLayout132.xml"/><Relationship Id="rId50" Type="http://schemas.openxmlformats.org/officeDocument/2006/relationships/slideLayout" Target="../slideLayouts/slideLayout133.xml"/><Relationship Id="rId51" Type="http://schemas.openxmlformats.org/officeDocument/2006/relationships/slideLayout" Target="../slideLayouts/slideLayout134.xml"/><Relationship Id="rId52" Type="http://schemas.openxmlformats.org/officeDocument/2006/relationships/slideLayout" Target="../slideLayouts/slideLayout135.xml"/><Relationship Id="rId53" Type="http://schemas.openxmlformats.org/officeDocument/2006/relationships/theme" Target="../theme/theme3.xml"/><Relationship Id="rId54" Type="http://schemas.openxmlformats.org/officeDocument/2006/relationships/image" Target="../media/image29.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36.xml"/><Relationship Id="rId2" Type="http://schemas.openxmlformats.org/officeDocument/2006/relationships/slideLayout" Target="../slideLayouts/slideLayout137.xml"/><Relationship Id="rId3" Type="http://schemas.openxmlformats.org/officeDocument/2006/relationships/slideLayout" Target="../slideLayouts/slideLayout138.xml"/><Relationship Id="rId4" Type="http://schemas.openxmlformats.org/officeDocument/2006/relationships/slideLayout" Target="../slideLayouts/slideLayout139.xml"/><Relationship Id="rId5" Type="http://schemas.openxmlformats.org/officeDocument/2006/relationships/slideLayout" Target="../slideLayouts/slideLayout140.xml"/><Relationship Id="rId6" Type="http://schemas.openxmlformats.org/officeDocument/2006/relationships/slideLayout" Target="../slideLayouts/slideLayout141.xml"/><Relationship Id="rId7" Type="http://schemas.openxmlformats.org/officeDocument/2006/relationships/slideLayout" Target="../slideLayouts/slideLayout142.xml"/><Relationship Id="rId8" Type="http://schemas.openxmlformats.org/officeDocument/2006/relationships/slideLayout" Target="../slideLayouts/slideLayout143.xml"/><Relationship Id="rId9" Type="http://schemas.openxmlformats.org/officeDocument/2006/relationships/slideLayout" Target="../slideLayouts/slideLayout144.xml"/><Relationship Id="rId10" Type="http://schemas.openxmlformats.org/officeDocument/2006/relationships/slideLayout" Target="../slideLayouts/slideLayout145.xml"/><Relationship Id="rId11" Type="http://schemas.openxmlformats.org/officeDocument/2006/relationships/slideLayout" Target="../slideLayouts/slideLayout146.xml"/><Relationship Id="rId12" Type="http://schemas.openxmlformats.org/officeDocument/2006/relationships/slideLayout" Target="../slideLayouts/slideLayout147.xml"/><Relationship Id="rId13" Type="http://schemas.openxmlformats.org/officeDocument/2006/relationships/slideLayout" Target="../slideLayouts/slideLayout148.xml"/><Relationship Id="rId14" Type="http://schemas.openxmlformats.org/officeDocument/2006/relationships/slideLayout" Target="../slideLayouts/slideLayout149.xml"/><Relationship Id="rId15" Type="http://schemas.openxmlformats.org/officeDocument/2006/relationships/slideLayout" Target="../slideLayouts/slideLayout150.xml"/><Relationship Id="rId16" Type="http://schemas.openxmlformats.org/officeDocument/2006/relationships/slideLayout" Target="../slideLayouts/slideLayout151.xml"/><Relationship Id="rId17" Type="http://schemas.openxmlformats.org/officeDocument/2006/relationships/slideLayout" Target="../slideLayouts/slideLayout152.xml"/><Relationship Id="rId18" Type="http://schemas.openxmlformats.org/officeDocument/2006/relationships/slideLayout" Target="../slideLayouts/slideLayout153.xml"/><Relationship Id="rId19" Type="http://schemas.openxmlformats.org/officeDocument/2006/relationships/slideLayout" Target="../slideLayouts/slideLayout154.xml"/><Relationship Id="rId20" Type="http://schemas.openxmlformats.org/officeDocument/2006/relationships/slideLayout" Target="../slideLayouts/slideLayout155.xml"/><Relationship Id="rId21" Type="http://schemas.openxmlformats.org/officeDocument/2006/relationships/slideLayout" Target="../slideLayouts/slideLayout156.xml"/><Relationship Id="rId22" Type="http://schemas.openxmlformats.org/officeDocument/2006/relationships/slideLayout" Target="../slideLayouts/slideLayout157.xml"/><Relationship Id="rId23" Type="http://schemas.openxmlformats.org/officeDocument/2006/relationships/slideLayout" Target="../slideLayouts/slideLayout158.xml"/><Relationship Id="rId24" Type="http://schemas.openxmlformats.org/officeDocument/2006/relationships/slideLayout" Target="../slideLayouts/slideLayout159.xml"/><Relationship Id="rId25" Type="http://schemas.openxmlformats.org/officeDocument/2006/relationships/slideLayout" Target="../slideLayouts/slideLayout160.xml"/><Relationship Id="rId26" Type="http://schemas.openxmlformats.org/officeDocument/2006/relationships/slideLayout" Target="../slideLayouts/slideLayout161.xml"/><Relationship Id="rId27" Type="http://schemas.openxmlformats.org/officeDocument/2006/relationships/slideLayout" Target="../slideLayouts/slideLayout162.xml"/><Relationship Id="rId28" Type="http://schemas.openxmlformats.org/officeDocument/2006/relationships/slideLayout" Target="../slideLayouts/slideLayout163.xml"/><Relationship Id="rId29" Type="http://schemas.openxmlformats.org/officeDocument/2006/relationships/slideLayout" Target="../slideLayouts/slideLayout164.xml"/><Relationship Id="rId30" Type="http://schemas.openxmlformats.org/officeDocument/2006/relationships/slideLayout" Target="../slideLayouts/slideLayout165.xml"/><Relationship Id="rId31" Type="http://schemas.openxmlformats.org/officeDocument/2006/relationships/slideLayout" Target="../slideLayouts/slideLayout166.xml"/><Relationship Id="rId32" Type="http://schemas.openxmlformats.org/officeDocument/2006/relationships/slideLayout" Target="../slideLayouts/slideLayout167.xml"/><Relationship Id="rId33" Type="http://schemas.openxmlformats.org/officeDocument/2006/relationships/slideLayout" Target="../slideLayouts/slideLayout168.xml"/><Relationship Id="rId34" Type="http://schemas.openxmlformats.org/officeDocument/2006/relationships/slideLayout" Target="../slideLayouts/slideLayout169.xml"/><Relationship Id="rId35" Type="http://schemas.openxmlformats.org/officeDocument/2006/relationships/slideLayout" Target="../slideLayouts/slideLayout170.xml"/><Relationship Id="rId36" Type="http://schemas.openxmlformats.org/officeDocument/2006/relationships/slideLayout" Target="../slideLayouts/slideLayout171.xml"/><Relationship Id="rId37" Type="http://schemas.openxmlformats.org/officeDocument/2006/relationships/slideLayout" Target="../slideLayouts/slideLayout172.xml"/><Relationship Id="rId38" Type="http://schemas.openxmlformats.org/officeDocument/2006/relationships/slideLayout" Target="../slideLayouts/slideLayout173.xml"/><Relationship Id="rId39" Type="http://schemas.openxmlformats.org/officeDocument/2006/relationships/slideLayout" Target="../slideLayouts/slideLayout174.xml"/><Relationship Id="rId40" Type="http://schemas.openxmlformats.org/officeDocument/2006/relationships/slideLayout" Target="../slideLayouts/slideLayout175.xml"/><Relationship Id="rId41" Type="http://schemas.openxmlformats.org/officeDocument/2006/relationships/slideLayout" Target="../slideLayouts/slideLayout176.xml"/><Relationship Id="rId42" Type="http://schemas.openxmlformats.org/officeDocument/2006/relationships/slideLayout" Target="../slideLayouts/slideLayout177.xml"/><Relationship Id="rId43" Type="http://schemas.openxmlformats.org/officeDocument/2006/relationships/slideLayout" Target="../slideLayouts/slideLayout178.xml"/><Relationship Id="rId44" Type="http://schemas.openxmlformats.org/officeDocument/2006/relationships/slideLayout" Target="../slideLayouts/slideLayout179.xml"/><Relationship Id="rId45" Type="http://schemas.openxmlformats.org/officeDocument/2006/relationships/slideLayout" Target="../slideLayouts/slideLayout180.xml"/><Relationship Id="rId46" Type="http://schemas.openxmlformats.org/officeDocument/2006/relationships/slideLayout" Target="../slideLayouts/slideLayout181.xml"/><Relationship Id="rId47" Type="http://schemas.openxmlformats.org/officeDocument/2006/relationships/slideLayout" Target="../slideLayouts/slideLayout182.xml"/><Relationship Id="rId48" Type="http://schemas.openxmlformats.org/officeDocument/2006/relationships/slideLayout" Target="../slideLayouts/slideLayout183.xml"/><Relationship Id="rId49" Type="http://schemas.openxmlformats.org/officeDocument/2006/relationships/slideLayout" Target="../slideLayouts/slideLayout184.xml"/><Relationship Id="rId50" Type="http://schemas.openxmlformats.org/officeDocument/2006/relationships/slideLayout" Target="../slideLayouts/slideLayout185.xml"/><Relationship Id="rId51" Type="http://schemas.openxmlformats.org/officeDocument/2006/relationships/slideLayout" Target="../slideLayouts/slideLayout186.xml"/><Relationship Id="rId52" Type="http://schemas.openxmlformats.org/officeDocument/2006/relationships/slideLayout" Target="../slideLayouts/slideLayout187.xml"/><Relationship Id="rId53" Type="http://schemas.openxmlformats.org/officeDocument/2006/relationships/theme" Target="../theme/theme4.xml"/><Relationship Id="rId54" Type="http://schemas.openxmlformats.org/officeDocument/2006/relationships/image" Target="../media/image2.sv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88.xml"/><Relationship Id="rId2" Type="http://schemas.openxmlformats.org/officeDocument/2006/relationships/slideLayout" Target="../slideLayouts/slideLayout189.xml"/><Relationship Id="rId3" Type="http://schemas.openxmlformats.org/officeDocument/2006/relationships/slideLayout" Target="../slideLayouts/slideLayout190.xml"/><Relationship Id="rId4" Type="http://schemas.openxmlformats.org/officeDocument/2006/relationships/slideLayout" Target="../slideLayouts/slideLayout191.xml"/><Relationship Id="rId5" Type="http://schemas.openxmlformats.org/officeDocument/2006/relationships/slideLayout" Target="../slideLayouts/slideLayout192.xml"/><Relationship Id="rId6" Type="http://schemas.openxmlformats.org/officeDocument/2006/relationships/slideLayout" Target="../slideLayouts/slideLayout193.xml"/><Relationship Id="rId7" Type="http://schemas.openxmlformats.org/officeDocument/2006/relationships/slideLayout" Target="../slideLayouts/slideLayout194.xml"/><Relationship Id="rId8" Type="http://schemas.openxmlformats.org/officeDocument/2006/relationships/slideLayout" Target="../slideLayouts/slideLayout195.xml"/><Relationship Id="rId9" Type="http://schemas.openxmlformats.org/officeDocument/2006/relationships/slideLayout" Target="../slideLayouts/slideLayout196.xml"/><Relationship Id="rId10" Type="http://schemas.openxmlformats.org/officeDocument/2006/relationships/slideLayout" Target="../slideLayouts/slideLayout197.xml"/><Relationship Id="rId11" Type="http://schemas.openxmlformats.org/officeDocument/2006/relationships/slideLayout" Target="../slideLayouts/slideLayout198.xml"/><Relationship Id="rId12" Type="http://schemas.openxmlformats.org/officeDocument/2006/relationships/slideLayout" Target="../slideLayouts/slideLayout199.xml"/><Relationship Id="rId13" Type="http://schemas.openxmlformats.org/officeDocument/2006/relationships/slideLayout" Target="../slideLayouts/slideLayout200.xml"/><Relationship Id="rId14" Type="http://schemas.openxmlformats.org/officeDocument/2006/relationships/slideLayout" Target="../slideLayouts/slideLayout201.xml"/><Relationship Id="rId15" Type="http://schemas.openxmlformats.org/officeDocument/2006/relationships/slideLayout" Target="../slideLayouts/slideLayout202.xml"/><Relationship Id="rId16" Type="http://schemas.openxmlformats.org/officeDocument/2006/relationships/slideLayout" Target="../slideLayouts/slideLayout203.xml"/><Relationship Id="rId17" Type="http://schemas.openxmlformats.org/officeDocument/2006/relationships/slideLayout" Target="../slideLayouts/slideLayout204.xml"/><Relationship Id="rId18" Type="http://schemas.openxmlformats.org/officeDocument/2006/relationships/slideLayout" Target="../slideLayouts/slideLayout205.xml"/><Relationship Id="rId19" Type="http://schemas.openxmlformats.org/officeDocument/2006/relationships/slideLayout" Target="../slideLayouts/slideLayout206.xml"/><Relationship Id="rId20" Type="http://schemas.openxmlformats.org/officeDocument/2006/relationships/slideLayout" Target="../slideLayouts/slideLayout207.xml"/><Relationship Id="rId21" Type="http://schemas.openxmlformats.org/officeDocument/2006/relationships/slideLayout" Target="../slideLayouts/slideLayout208.xml"/><Relationship Id="rId22" Type="http://schemas.openxmlformats.org/officeDocument/2006/relationships/slideLayout" Target="../slideLayouts/slideLayout209.xml"/><Relationship Id="rId23" Type="http://schemas.openxmlformats.org/officeDocument/2006/relationships/slideLayout" Target="../slideLayouts/slideLayout210.xml"/><Relationship Id="rId24" Type="http://schemas.openxmlformats.org/officeDocument/2006/relationships/slideLayout" Target="../slideLayouts/slideLayout211.xml"/><Relationship Id="rId25" Type="http://schemas.openxmlformats.org/officeDocument/2006/relationships/slideLayout" Target="../slideLayouts/slideLayout212.xml"/><Relationship Id="rId26" Type="http://schemas.openxmlformats.org/officeDocument/2006/relationships/slideLayout" Target="../slideLayouts/slideLayout213.xml"/><Relationship Id="rId27" Type="http://schemas.openxmlformats.org/officeDocument/2006/relationships/slideLayout" Target="../slideLayouts/slideLayout214.xml"/><Relationship Id="rId28" Type="http://schemas.openxmlformats.org/officeDocument/2006/relationships/slideLayout" Target="../slideLayouts/slideLayout215.xml"/><Relationship Id="rId29" Type="http://schemas.openxmlformats.org/officeDocument/2006/relationships/slideLayout" Target="../slideLayouts/slideLayout216.xml"/><Relationship Id="rId30" Type="http://schemas.openxmlformats.org/officeDocument/2006/relationships/slideLayout" Target="../slideLayouts/slideLayout217.xml"/><Relationship Id="rId31" Type="http://schemas.openxmlformats.org/officeDocument/2006/relationships/slideLayout" Target="../slideLayouts/slideLayout218.xml"/><Relationship Id="rId32" Type="http://schemas.openxmlformats.org/officeDocument/2006/relationships/slideLayout" Target="../slideLayouts/slideLayout219.xml"/><Relationship Id="rId33" Type="http://schemas.openxmlformats.org/officeDocument/2006/relationships/slideLayout" Target="../slideLayouts/slideLayout220.xml"/><Relationship Id="rId34" Type="http://schemas.openxmlformats.org/officeDocument/2006/relationships/slideLayout" Target="../slideLayouts/slideLayout221.xml"/><Relationship Id="rId35" Type="http://schemas.openxmlformats.org/officeDocument/2006/relationships/slideLayout" Target="../slideLayouts/slideLayout222.xml"/><Relationship Id="rId36" Type="http://schemas.openxmlformats.org/officeDocument/2006/relationships/slideLayout" Target="../slideLayouts/slideLayout223.xml"/><Relationship Id="rId37" Type="http://schemas.openxmlformats.org/officeDocument/2006/relationships/slideLayout" Target="../slideLayouts/slideLayout224.xml"/><Relationship Id="rId38" Type="http://schemas.openxmlformats.org/officeDocument/2006/relationships/slideLayout" Target="../slideLayouts/slideLayout225.xml"/><Relationship Id="rId39" Type="http://schemas.openxmlformats.org/officeDocument/2006/relationships/slideLayout" Target="../slideLayouts/slideLayout226.xml"/><Relationship Id="rId40" Type="http://schemas.openxmlformats.org/officeDocument/2006/relationships/slideLayout" Target="../slideLayouts/slideLayout227.xml"/><Relationship Id="rId41" Type="http://schemas.openxmlformats.org/officeDocument/2006/relationships/slideLayout" Target="../slideLayouts/slideLayout228.xml"/><Relationship Id="rId42" Type="http://schemas.openxmlformats.org/officeDocument/2006/relationships/slideLayout" Target="../slideLayouts/slideLayout229.xml"/><Relationship Id="rId43" Type="http://schemas.openxmlformats.org/officeDocument/2006/relationships/slideLayout" Target="../slideLayouts/slideLayout230.xml"/><Relationship Id="rId4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31.xml"/><Relationship Id="rId2" Type="http://schemas.openxmlformats.org/officeDocument/2006/relationships/slideLayout" Target="../slideLayouts/slideLayout232.xml"/><Relationship Id="rId3" Type="http://schemas.openxmlformats.org/officeDocument/2006/relationships/slideLayout" Target="../slideLayouts/slideLayout233.xml"/><Relationship Id="rId4" Type="http://schemas.openxmlformats.org/officeDocument/2006/relationships/slideLayout" Target="../slideLayouts/slideLayout234.xml"/><Relationship Id="rId5" Type="http://schemas.openxmlformats.org/officeDocument/2006/relationships/slideLayout" Target="../slideLayouts/slideLayout235.xml"/><Relationship Id="rId6" Type="http://schemas.openxmlformats.org/officeDocument/2006/relationships/slideLayout" Target="../slideLayouts/slideLayout236.xml"/><Relationship Id="rId7" Type="http://schemas.openxmlformats.org/officeDocument/2006/relationships/slideLayout" Target="../slideLayouts/slideLayout237.xml"/><Relationship Id="rId8" Type="http://schemas.openxmlformats.org/officeDocument/2006/relationships/slideLayout" Target="../slideLayouts/slideLayout238.xml"/><Relationship Id="rId9" Type="http://schemas.openxmlformats.org/officeDocument/2006/relationships/slideLayout" Target="../slideLayouts/slideLayout239.xml"/><Relationship Id="rId10" Type="http://schemas.openxmlformats.org/officeDocument/2006/relationships/slideLayout" Target="../slideLayouts/slideLayout240.xml"/><Relationship Id="rId11" Type="http://schemas.openxmlformats.org/officeDocument/2006/relationships/slideLayout" Target="../slideLayouts/slideLayout241.xml"/><Relationship Id="rId12" Type="http://schemas.openxmlformats.org/officeDocument/2006/relationships/slideLayout" Target="../slideLayouts/slideLayout242.xml"/><Relationship Id="rId13" Type="http://schemas.openxmlformats.org/officeDocument/2006/relationships/slideLayout" Target="../slideLayouts/slideLayout243.xml"/><Relationship Id="rId14" Type="http://schemas.openxmlformats.org/officeDocument/2006/relationships/slideLayout" Target="../slideLayouts/slideLayout244.xml"/><Relationship Id="rId15" Type="http://schemas.openxmlformats.org/officeDocument/2006/relationships/slideLayout" Target="../slideLayouts/slideLayout245.xml"/><Relationship Id="rId16" Type="http://schemas.openxmlformats.org/officeDocument/2006/relationships/slideLayout" Target="../slideLayouts/slideLayout246.xml"/><Relationship Id="rId17" Type="http://schemas.openxmlformats.org/officeDocument/2006/relationships/slideLayout" Target="../slideLayouts/slideLayout247.xml"/><Relationship Id="rId18" Type="http://schemas.openxmlformats.org/officeDocument/2006/relationships/slideLayout" Target="../slideLayouts/slideLayout248.xml"/><Relationship Id="rId19" Type="http://schemas.openxmlformats.org/officeDocument/2006/relationships/slideLayout" Target="../slideLayouts/slideLayout249.xml"/><Relationship Id="rId20" Type="http://schemas.openxmlformats.org/officeDocument/2006/relationships/slideLayout" Target="../slideLayouts/slideLayout250.xml"/><Relationship Id="rId21" Type="http://schemas.openxmlformats.org/officeDocument/2006/relationships/slideLayout" Target="../slideLayouts/slideLayout251.xml"/><Relationship Id="rId22" Type="http://schemas.openxmlformats.org/officeDocument/2006/relationships/slideLayout" Target="../slideLayouts/slideLayout252.xml"/><Relationship Id="rId23" Type="http://schemas.openxmlformats.org/officeDocument/2006/relationships/slideLayout" Target="../slideLayouts/slideLayout253.xml"/><Relationship Id="rId24" Type="http://schemas.openxmlformats.org/officeDocument/2006/relationships/slideLayout" Target="../slideLayouts/slideLayout254.xml"/><Relationship Id="rId25" Type="http://schemas.openxmlformats.org/officeDocument/2006/relationships/slideLayout" Target="../slideLayouts/slideLayout255.xml"/><Relationship Id="rId26" Type="http://schemas.openxmlformats.org/officeDocument/2006/relationships/slideLayout" Target="../slideLayouts/slideLayout256.xml"/><Relationship Id="rId27" Type="http://schemas.openxmlformats.org/officeDocument/2006/relationships/slideLayout" Target="../slideLayouts/slideLayout257.xml"/><Relationship Id="rId28" Type="http://schemas.openxmlformats.org/officeDocument/2006/relationships/slideLayout" Target="../slideLayouts/slideLayout258.xml"/><Relationship Id="rId29" Type="http://schemas.openxmlformats.org/officeDocument/2006/relationships/slideLayout" Target="../slideLayouts/slideLayout259.xml"/><Relationship Id="rId30" Type="http://schemas.openxmlformats.org/officeDocument/2006/relationships/slideLayout" Target="../slideLayouts/slideLayout260.xml"/><Relationship Id="rId31" Type="http://schemas.openxmlformats.org/officeDocument/2006/relationships/slideLayout" Target="../slideLayouts/slideLayout261.xml"/><Relationship Id="rId32" Type="http://schemas.openxmlformats.org/officeDocument/2006/relationships/slideLayout" Target="../slideLayouts/slideLayout262.xml"/><Relationship Id="rId33" Type="http://schemas.openxmlformats.org/officeDocument/2006/relationships/slideLayout" Target="../slideLayouts/slideLayout263.xml"/><Relationship Id="rId34" Type="http://schemas.openxmlformats.org/officeDocument/2006/relationships/slideLayout" Target="../slideLayouts/slideLayout264.xml"/><Relationship Id="rId35" Type="http://schemas.openxmlformats.org/officeDocument/2006/relationships/slideLayout" Target="../slideLayouts/slideLayout265.xml"/><Relationship Id="rId36" Type="http://schemas.openxmlformats.org/officeDocument/2006/relationships/slideLayout" Target="../slideLayouts/slideLayout266.xml"/><Relationship Id="rId37" Type="http://schemas.openxmlformats.org/officeDocument/2006/relationships/slideLayout" Target="../slideLayouts/slideLayout267.xml"/><Relationship Id="rId38" Type="http://schemas.openxmlformats.org/officeDocument/2006/relationships/slideLayout" Target="../slideLayouts/slideLayout268.xml"/><Relationship Id="rId39" Type="http://schemas.openxmlformats.org/officeDocument/2006/relationships/slideLayout" Target="../slideLayouts/slideLayout269.xml"/><Relationship Id="rId40" Type="http://schemas.openxmlformats.org/officeDocument/2006/relationships/slideLayout" Target="../slideLayouts/slideLayout270.xml"/><Relationship Id="rId41" Type="http://schemas.openxmlformats.org/officeDocument/2006/relationships/slideLayout" Target="../slideLayouts/slideLayout271.xml"/><Relationship Id="rId42" Type="http://schemas.openxmlformats.org/officeDocument/2006/relationships/slideLayout" Target="../slideLayouts/slideLayout272.xml"/><Relationship Id="rId43" Type="http://schemas.openxmlformats.org/officeDocument/2006/relationships/slideLayout" Target="../slideLayouts/slideLayout273.xml"/><Relationship Id="rId44" Type="http://schemas.openxmlformats.org/officeDocument/2006/relationships/slideLayout" Target="../slideLayouts/slideLayout274.xml"/><Relationship Id="rId45" Type="http://schemas.openxmlformats.org/officeDocument/2006/relationships/slideLayout" Target="../slideLayouts/slideLayout275.xml"/><Relationship Id="rId46" Type="http://schemas.openxmlformats.org/officeDocument/2006/relationships/slideLayout" Target="../slideLayouts/slideLayout276.xml"/><Relationship Id="rId47" Type="http://schemas.openxmlformats.org/officeDocument/2006/relationships/slideLayout" Target="../slideLayouts/slideLayout277.xml"/><Relationship Id="rId48" Type="http://schemas.openxmlformats.org/officeDocument/2006/relationships/slideLayout" Target="../slideLayouts/slideLayout278.xml"/><Relationship Id="rId49" Type="http://schemas.openxmlformats.org/officeDocument/2006/relationships/slideLayout" Target="../slideLayouts/slideLayout279.xml"/><Relationship Id="rId50" Type="http://schemas.openxmlformats.org/officeDocument/2006/relationships/slideLayout" Target="../slideLayouts/slideLayout280.xml"/><Relationship Id="rId51" Type="http://schemas.openxmlformats.org/officeDocument/2006/relationships/slideLayout" Target="../slideLayouts/slideLayout281.xml"/><Relationship Id="rId52" Type="http://schemas.openxmlformats.org/officeDocument/2006/relationships/theme" Target="../theme/theme6.xml"/><Relationship Id="rId53" Type="http://schemas.openxmlformats.org/officeDocument/2006/relationships/image" Target="../media/image29.emf"/></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82.xml"/><Relationship Id="rId2" Type="http://schemas.openxmlformats.org/officeDocument/2006/relationships/slideLayout" Target="../slideLayouts/slideLayout283.xml"/><Relationship Id="rId3" Type="http://schemas.openxmlformats.org/officeDocument/2006/relationships/slideLayout" Target="../slideLayouts/slideLayout284.xml"/><Relationship Id="rId4" Type="http://schemas.openxmlformats.org/officeDocument/2006/relationships/slideLayout" Target="../slideLayouts/slideLayout285.xml"/><Relationship Id="rId5" Type="http://schemas.openxmlformats.org/officeDocument/2006/relationships/slideLayout" Target="../slideLayouts/slideLayout286.xml"/><Relationship Id="rId6" Type="http://schemas.openxmlformats.org/officeDocument/2006/relationships/slideLayout" Target="../slideLayouts/slideLayout287.xml"/><Relationship Id="rId7" Type="http://schemas.openxmlformats.org/officeDocument/2006/relationships/slideLayout" Target="../slideLayouts/slideLayout288.xml"/><Relationship Id="rId8" Type="http://schemas.openxmlformats.org/officeDocument/2006/relationships/slideLayout" Target="../slideLayouts/slideLayout289.xml"/><Relationship Id="rId9" Type="http://schemas.openxmlformats.org/officeDocument/2006/relationships/slideLayout" Target="../slideLayouts/slideLayout290.xml"/><Relationship Id="rId10" Type="http://schemas.openxmlformats.org/officeDocument/2006/relationships/slideLayout" Target="../slideLayouts/slideLayout291.xml"/><Relationship Id="rId11" Type="http://schemas.openxmlformats.org/officeDocument/2006/relationships/slideLayout" Target="../slideLayouts/slideLayout292.xml"/><Relationship Id="rId12" Type="http://schemas.openxmlformats.org/officeDocument/2006/relationships/slideLayout" Target="../slideLayouts/slideLayout293.xml"/><Relationship Id="rId13" Type="http://schemas.openxmlformats.org/officeDocument/2006/relationships/slideLayout" Target="../slideLayouts/slideLayout294.xml"/><Relationship Id="rId14" Type="http://schemas.openxmlformats.org/officeDocument/2006/relationships/slideLayout" Target="../slideLayouts/slideLayout295.xml"/><Relationship Id="rId15" Type="http://schemas.openxmlformats.org/officeDocument/2006/relationships/slideLayout" Target="../slideLayouts/slideLayout296.xml"/><Relationship Id="rId16" Type="http://schemas.openxmlformats.org/officeDocument/2006/relationships/slideLayout" Target="../slideLayouts/slideLayout297.xml"/><Relationship Id="rId17" Type="http://schemas.openxmlformats.org/officeDocument/2006/relationships/slideLayout" Target="../slideLayouts/slideLayout298.xml"/><Relationship Id="rId18" Type="http://schemas.openxmlformats.org/officeDocument/2006/relationships/slideLayout" Target="../slideLayouts/slideLayout299.xml"/><Relationship Id="rId19" Type="http://schemas.openxmlformats.org/officeDocument/2006/relationships/slideLayout" Target="../slideLayouts/slideLayout300.xml"/><Relationship Id="rId20" Type="http://schemas.openxmlformats.org/officeDocument/2006/relationships/slideLayout" Target="../slideLayouts/slideLayout301.xml"/><Relationship Id="rId21" Type="http://schemas.openxmlformats.org/officeDocument/2006/relationships/slideLayout" Target="../slideLayouts/slideLayout302.xml"/><Relationship Id="rId22" Type="http://schemas.openxmlformats.org/officeDocument/2006/relationships/slideLayout" Target="../slideLayouts/slideLayout303.xml"/><Relationship Id="rId23" Type="http://schemas.openxmlformats.org/officeDocument/2006/relationships/slideLayout" Target="../slideLayouts/slideLayout304.xml"/><Relationship Id="rId24" Type="http://schemas.openxmlformats.org/officeDocument/2006/relationships/slideLayout" Target="../slideLayouts/slideLayout305.xml"/><Relationship Id="rId25" Type="http://schemas.openxmlformats.org/officeDocument/2006/relationships/slideLayout" Target="../slideLayouts/slideLayout306.xml"/><Relationship Id="rId26" Type="http://schemas.openxmlformats.org/officeDocument/2006/relationships/slideLayout" Target="../slideLayouts/slideLayout307.xml"/><Relationship Id="rId27" Type="http://schemas.openxmlformats.org/officeDocument/2006/relationships/slideLayout" Target="../slideLayouts/slideLayout308.xml"/><Relationship Id="rId28" Type="http://schemas.openxmlformats.org/officeDocument/2006/relationships/slideLayout" Target="../slideLayouts/slideLayout309.xml"/><Relationship Id="rId29" Type="http://schemas.openxmlformats.org/officeDocument/2006/relationships/slideLayout" Target="../slideLayouts/slideLayout310.xml"/><Relationship Id="rId30" Type="http://schemas.openxmlformats.org/officeDocument/2006/relationships/slideLayout" Target="../slideLayouts/slideLayout311.xml"/><Relationship Id="rId31" Type="http://schemas.openxmlformats.org/officeDocument/2006/relationships/slideLayout" Target="../slideLayouts/slideLayout312.xml"/><Relationship Id="rId3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4"/>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5"/>
              </a:ext>
            </a:extLst>
          </a:blip>
          <a:srcRect/>
          <a:stretch/>
        </p:blipFill>
        <p:spPr>
          <a:xfrm rot="5400000">
            <a:off x="9509920" y="2743200"/>
            <a:ext cx="6858000" cy="1371600"/>
          </a:xfrm>
          <a:prstGeom prst="rect">
            <a:avLst/>
          </a:prstGeom>
        </p:spPr>
      </p:pic>
    </p:spTree>
    <p:extLst>
      <p:ext uri="{BB962C8B-B14F-4D97-AF65-F5344CB8AC3E}">
        <p14:creationId xmlns:p14="http://schemas.microsoft.com/office/powerpoint/2010/main" val="660727358"/>
      </p:ext>
    </p:extLst>
  </p:cSld>
  <p:clrMap bg1="dk1" tx1="lt1" bg2="dk2" tx2="lt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 id="2147484111" r:id="rId12"/>
    <p:sldLayoutId id="2147484112" r:id="rId13"/>
    <p:sldLayoutId id="2147484113" r:id="rId14"/>
    <p:sldLayoutId id="2147484114" r:id="rId15"/>
    <p:sldLayoutId id="2147484115" r:id="rId16"/>
    <p:sldLayoutId id="2147484116" r:id="rId17"/>
    <p:sldLayoutId id="2147484117" r:id="rId18"/>
    <p:sldLayoutId id="2147484118" r:id="rId19"/>
    <p:sldLayoutId id="2147484119" r:id="rId20"/>
    <p:sldLayoutId id="2147484120" r:id="rId21"/>
    <p:sldLayoutId id="2147484121" r:id="rId22"/>
    <p:sldLayoutId id="2147484122" r:id="rId23"/>
    <p:sldLayoutId id="2147484123" r:id="rId24"/>
    <p:sldLayoutId id="2147484124" r:id="rId25"/>
    <p:sldLayoutId id="2147484125" r:id="rId26"/>
    <p:sldLayoutId id="2147484126" r:id="rId27"/>
    <p:sldLayoutId id="2147484127" r:id="rId28"/>
    <p:sldLayoutId id="2147484128" r:id="rId29"/>
    <p:sldLayoutId id="2147484129" r:id="rId30"/>
    <p:sldLayoutId id="2147484130" r:id="rId31"/>
    <p:sldLayoutId id="2147484131" r:id="rId32"/>
    <p:sldLayoutId id="2147484132" r:id="rId33"/>
    <p:sldLayoutId id="2147484133" r:id="rId34"/>
    <p:sldLayoutId id="2147484134" r:id="rId35"/>
    <p:sldLayoutId id="2147484135" r:id="rId36"/>
    <p:sldLayoutId id="2147484136" r:id="rId37"/>
    <p:sldLayoutId id="2147484137" r:id="rId38"/>
    <p:sldLayoutId id="2147484138" r:id="rId39"/>
    <p:sldLayoutId id="2147484139" r:id="rId40"/>
    <p:sldLayoutId id="2147484140" r:id="rId41"/>
    <p:sldLayoutId id="2147484141" r:id="rId42"/>
    <p:sldLayoutId id="2147484142" r:id="rId43"/>
    <p:sldLayoutId id="2147484143" r:id="rId44"/>
    <p:sldLayoutId id="2147484144" r:id="rId45"/>
    <p:sldLayoutId id="2147484145" r:id="rId46"/>
    <p:sldLayoutId id="2147484146" r:id="rId47"/>
    <p:sldLayoutId id="2147484147" r:id="rId48"/>
    <p:sldLayoutId id="2147484148" r:id="rId49"/>
    <p:sldLayoutId id="2147484150" r:id="rId50"/>
    <p:sldLayoutId id="2147484205" r:id="rId51"/>
    <p:sldLayoutId id="2147484358" r:id="rId52"/>
    <p:sldLayoutId id="2147484359" r:id="rId53"/>
  </p:sldLayoutIdLst>
  <p:transition>
    <p:fade/>
  </p:transition>
  <p:hf sldNum="0" hdr="0" ftr="0" dt="0"/>
  <p:txStyles>
    <p:titleStyle>
      <a:lvl1pPr algn="l" defTabSz="932563"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75">
          <p15:clr>
            <a:srgbClr val="C35EA4"/>
          </p15:clr>
        </p15:guide>
        <p15:guide id="17" pos="7460">
          <p15:clr>
            <a:srgbClr val="C35EA4"/>
          </p15:clr>
        </p15:guide>
        <p15:guide id="25" orient="horz" pos="376">
          <p15:clr>
            <a:srgbClr val="C35EA4"/>
          </p15:clr>
        </p15:guide>
        <p15:guide id="26" orient="horz" pos="4028">
          <p15:clr>
            <a:srgbClr val="C35EA4"/>
          </p15:clr>
        </p15:guide>
        <p15:guide id="27" orient="horz" pos="188">
          <p15:clr>
            <a:srgbClr val="A4A3A4"/>
          </p15:clr>
        </p15:guide>
        <p15:guide id="28" pos="189">
          <p15:clr>
            <a:srgbClr val="A4A3A4"/>
          </p15:clr>
        </p15:guide>
        <p15:guide id="29" orient="horz" pos="4217">
          <p15:clr>
            <a:srgbClr val="A4A3A4"/>
          </p15:clr>
        </p15:guide>
        <p15:guide id="30" pos="7645">
          <p15:clr>
            <a:srgbClr val="A4A3A4"/>
          </p15:clr>
        </p15:guide>
        <p15:guide id="31" orient="horz" pos="40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4"/>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410134350"/>
      </p:ext>
    </p:extLst>
  </p:cSld>
  <p:clrMap bg1="dk1" tx1="lt1" bg2="dk2" tx2="lt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 id="2147484163" r:id="rId12"/>
    <p:sldLayoutId id="2147484164" r:id="rId13"/>
    <p:sldLayoutId id="2147484165" r:id="rId14"/>
    <p:sldLayoutId id="2147484166" r:id="rId15"/>
    <p:sldLayoutId id="2147484167" r:id="rId16"/>
    <p:sldLayoutId id="2147484168" r:id="rId17"/>
    <p:sldLayoutId id="2147484169" r:id="rId18"/>
    <p:sldLayoutId id="2147484170" r:id="rId19"/>
    <p:sldLayoutId id="2147484171" r:id="rId20"/>
    <p:sldLayoutId id="2147484172" r:id="rId21"/>
    <p:sldLayoutId id="2147484173" r:id="rId22"/>
    <p:sldLayoutId id="2147484174" r:id="rId23"/>
    <p:sldLayoutId id="2147484175" r:id="rId24"/>
    <p:sldLayoutId id="2147484176" r:id="rId25"/>
    <p:sldLayoutId id="2147484177" r:id="rId26"/>
    <p:sldLayoutId id="2147484178" r:id="rId27"/>
    <p:sldLayoutId id="2147484179" r:id="rId28"/>
    <p:sldLayoutId id="2147484180" r:id="rId29"/>
    <p:sldLayoutId id="2147484181" r:id="rId30"/>
    <p:sldLayoutId id="2147484182" r:id="rId31"/>
    <p:sldLayoutId id="2147484183" r:id="rId32"/>
    <p:sldLayoutId id="2147484184" r:id="rId33"/>
    <p:sldLayoutId id="2147484185" r:id="rId34"/>
    <p:sldLayoutId id="2147484186" r:id="rId35"/>
    <p:sldLayoutId id="2147484187" r:id="rId36"/>
    <p:sldLayoutId id="2147484188" r:id="rId37"/>
    <p:sldLayoutId id="2147484189" r:id="rId38"/>
    <p:sldLayoutId id="2147484190" r:id="rId39"/>
    <p:sldLayoutId id="2147484191" r:id="rId40"/>
    <p:sldLayoutId id="2147484192" r:id="rId41"/>
    <p:sldLayoutId id="2147484193" r:id="rId42"/>
    <p:sldLayoutId id="2147484194" r:id="rId43"/>
    <p:sldLayoutId id="2147484195" r:id="rId44"/>
    <p:sldLayoutId id="2147484196" r:id="rId45"/>
    <p:sldLayoutId id="2147484197" r:id="rId46"/>
    <p:sldLayoutId id="2147484198" r:id="rId47"/>
    <p:sldLayoutId id="2147484199" r:id="rId48"/>
    <p:sldLayoutId id="2147484200" r:id="rId49"/>
    <p:sldLayoutId id="2147484201" r:id="rId50"/>
    <p:sldLayoutId id="2147484202" r:id="rId51"/>
    <p:sldLayoutId id="2147484357" r:id="rId5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117094180"/>
      </p:ext>
    </p:extLst>
  </p:cSld>
  <p:clrMap bg1="dk1" tx1="lt1" bg2="dk2" tx2="lt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 id="2147484220" r:id="rId14"/>
    <p:sldLayoutId id="2147484221" r:id="rId15"/>
    <p:sldLayoutId id="2147484222" r:id="rId16"/>
    <p:sldLayoutId id="2147484223" r:id="rId17"/>
    <p:sldLayoutId id="2147484224" r:id="rId18"/>
    <p:sldLayoutId id="2147484225" r:id="rId19"/>
    <p:sldLayoutId id="2147484226" r:id="rId20"/>
    <p:sldLayoutId id="2147484227" r:id="rId21"/>
    <p:sldLayoutId id="2147484228" r:id="rId22"/>
    <p:sldLayoutId id="2147484229" r:id="rId23"/>
    <p:sldLayoutId id="2147484230" r:id="rId24"/>
    <p:sldLayoutId id="2147484231" r:id="rId25"/>
    <p:sldLayoutId id="2147484232" r:id="rId26"/>
    <p:sldLayoutId id="2147484233" r:id="rId27"/>
    <p:sldLayoutId id="2147484234" r:id="rId28"/>
    <p:sldLayoutId id="2147484235" r:id="rId29"/>
    <p:sldLayoutId id="2147484236" r:id="rId30"/>
    <p:sldLayoutId id="2147484237" r:id="rId31"/>
    <p:sldLayoutId id="2147484238" r:id="rId32"/>
    <p:sldLayoutId id="2147484239" r:id="rId33"/>
    <p:sldLayoutId id="2147484240" r:id="rId34"/>
    <p:sldLayoutId id="2147484241" r:id="rId35"/>
    <p:sldLayoutId id="2147484242" r:id="rId36"/>
    <p:sldLayoutId id="2147484243" r:id="rId37"/>
    <p:sldLayoutId id="2147484244" r:id="rId38"/>
    <p:sldLayoutId id="2147484245" r:id="rId39"/>
    <p:sldLayoutId id="2147484246" r:id="rId40"/>
    <p:sldLayoutId id="2147484247" r:id="rId41"/>
    <p:sldLayoutId id="2147484248" r:id="rId42"/>
    <p:sldLayoutId id="2147484249" r:id="rId43"/>
    <p:sldLayoutId id="2147484250" r:id="rId44"/>
    <p:sldLayoutId id="2147484251" r:id="rId45"/>
    <p:sldLayoutId id="2147484252" r:id="rId46"/>
    <p:sldLayoutId id="2147484253" r:id="rId47"/>
    <p:sldLayoutId id="2147484254" r:id="rId48"/>
    <p:sldLayoutId id="2147484255" r:id="rId49"/>
    <p:sldLayoutId id="2147484256" r:id="rId50"/>
    <p:sldLayoutId id="2147484257" r:id="rId51"/>
    <p:sldLayoutId id="2147484258" r:id="rId5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50" name="Text Placeholder 3">
            <a:extLst>
              <a:ext uri="{FF2B5EF4-FFF2-40B4-BE49-F238E27FC236}">
                <a16:creationId xmlns:a16="http://schemas.microsoft.com/office/drawing/2014/main" id="{82F42317-AD13-1C64-2F94-CC80297B169C}"/>
              </a:ext>
            </a:extLst>
          </p:cNvPr>
          <p:cNvSpPr>
            <a:spLocks noGrp="1"/>
          </p:cNvSpPr>
          <p:nvPr>
            <p:ph type="body" idx="1"/>
          </p:nvPr>
        </p:nvSpPr>
        <p:spPr>
          <a:xfrm>
            <a:off x="584200" y="1435503"/>
            <a:ext cx="11018520" cy="140038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1" name="GRID" hidden="1">
            <a:extLst>
              <a:ext uri="{FF2B5EF4-FFF2-40B4-BE49-F238E27FC236}">
                <a16:creationId xmlns:a16="http://schemas.microsoft.com/office/drawing/2014/main" id="{34E461C4-0667-0C35-3228-98017FD82325}"/>
              </a:ext>
            </a:extLst>
          </p:cNvPr>
          <p:cNvGrpSpPr/>
          <p:nvPr userDrawn="1"/>
        </p:nvGrpSpPr>
        <p:grpSpPr>
          <a:xfrm>
            <a:off x="0" y="0"/>
            <a:ext cx="12192000" cy="6858000"/>
            <a:chOff x="0" y="0"/>
            <a:chExt cx="12192000" cy="6858000"/>
          </a:xfrm>
        </p:grpSpPr>
        <p:cxnSp>
          <p:nvCxnSpPr>
            <p:cNvPr id="52" name="Straight Connector 51">
              <a:extLst>
                <a:ext uri="{FF2B5EF4-FFF2-40B4-BE49-F238E27FC236}">
                  <a16:creationId xmlns:a16="http://schemas.microsoft.com/office/drawing/2014/main" id="{BADC934D-23F7-24DF-DA08-BEED8647C31E}"/>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B651D8E-25A1-B58B-9598-5A8422966065}"/>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B07EE53-9283-9473-8207-DF782B094AC4}"/>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DC5D870-4275-37F9-5E2F-AC6CB02AD5CE}"/>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2226E0C-79A0-F1D6-6F7F-BF9171D12ACD}"/>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3F51624-73F7-B41C-75D1-49A2FE0B09DA}"/>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B5FD0EA-DCAF-9FEA-94B4-AD26C40410F7}"/>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CCEA043-FEA7-153C-1EE1-84DA54FC45CC}"/>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F48A40E-B71A-D448-08EB-8A94C01AC2D8}"/>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2DA704C-4918-7420-5D28-C99391980175}"/>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40B726C-16E4-7DE7-05E4-A46BF2935659}"/>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72B0F9E-1234-CD25-3FA7-773FFE9B718E}"/>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91C184D-2B61-C803-B22F-114E3FD8117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4C9E8B1-31B4-CFE5-EAF7-C12F90583EF6}"/>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176893B-08AD-FD98-2169-1961BD17DFAB}"/>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1AFBFDD-BEAD-44DE-9095-21C0402B430E}"/>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1D5E0BA-151A-147B-7A08-DE99D1B25713}"/>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3295D0-69FC-C8EB-0CAE-3696160B8893}"/>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2B4FD60-EADD-5FED-F719-F17301CB1286}"/>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2AB595E-B74B-CB33-2F53-2BEEF67E6AA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0714933-FDFB-B2A2-07E5-4ACFE0E56D97}"/>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10ABBA-69D6-1325-CA6D-5DF00A4985FA}"/>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F05DFB8-8E12-10A9-7FBB-8444BB364888}"/>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096A70B-C0BA-DCFF-8B1A-FE9957587B5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6D9D50-AEE9-0173-9EBD-26D63D6AA106}"/>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792BC17-F8B1-F663-5537-67FB640A1CAC}"/>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1FB88C8-B103-6711-56E8-BEF86644781F}"/>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F08A7A5-CFE8-1E97-E179-6C1C6ACCD40B}"/>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C6ED779-2104-E72D-1B39-90FC1189FF8B}"/>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15A26F0-D4F9-1FF2-6A81-073ED526CE78}"/>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541F0A8-B2FD-1DCA-EA4F-3170BA770A83}"/>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1FEC50-7C2D-21B2-2778-4F80B6848351}"/>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C906BB8-2690-3905-35DE-BB2E3AEF6048}"/>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C2B3ED0-49E0-09A2-8C2D-8B4E525A91DB}"/>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6" name=".64 square" hidden="1">
            <a:extLst>
              <a:ext uri="{FF2B5EF4-FFF2-40B4-BE49-F238E27FC236}">
                <a16:creationId xmlns:a16="http://schemas.microsoft.com/office/drawing/2014/main" id="{66650E58-D3B3-4B0D-DCB9-EB501F0DFB1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87" name=".32 square" hidden="1">
            <a:extLst>
              <a:ext uri="{FF2B5EF4-FFF2-40B4-BE49-F238E27FC236}">
                <a16:creationId xmlns:a16="http://schemas.microsoft.com/office/drawing/2014/main" id="{3A24154E-FD9E-71DE-640D-BF95D5440D8F}"/>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9E292CDA-3036-7D1C-B851-7A5EB15FA1C0}"/>
              </a:ext>
            </a:extLst>
          </p:cNvPr>
          <p:cNvSpPr>
            <a:spLocks noGrp="1"/>
          </p:cNvSpPr>
          <p:nvPr>
            <p:ph type="ftr" sz="quarter" idx="3"/>
          </p:nvPr>
        </p:nvSpPr>
        <p:spPr>
          <a:xfrm>
            <a:off x="584200" y="6477356"/>
            <a:ext cx="4114800" cy="123111"/>
          </a:xfrm>
          <a:prstGeom prst="rect">
            <a:avLst/>
          </a:prstGeom>
        </p:spPr>
        <p:txBody>
          <a:bodyPr vert="horz" lIns="0" tIns="0" rIns="0" bIns="0" rtlCol="0" anchor="ctr">
            <a:spAutoFit/>
          </a:bodyPr>
          <a:lstStyle>
            <a:lvl1pPr algn="l">
              <a:defRPr sz="800" b="1" i="0">
                <a:solidFill>
                  <a:schemeClr val="tx1"/>
                </a:solidFill>
                <a:latin typeface="Segoe UI Variable Display" pitchFamily="2" charset="0"/>
              </a:defRPr>
            </a:lvl1pPr>
          </a:lstStyle>
          <a:p>
            <a:r>
              <a:rPr lang="en-US"/>
              <a:t>Microsoft Confidential</a:t>
            </a:r>
          </a:p>
        </p:txBody>
      </p:sp>
      <p:sp>
        <p:nvSpPr>
          <p:cNvPr id="6" name="Slide Number Placeholder 5">
            <a:extLst>
              <a:ext uri="{FF2B5EF4-FFF2-40B4-BE49-F238E27FC236}">
                <a16:creationId xmlns:a16="http://schemas.microsoft.com/office/drawing/2014/main" id="{5D5F60D1-9CD4-1377-F479-CA37B83380D2}"/>
              </a:ext>
            </a:extLst>
          </p:cNvPr>
          <p:cNvSpPr>
            <a:spLocks noGrp="1"/>
          </p:cNvSpPr>
          <p:nvPr>
            <p:ph type="sldNum" sz="quarter" idx="4"/>
          </p:nvPr>
        </p:nvSpPr>
        <p:spPr>
          <a:xfrm>
            <a:off x="8866633" y="6477356"/>
            <a:ext cx="2743200" cy="123111"/>
          </a:xfrm>
          <a:prstGeom prst="rect">
            <a:avLst/>
          </a:prstGeom>
        </p:spPr>
        <p:txBody>
          <a:bodyPr vert="horz" lIns="0" tIns="0" rIns="0" bIns="0" rtlCol="0" anchor="ctr">
            <a:spAutoFit/>
          </a:bodyPr>
          <a:lstStyle>
            <a:lvl1pPr algn="r">
              <a:defRPr sz="800" b="1" i="0">
                <a:solidFill>
                  <a:schemeClr val="tx1"/>
                </a:solidFill>
                <a:latin typeface="Segoe UI Variable Display" pitchFamily="2" charset="0"/>
              </a:defRPr>
            </a:lvl1pPr>
          </a:lstStyle>
          <a:p>
            <a:fld id="{F126207E-29C7-4F9F-8309-C6BAAD6BC8C8}" type="slidenum">
              <a:rPr lang="en-US" smtClean="0"/>
              <a:pPr/>
              <a:t>‹#›</a:t>
            </a:fld>
            <a:endParaRPr lang="en-US"/>
          </a:p>
        </p:txBody>
      </p:sp>
      <p:sp>
        <p:nvSpPr>
          <p:cNvPr id="8" name="TextBox 7">
            <a:extLst>
              <a:ext uri="{FF2B5EF4-FFF2-40B4-BE49-F238E27FC236}">
                <a16:creationId xmlns:a16="http://schemas.microsoft.com/office/drawing/2014/main" id="{20C2E1FE-B73F-A334-ACA1-CB65455C63F1}"/>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3147481071"/>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266"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8" r:id="rId19"/>
    <p:sldLayoutId id="2147484279" r:id="rId20"/>
    <p:sldLayoutId id="2147484280" r:id="rId21"/>
    <p:sldLayoutId id="2147484281" r:id="rId22"/>
    <p:sldLayoutId id="2147484282" r:id="rId23"/>
    <p:sldLayoutId id="2147484283" r:id="rId24"/>
    <p:sldLayoutId id="2147484284" r:id="rId25"/>
    <p:sldLayoutId id="2147484285" r:id="rId26"/>
    <p:sldLayoutId id="2147484286" r:id="rId27"/>
    <p:sldLayoutId id="2147484287" r:id="rId28"/>
    <p:sldLayoutId id="2147484288" r:id="rId29"/>
    <p:sldLayoutId id="2147484289" r:id="rId30"/>
    <p:sldLayoutId id="2147484290" r:id="rId31"/>
    <p:sldLayoutId id="2147484292" r:id="rId32"/>
    <p:sldLayoutId id="2147484293" r:id="rId33"/>
    <p:sldLayoutId id="2147484294" r:id="rId34"/>
    <p:sldLayoutId id="2147484295" r:id="rId35"/>
    <p:sldLayoutId id="2147484296" r:id="rId36"/>
    <p:sldLayoutId id="2147484297" r:id="rId37"/>
    <p:sldLayoutId id="2147484298" r:id="rId38"/>
    <p:sldLayoutId id="2147484299" r:id="rId39"/>
    <p:sldLayoutId id="2147484300" r:id="rId40"/>
    <p:sldLayoutId id="2147484301" r:id="rId41"/>
    <p:sldLayoutId id="2147484302" r:id="rId42"/>
    <p:sldLayoutId id="2147484303" r:id="rId43"/>
  </p:sldLayoutIdLst>
  <p:transition>
    <p:fade/>
  </p:transition>
  <p:hf hdr="0" dt="0"/>
  <p:txStyles>
    <p:titleStyle>
      <a:lvl1pPr algn="l" defTabSz="932742" rtl="0" eaLnBrk="1" latinLnBrk="0" hangingPunct="1">
        <a:lnSpc>
          <a:spcPct val="100000"/>
        </a:lnSpc>
        <a:spcBef>
          <a:spcPct val="0"/>
        </a:spcBef>
        <a:buNone/>
        <a:defRPr lang="en-US" sz="3600" b="1" i="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b="1" i="0" kern="1200" spc="0" baseline="0">
          <a:solidFill>
            <a:schemeClr val="tx1"/>
          </a:solidFill>
          <a:latin typeface="Segoe UI Variable Display Semibold" pitchFamily="2"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Segoe UI Variable Display" pitchFamily="2"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UI Variable Display" pitchFamily="2"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b="0" i="0" kern="1200" spc="0" baseline="0">
          <a:solidFill>
            <a:schemeClr val="tx1"/>
          </a:solidFill>
          <a:latin typeface="Segoe UI Variable Display" pitchFamily="2"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50" b="0" i="0" kern="1200" spc="0" baseline="0">
          <a:solidFill>
            <a:schemeClr val="tx1"/>
          </a:solidFill>
          <a:latin typeface="Segoe UI Variable Display" pitchFamily="2"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368">
          <p15:clr>
            <a:srgbClr val="C35EA4"/>
          </p15:clr>
        </p15:guide>
        <p15:guide id="32" pos="7313">
          <p15:clr>
            <a:srgbClr val="C35EA4"/>
          </p15:clr>
        </p15:guide>
        <p15:guide id="33" orient="horz" pos="369">
          <p15:clr>
            <a:srgbClr val="C35EA4"/>
          </p15:clr>
        </p15:guide>
        <p15:guide id="34" orient="horz" pos="3949">
          <p15:clr>
            <a:srgbClr val="C35EA4"/>
          </p15:clr>
        </p15:guide>
        <p15:guide id="35" orient="horz" pos="184">
          <p15:clr>
            <a:srgbClr val="A4A3A4"/>
          </p15:clr>
        </p15:guide>
        <p15:guide id="36" pos="185">
          <p15:clr>
            <a:srgbClr val="A4A3A4"/>
          </p15:clr>
        </p15:guide>
        <p15:guide id="37" orient="horz" pos="4135">
          <p15:clr>
            <a:srgbClr val="A4A3A4"/>
          </p15:clr>
        </p15:guide>
        <p15:guide id="38" pos="7495">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303908595"/>
      </p:ext>
    </p:extLst>
  </p:cSld>
  <p:clrMap bg1="dk1" tx1="lt1" bg2="dk2" tx2="lt2" accent1="accent1" accent2="accent2" accent3="accent3" accent4="accent4" accent5="accent5" accent6="accent6" hlink="hlink" folHlink="folHlink"/>
  <p:sldLayoutIdLst>
    <p:sldLayoutId id="2147484305" r:id="rId1"/>
    <p:sldLayoutId id="2147484306" r:id="rId2"/>
    <p:sldLayoutId id="2147484307" r:id="rId3"/>
    <p:sldLayoutId id="2147484308" r:id="rId4"/>
    <p:sldLayoutId id="2147484309" r:id="rId5"/>
    <p:sldLayoutId id="2147484310" r:id="rId6"/>
    <p:sldLayoutId id="2147484311" r:id="rId7"/>
    <p:sldLayoutId id="2147484312" r:id="rId8"/>
    <p:sldLayoutId id="2147484313" r:id="rId9"/>
    <p:sldLayoutId id="2147484314" r:id="rId10"/>
    <p:sldLayoutId id="2147484315" r:id="rId11"/>
    <p:sldLayoutId id="2147484316" r:id="rId12"/>
    <p:sldLayoutId id="2147484317" r:id="rId13"/>
    <p:sldLayoutId id="2147484318" r:id="rId14"/>
    <p:sldLayoutId id="2147484319" r:id="rId15"/>
    <p:sldLayoutId id="2147484320" r:id="rId16"/>
    <p:sldLayoutId id="2147484321" r:id="rId17"/>
    <p:sldLayoutId id="2147484322" r:id="rId18"/>
    <p:sldLayoutId id="2147484323" r:id="rId19"/>
    <p:sldLayoutId id="2147484324" r:id="rId20"/>
    <p:sldLayoutId id="2147484325" r:id="rId21"/>
    <p:sldLayoutId id="2147484326" r:id="rId22"/>
    <p:sldLayoutId id="2147484327" r:id="rId23"/>
    <p:sldLayoutId id="2147484328" r:id="rId24"/>
    <p:sldLayoutId id="2147484329" r:id="rId25"/>
    <p:sldLayoutId id="2147484330" r:id="rId26"/>
    <p:sldLayoutId id="2147484331" r:id="rId27"/>
    <p:sldLayoutId id="2147484332" r:id="rId28"/>
    <p:sldLayoutId id="2147484333" r:id="rId29"/>
    <p:sldLayoutId id="2147484334" r:id="rId30"/>
    <p:sldLayoutId id="2147484335" r:id="rId31"/>
    <p:sldLayoutId id="2147484336" r:id="rId32"/>
    <p:sldLayoutId id="2147484337" r:id="rId33"/>
    <p:sldLayoutId id="2147484338" r:id="rId34"/>
    <p:sldLayoutId id="2147484339" r:id="rId35"/>
    <p:sldLayoutId id="2147484340" r:id="rId36"/>
    <p:sldLayoutId id="2147484341" r:id="rId37"/>
    <p:sldLayoutId id="2147484342" r:id="rId38"/>
    <p:sldLayoutId id="2147484343" r:id="rId39"/>
    <p:sldLayoutId id="2147484344" r:id="rId40"/>
    <p:sldLayoutId id="2147484345" r:id="rId41"/>
    <p:sldLayoutId id="2147484346" r:id="rId42"/>
    <p:sldLayoutId id="2147484347" r:id="rId43"/>
    <p:sldLayoutId id="2147484348" r:id="rId44"/>
    <p:sldLayoutId id="2147484349" r:id="rId45"/>
    <p:sldLayoutId id="2147484350" r:id="rId46"/>
    <p:sldLayoutId id="2147484351" r:id="rId47"/>
    <p:sldLayoutId id="2147484352" r:id="rId48"/>
    <p:sldLayoutId id="2147484353" r:id="rId49"/>
    <p:sldLayoutId id="2147484354" r:id="rId50"/>
    <p:sldLayoutId id="2147484355" r:id="rId5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84152C8B-70F8-8A50-FE91-FB99EB028BA5}"/>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1410093423"/>
      </p:ext>
    </p:extLst>
  </p:cSld>
  <p:clrMap bg1="dk1" tx1="lt1" bg2="dk2" tx2="lt2" accent1="accent1" accent2="accent2" accent3="accent3" accent4="accent4" accent5="accent5" accent6="accent6" hlink="hlink" folHlink="folHlink"/>
  <p:sldLayoutIdLst>
    <p:sldLayoutId id="2147484363" r:id="rId1"/>
    <p:sldLayoutId id="2147484364" r:id="rId2"/>
    <p:sldLayoutId id="2147484365" r:id="rId3"/>
    <p:sldLayoutId id="2147484366" r:id="rId4"/>
    <p:sldLayoutId id="2147484367" r:id="rId5"/>
    <p:sldLayoutId id="2147484368" r:id="rId6"/>
    <p:sldLayoutId id="2147484369" r:id="rId7"/>
    <p:sldLayoutId id="2147484370" r:id="rId8"/>
    <p:sldLayoutId id="2147484371" r:id="rId9"/>
    <p:sldLayoutId id="2147484372" r:id="rId10"/>
    <p:sldLayoutId id="2147484373" r:id="rId11"/>
    <p:sldLayoutId id="2147484374" r:id="rId12"/>
    <p:sldLayoutId id="2147484375" r:id="rId13"/>
    <p:sldLayoutId id="2147484376" r:id="rId14"/>
    <p:sldLayoutId id="2147484377" r:id="rId15"/>
    <p:sldLayoutId id="2147484378" r:id="rId16"/>
    <p:sldLayoutId id="2147484379" r:id="rId17"/>
    <p:sldLayoutId id="2147484380" r:id="rId18"/>
    <p:sldLayoutId id="2147484381" r:id="rId19"/>
    <p:sldLayoutId id="2147484382" r:id="rId20"/>
    <p:sldLayoutId id="2147484383" r:id="rId21"/>
    <p:sldLayoutId id="2147484384" r:id="rId22"/>
    <p:sldLayoutId id="2147484385" r:id="rId23"/>
    <p:sldLayoutId id="2147484386" r:id="rId24"/>
    <p:sldLayoutId id="2147484387" r:id="rId25"/>
    <p:sldLayoutId id="2147484388" r:id="rId26"/>
    <p:sldLayoutId id="2147484389" r:id="rId27"/>
    <p:sldLayoutId id="2147484390" r:id="rId28"/>
    <p:sldLayoutId id="2147484391" r:id="rId29"/>
    <p:sldLayoutId id="2147484392" r:id="rId30"/>
    <p:sldLayoutId id="2147484393" r:id="rId31"/>
  </p:sldLayoutIdLst>
  <p:transition>
    <p:fade/>
  </p:transition>
  <p:txStyles>
    <p:titleStyle>
      <a:lvl1pPr algn="ctr" defTabSz="932742" rtl="0" eaLnBrk="1" latinLnBrk="0" hangingPunct="1">
        <a:lnSpc>
          <a:spcPct val="100000"/>
        </a:lnSpc>
        <a:spcBef>
          <a:spcPct val="0"/>
        </a:spcBef>
        <a:buNone/>
        <a:defRPr lang="en-US" sz="32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1">
              <a:lumMod val="60000"/>
              <a:lumOff val="40000"/>
            </a:schemeClr>
          </a:solidFill>
          <a:latin typeface="+mj-lt"/>
          <a:ea typeface="+mn-ea"/>
          <a:cs typeface="+mn-cs"/>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mn-cs"/>
        </a:defRPr>
      </a:lvl6pPr>
      <a:lvl7pPr marL="0" indent="0" algn="l" defTabSz="932742" rtl="0" eaLnBrk="1" latinLnBrk="0" hangingPunct="1">
        <a:spcBef>
          <a:spcPts val="0"/>
        </a:spcBef>
        <a:spcAft>
          <a:spcPts val="600"/>
        </a:spcAft>
        <a:buFont typeface="Arial" pitchFamily="34" charset="0"/>
        <a:buNone/>
        <a:defRPr sz="1400" kern="1200">
          <a:solidFill>
            <a:schemeClr val="accent1">
              <a:lumMod val="60000"/>
              <a:lumOff val="40000"/>
            </a:schemeClr>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903">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85216" y="2688336"/>
            <a:ext cx="9144000" cy="1261872"/>
          </a:xfrm>
        </p:spPr>
        <p:txBody>
          <a:bodyPr wrap="square" lIns="0" rIns="0" tIns="0" bIns="0"/>
          <a:lstStyle/>
          <a:p>
            <a:pPr algn="l">
              <a:lnSpc>
                <a:spcPct val="108000"/>
              </a:lnSpc>
              <a:spcBef>
                <a:spcPts val="0"/>
              </a:spcBef>
              <a:spcAft>
                <a:spcPts val="0"/>
              </a:spcAft>
            </a:pPr>
            <a:r>
              <a:rPr sz="4000" b="1" lang="ko-KR">
                <a:solidFill>
                  <a:srgbClr val="FFFFFF"/>
                </a:solidFill>
                <a:latin typeface="Segoe UI Semibold"/>
                <a:ea typeface="Malgun Gothic"/>
                <a:cs typeface="Segoe UI"/>
              </a:rPr>
              <a:t>수천 개의 Secrets를</a:t>
            </a:r>
          </a:p>
          <a:p>
            <a:pPr algn="l">
              <a:lnSpc>
                <a:spcPct val="108000"/>
              </a:lnSpc>
              <a:spcBef>
                <a:spcPts val="0"/>
              </a:spcBef>
              <a:spcAft>
                <a:spcPts val="0"/>
              </a:spcAft>
            </a:pPr>
            <a:r>
              <a:rPr sz="4000" b="1" lang="ko-KR">
                <a:solidFill>
                  <a:srgbClr val="FFFFFF"/>
                </a:solidFill>
                <a:latin typeface="Segoe UI Semibold"/>
                <a:ea typeface="Malgun Gothic"/>
                <a:cs typeface="Segoe UI"/>
              </a:rPr>
              <a:t>효율적으로 사용하는 방법</a:t>
            </a:r>
          </a:p>
        </p:txBody>
      </p:sp>
      <p:sp>
        <p:nvSpPr>
          <p:cNvPr id="3" name="Text Placeholder 2"/>
          <p:cNvSpPr>
            <a:spLocks noGrp="1"/>
          </p:cNvSpPr>
          <p:nvPr>
            <p:ph type="body" idx="12" sz="quarter"/>
          </p:nvPr>
        </p:nvSpPr>
        <p:spPr>
          <a:xfrm>
            <a:off x="585216" y="3959352"/>
            <a:ext cx="9144000" cy="822960"/>
          </a:xfrm>
        </p:spPr>
        <p:txBody>
          <a:bodyPr wrap="square" lIns="0" rIns="0" tIns="0" bIns="0"/>
          <a:lstStyle/>
          <a:p>
            <a:pPr algn="l">
              <a:lnSpc>
                <a:spcPct val="108000"/>
              </a:lnSpc>
              <a:spcBef>
                <a:spcPts val="0"/>
              </a:spcBef>
              <a:spcAft>
                <a:spcPts val="0"/>
              </a:spcAft>
            </a:pPr>
            <a:r>
              <a:rPr sz="1900" b="0" lang="ko-KR">
                <a:solidFill>
                  <a:srgbClr val="50E6FF"/>
                </a:solidFill>
                <a:latin typeface="Segoe UI"/>
                <a:ea typeface="Malgun Gothic"/>
                <a:cs typeface="Segoe UI"/>
              </a:rPr>
              <a:t>Module 03 · Vault 경계부터 TTL · Single-flight · Jitter까지</a:t>
            </a:r>
          </a:p>
          <a:p>
            <a:pPr>
              <a:spcBef>
                <a:spcPts val="900"/>
              </a:spcBef>
            </a:pPr>
            <a:r>
              <a:rPr sz="1400" b="0" lang="ko-KR">
                <a:solidFill>
                  <a:srgbClr val="FFFFFF"/>
                </a:solidFill>
                <a:latin typeface="Segoe UI"/>
                <a:ea typeface="Malgun Gothic"/>
                <a:cs typeface="Segoe UI"/>
              </a:rPr>
              <a:t>Azure Key Vault Developer 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첫 질문은 캐시가 아니라 Vault 경계입니다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핵심 결론 · 공유해도 되는 앱만 같은 Vault에 둡니다</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02</a:t>
            </a:r>
          </a:p>
        </p:txBody>
      </p:sp>
      <p:sp>
        <p:nvSpPr>
          <p:cNvPr id="6" name="TextBox 5"/>
          <p:cNvSpPr txBox="1"/>
          <p:nvPr/>
        </p:nvSpPr>
        <p:spPr>
          <a:xfrm>
            <a:off x="749808" y="1847088"/>
            <a:ext cx="10652760" cy="502920"/>
          </a:xfrm>
          <a:prstGeom prst="rect">
            <a:avLst/>
          </a:prstGeom>
          <a:noFill/>
        </p:spPr>
        <p:txBody>
          <a:bodyPr wrap="square" lIns="0" rIns="0" tIns="0" bIns="0">
            <a:spAutoFit/>
          </a:bodyPr>
          <a:lstStyle/>
          <a:p>
            <a:pPr algn="ctr">
              <a:lnSpc>
                <a:spcPct val="108000"/>
              </a:lnSpc>
              <a:spcBef>
                <a:spcPts val="0"/>
              </a:spcBef>
              <a:spcAft>
                <a:spcPts val="0"/>
              </a:spcAft>
            </a:pPr>
            <a:r>
              <a:rPr sz="2500" b="1" lang="ko-KR">
                <a:solidFill>
                  <a:srgbClr val="243A5E"/>
                </a:solidFill>
                <a:latin typeface="Segoe UI Semibold"/>
                <a:ea typeface="Malgun Gothic"/>
                <a:cs typeface="Segoe UI"/>
              </a:rPr>
              <a:t>“여러 앱이 하나의 Vault를 공유해도 되는가?”</a:t>
            </a:r>
          </a:p>
        </p:txBody>
      </p:sp>
      <p:sp>
        <p:nvSpPr>
          <p:cNvPr id="7" name="Rounded Rectangle 6"/>
          <p:cNvSpPr/>
          <p:nvPr/>
        </p:nvSpPr>
        <p:spPr>
          <a:xfrm>
            <a:off x="585216" y="2788920"/>
            <a:ext cx="352044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2788920"/>
            <a:ext cx="50292" cy="214884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71800"/>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1. 경계 결정</a:t>
            </a:r>
          </a:p>
        </p:txBody>
      </p:sp>
      <p:sp>
        <p:nvSpPr>
          <p:cNvPr id="10" name="TextBox 9"/>
          <p:cNvSpPr txBox="1"/>
          <p:nvPr/>
        </p:nvSpPr>
        <p:spPr>
          <a:xfrm>
            <a:off x="795528" y="3538727"/>
            <a:ext cx="309981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권한 · 네트워크</a:t>
            </a:r>
          </a:p>
          <a:p>
            <a:pPr algn="l">
              <a:lnSpc>
                <a:spcPct val="108000"/>
              </a:lnSpc>
              <a:spcBef>
                <a:spcPts val="0"/>
              </a:spcBef>
              <a:spcAft>
                <a:spcPts val="0"/>
              </a:spcAft>
            </a:pPr>
            <a:r>
              <a:rPr sz="1350" b="0" lang="ko-KR">
                <a:solidFill>
                  <a:srgbClr val="333333"/>
                </a:solidFill>
                <a:latin typeface="Segoe UI"/>
                <a:ea typeface="Malgun Gothic"/>
                <a:cs typeface="Segoe UI"/>
              </a:rPr>
              <a:t>장애 · 트래픽</a:t>
            </a:r>
          </a:p>
          <a:p>
            <a:pPr algn="l">
              <a:lnSpc>
                <a:spcPct val="108000"/>
              </a:lnSpc>
              <a:spcBef>
                <a:spcPts val="0"/>
              </a:spcBef>
              <a:spcAft>
                <a:spcPts val="0"/>
              </a:spcAft>
            </a:pPr>
            <a:r>
              <a:rPr sz="1350" b="0" lang="ko-KR">
                <a:solidFill>
                  <a:srgbClr val="333333"/>
                </a:solidFill>
                <a:latin typeface="Segoe UI"/>
                <a:ea typeface="Malgun Gothic"/>
                <a:cs typeface="Segoe UI"/>
              </a:rPr>
              <a:t>소유 · 수명주기</a:t>
            </a:r>
          </a:p>
        </p:txBody>
      </p:sp>
      <p:sp>
        <p:nvSpPr>
          <p:cNvPr id="11" name="Rounded Rectangle 10"/>
          <p:cNvSpPr/>
          <p:nvPr/>
        </p:nvSpPr>
        <p:spPr>
          <a:xfrm>
            <a:off x="4334256" y="2788920"/>
            <a:ext cx="352044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6" y="2788920"/>
            <a:ext cx="50292" cy="21488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2971800"/>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2. 필요한 값만</a:t>
            </a:r>
          </a:p>
        </p:txBody>
      </p:sp>
      <p:sp>
        <p:nvSpPr>
          <p:cNvPr id="14" name="TextBox 13"/>
          <p:cNvSpPr txBox="1"/>
          <p:nvPr/>
        </p:nvSpPr>
        <p:spPr>
          <a:xfrm>
            <a:off x="4544568" y="3538727"/>
            <a:ext cx="309981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허용된 이름 직접 Get</a:t>
            </a:r>
          </a:p>
          <a:p>
            <a:pPr algn="l">
              <a:lnSpc>
                <a:spcPct val="108000"/>
              </a:lnSpc>
              <a:spcBef>
                <a:spcPts val="0"/>
              </a:spcBef>
              <a:spcAft>
                <a:spcPts val="0"/>
              </a:spcAft>
            </a:pPr>
            <a:r>
              <a:rPr sz="1350" b="0" lang="ko-KR">
                <a:solidFill>
                  <a:srgbClr val="333333"/>
                </a:solidFill>
                <a:latin typeface="Segoe UI"/>
                <a:ea typeface="Malgun Gothic"/>
                <a:cs typeface="Segoe UI"/>
              </a:rPr>
              <a:t>또는 제한된 Provider</a:t>
            </a:r>
          </a:p>
        </p:txBody>
      </p:sp>
      <p:sp>
        <p:nvSpPr>
          <p:cNvPr id="15" name="Rounded Rectangle 14"/>
          <p:cNvSpPr/>
          <p:nvPr/>
        </p:nvSpPr>
        <p:spPr>
          <a:xfrm>
            <a:off x="8083296" y="2788920"/>
            <a:ext cx="3520440" cy="214884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2788920"/>
            <a:ext cx="50292" cy="214884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971800"/>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3. 호출 최적화</a:t>
            </a:r>
          </a:p>
        </p:txBody>
      </p:sp>
      <p:sp>
        <p:nvSpPr>
          <p:cNvPr id="18" name="TextBox 17"/>
          <p:cNvSpPr txBox="1"/>
          <p:nvPr/>
        </p:nvSpPr>
        <p:spPr>
          <a:xfrm>
            <a:off x="8293608" y="3538727"/>
            <a:ext cx="3099816" cy="123444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TTL</a:t>
            </a:r>
          </a:p>
          <a:p>
            <a:pPr algn="l">
              <a:lnSpc>
                <a:spcPct val="108000"/>
              </a:lnSpc>
              <a:spcBef>
                <a:spcPts val="0"/>
              </a:spcBef>
              <a:spcAft>
                <a:spcPts val="0"/>
              </a:spcAft>
            </a:pPr>
            <a:r>
              <a:rPr sz="1350" b="0" lang="ko-KR">
                <a:solidFill>
                  <a:srgbClr val="333333"/>
                </a:solidFill>
                <a:latin typeface="Segoe UI"/>
                <a:ea typeface="Malgun Gothic"/>
                <a:cs typeface="Segoe UI"/>
              </a:rPr>
              <a:t>Single-flight</a:t>
            </a:r>
          </a:p>
          <a:p>
            <a:pPr algn="l">
              <a:lnSpc>
                <a:spcPct val="108000"/>
              </a:lnSpc>
              <a:spcBef>
                <a:spcPts val="0"/>
              </a:spcBef>
              <a:spcAft>
                <a:spcPts val="0"/>
              </a:spcAft>
            </a:pPr>
            <a:r>
              <a:rPr sz="1350" b="0" lang="ko-KR">
                <a:solidFill>
                  <a:srgbClr val="333333"/>
                </a:solidFill>
                <a:latin typeface="Segoe UI"/>
                <a:ea typeface="Malgun Gothic"/>
                <a:cs typeface="Segoe UI"/>
              </a:rPr>
              <a:t>Jitter</a:t>
            </a:r>
          </a:p>
        </p:txBody>
      </p:sp>
      <p:sp>
        <p:nvSpPr>
          <p:cNvPr id="19" name="Rectangle 18"/>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Secret이 5,000개라면 캐시보다 먼저 여러 앱·팀의 공유 구조를 의심합니다.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앱별 Vault는 경계를 단순하게 만듭니다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1. 앱별 vs 공유 · 환경별 분리는 기본 전제</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03</a:t>
            </a:r>
          </a:p>
        </p:txBody>
      </p:sp>
      <p:sp>
        <p:nvSpPr>
          <p:cNvPr id="6" name="TextBox 5"/>
          <p:cNvSpPr txBox="1"/>
          <p:nvPr/>
        </p:nvSpPr>
        <p:spPr>
          <a:xfrm>
            <a:off x="658368" y="1792224"/>
            <a:ext cx="5074920" cy="329184"/>
          </a:xfrm>
          <a:prstGeom prst="rect">
            <a:avLst/>
          </a:prstGeom>
          <a:noFill/>
        </p:spPr>
        <p:txBody>
          <a:bodyPr wrap="square" lIns="0" rIns="0" tIns="0" bIns="0">
            <a:spAutoFit/>
          </a:bodyPr>
          <a:lstStyle/>
          <a:p>
            <a:pPr algn="ctr">
              <a:lnSpc>
                <a:spcPct val="108000"/>
              </a:lnSpc>
              <a:spcBef>
                <a:spcPts val="0"/>
              </a:spcBef>
              <a:spcAft>
                <a:spcPts val="0"/>
              </a:spcAft>
            </a:pPr>
            <a:r>
              <a:rPr sz="1800" b="1" lang="ko-KR">
                <a:solidFill>
                  <a:srgbClr val="0078D4"/>
                </a:solidFill>
                <a:latin typeface="Segoe UI Semibold"/>
                <a:ea typeface="Malgun Gothic"/>
                <a:cs typeface="Segoe UI"/>
              </a:rPr>
              <a:t>앱별 Vault</a:t>
            </a:r>
          </a:p>
        </p:txBody>
      </p:sp>
      <p:sp>
        <p:nvSpPr>
          <p:cNvPr id="7" name="Rounded Rectangle 6"/>
          <p:cNvSpPr/>
          <p:nvPr/>
        </p:nvSpPr>
        <p:spPr>
          <a:xfrm>
            <a:off x="713232" y="2304288"/>
            <a:ext cx="1554480" cy="585216"/>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59736"/>
            <a:ext cx="1335024" cy="256032"/>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243A5E"/>
                </a:solidFill>
                <a:latin typeface="Segoe UI Semibold"/>
                <a:ea typeface="Malgun Gothic"/>
                <a:cs typeface="Segoe UI"/>
              </a:rPr>
              <a:t>Orders</a:t>
            </a:r>
          </a:p>
        </p:txBody>
      </p:sp>
      <p:cxnSp>
        <p:nvCxnSpPr>
          <p:cNvPr id="9" name="Connector 8"/>
          <p:cNvCxnSpPr/>
          <p:nvPr/>
        </p:nvCxnSpPr>
        <p:spPr>
          <a:xfrm>
            <a:off x="2267712" y="2596896"/>
            <a:ext cx="5303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07208" y="2304288"/>
            <a:ext cx="2395728" cy="5852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2459736"/>
            <a:ext cx="2157984" cy="256032"/>
          </a:xfrm>
          <a:prstGeom prst="rect">
            <a:avLst/>
          </a:prstGeom>
          <a:noFill/>
        </p:spPr>
        <p:txBody>
          <a:bodyPr wrap="square" lIns="0" rIns="0" tIns="0" bIns="0">
            <a:spAutoFit/>
          </a:bodyPr>
          <a:lstStyle/>
          <a:p>
            <a:pPr algn="ctr">
              <a:lnSpc>
                <a:spcPct val="108000"/>
              </a:lnSpc>
              <a:spcBef>
                <a:spcPts val="0"/>
              </a:spcBef>
              <a:spcAft>
                <a:spcPts val="0"/>
              </a:spcAft>
            </a:pPr>
            <a:r>
              <a:rPr sz="1270" b="1" lang="ko-KR">
                <a:solidFill>
                  <a:srgbClr val="0078D4"/>
                </a:solidFill>
                <a:latin typeface="Segoe UI Semibold"/>
                <a:ea typeface="Malgun Gothic"/>
                <a:cs typeface="Segoe UI"/>
              </a:rPr>
              <a:t>orders-prod-kv</a:t>
            </a:r>
          </a:p>
        </p:txBody>
      </p:sp>
      <p:sp>
        <p:nvSpPr>
          <p:cNvPr id="12" name="Rounded Rectangle 11"/>
          <p:cNvSpPr/>
          <p:nvPr/>
        </p:nvSpPr>
        <p:spPr>
          <a:xfrm>
            <a:off x="713232" y="3264408"/>
            <a:ext cx="1554480" cy="585216"/>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419856"/>
            <a:ext cx="1335024" cy="256032"/>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243A5E"/>
                </a:solidFill>
                <a:latin typeface="Segoe UI Semibold"/>
                <a:ea typeface="Malgun Gothic"/>
                <a:cs typeface="Segoe UI"/>
              </a:rPr>
              <a:t>Payment</a:t>
            </a:r>
          </a:p>
        </p:txBody>
      </p:sp>
      <p:cxnSp>
        <p:nvCxnSpPr>
          <p:cNvPr id="14" name="Connector 13"/>
          <p:cNvCxnSpPr/>
          <p:nvPr/>
        </p:nvCxnSpPr>
        <p:spPr>
          <a:xfrm>
            <a:off x="2267712" y="3557016"/>
            <a:ext cx="5303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07208" y="3264408"/>
            <a:ext cx="2395728" cy="5852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0" y="3419856"/>
            <a:ext cx="2157984" cy="256032"/>
          </a:xfrm>
          <a:prstGeom prst="rect">
            <a:avLst/>
          </a:prstGeom>
          <a:noFill/>
        </p:spPr>
        <p:txBody>
          <a:bodyPr wrap="square" lIns="0" rIns="0" tIns="0" bIns="0">
            <a:spAutoFit/>
          </a:bodyPr>
          <a:lstStyle/>
          <a:p>
            <a:pPr algn="ctr">
              <a:lnSpc>
                <a:spcPct val="108000"/>
              </a:lnSpc>
              <a:spcBef>
                <a:spcPts val="0"/>
              </a:spcBef>
              <a:spcAft>
                <a:spcPts val="0"/>
              </a:spcAft>
            </a:pPr>
            <a:r>
              <a:rPr sz="1270" b="1" lang="ko-KR">
                <a:solidFill>
                  <a:srgbClr val="0078D4"/>
                </a:solidFill>
                <a:latin typeface="Segoe UI Semibold"/>
                <a:ea typeface="Malgun Gothic"/>
                <a:cs typeface="Segoe UI"/>
              </a:rPr>
              <a:t>payment-prod-kv</a:t>
            </a:r>
          </a:p>
        </p:txBody>
      </p:sp>
      <p:sp>
        <p:nvSpPr>
          <p:cNvPr id="17" name="Rounded Rectangle 16"/>
          <p:cNvSpPr/>
          <p:nvPr/>
        </p:nvSpPr>
        <p:spPr>
          <a:xfrm>
            <a:off x="713232" y="4224528"/>
            <a:ext cx="1554480" cy="585216"/>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379976"/>
            <a:ext cx="1335024" cy="256032"/>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243A5E"/>
                </a:solidFill>
                <a:latin typeface="Segoe UI Semibold"/>
                <a:ea typeface="Malgun Gothic"/>
                <a:cs typeface="Segoe UI"/>
              </a:rPr>
              <a:t>Shipping</a:t>
            </a:r>
          </a:p>
        </p:txBody>
      </p:sp>
      <p:cxnSp>
        <p:nvCxnSpPr>
          <p:cNvPr id="19" name="Connector 18"/>
          <p:cNvCxnSpPr/>
          <p:nvPr/>
        </p:nvCxnSpPr>
        <p:spPr>
          <a:xfrm>
            <a:off x="2267712" y="4517136"/>
            <a:ext cx="53035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807208" y="4224528"/>
            <a:ext cx="2395728" cy="5852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0" y="4379976"/>
            <a:ext cx="2157984" cy="256032"/>
          </a:xfrm>
          <a:prstGeom prst="rect">
            <a:avLst/>
          </a:prstGeom>
          <a:noFill/>
        </p:spPr>
        <p:txBody>
          <a:bodyPr wrap="square" lIns="0" rIns="0" tIns="0" bIns="0">
            <a:spAutoFit/>
          </a:bodyPr>
          <a:lstStyle/>
          <a:p>
            <a:pPr algn="ctr">
              <a:lnSpc>
                <a:spcPct val="108000"/>
              </a:lnSpc>
              <a:spcBef>
                <a:spcPts val="0"/>
              </a:spcBef>
              <a:spcAft>
                <a:spcPts val="0"/>
              </a:spcAft>
            </a:pPr>
            <a:r>
              <a:rPr sz="1270" b="1" lang="ko-KR">
                <a:solidFill>
                  <a:srgbClr val="0078D4"/>
                </a:solidFill>
                <a:latin typeface="Segoe UI Semibold"/>
                <a:ea typeface="Malgun Gothic"/>
                <a:cs typeface="Segoe UI"/>
              </a:rPr>
              <a:t>shipping-prod-kv</a:t>
            </a:r>
          </a:p>
        </p:txBody>
      </p:sp>
      <p:sp>
        <p:nvSpPr>
          <p:cNvPr id="22" name="TextBox 21"/>
          <p:cNvSpPr txBox="1"/>
          <p:nvPr/>
        </p:nvSpPr>
        <p:spPr>
          <a:xfrm>
            <a:off x="6208776" y="1792224"/>
            <a:ext cx="5074920" cy="329184"/>
          </a:xfrm>
          <a:prstGeom prst="rect">
            <a:avLst/>
          </a:prstGeom>
          <a:noFill/>
        </p:spPr>
        <p:txBody>
          <a:bodyPr wrap="square" lIns="0" rIns="0" tIns="0" bIns="0">
            <a:spAutoFit/>
          </a:bodyPr>
          <a:lstStyle/>
          <a:p>
            <a:pPr algn="ctr">
              <a:lnSpc>
                <a:spcPct val="108000"/>
              </a:lnSpc>
              <a:spcBef>
                <a:spcPts val="0"/>
              </a:spcBef>
              <a:spcAft>
                <a:spcPts val="0"/>
              </a:spcAft>
            </a:pPr>
            <a:r>
              <a:rPr sz="1800" b="1" lang="ko-KR">
                <a:solidFill>
                  <a:srgbClr val="008575"/>
                </a:solidFill>
                <a:latin typeface="Segoe UI Semibold"/>
                <a:ea typeface="Malgun Gothic"/>
                <a:cs typeface="Segoe UI"/>
              </a:rPr>
              <a:t>공유 Vault</a:t>
            </a:r>
          </a:p>
        </p:txBody>
      </p:sp>
      <p:sp>
        <p:nvSpPr>
          <p:cNvPr id="23" name="Rounded Rectangle 22"/>
          <p:cNvSpPr/>
          <p:nvPr/>
        </p:nvSpPr>
        <p:spPr>
          <a:xfrm>
            <a:off x="6309360" y="2304288"/>
            <a:ext cx="1554480" cy="585216"/>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2459736"/>
            <a:ext cx="1335024" cy="256032"/>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243A5E"/>
                </a:solidFill>
                <a:latin typeface="Segoe UI Semibold"/>
                <a:ea typeface="Malgun Gothic"/>
                <a:cs typeface="Segoe UI"/>
              </a:rPr>
              <a:t>Orders</a:t>
            </a:r>
          </a:p>
        </p:txBody>
      </p:sp>
      <p:cxnSp>
        <p:nvCxnSpPr>
          <p:cNvPr id="25" name="Connector 24"/>
          <p:cNvCxnSpPr/>
          <p:nvPr/>
        </p:nvCxnSpPr>
        <p:spPr>
          <a:xfrm>
            <a:off x="7863840" y="2596896"/>
            <a:ext cx="667512" cy="667512"/>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309360" y="3264408"/>
            <a:ext cx="1554480" cy="585216"/>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088" y="3419856"/>
            <a:ext cx="1335024" cy="256032"/>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243A5E"/>
                </a:solidFill>
                <a:latin typeface="Segoe UI Semibold"/>
                <a:ea typeface="Malgun Gothic"/>
                <a:cs typeface="Segoe UI"/>
              </a:rPr>
              <a:t>Payment</a:t>
            </a:r>
          </a:p>
        </p:txBody>
      </p:sp>
      <p:cxnSp>
        <p:nvCxnSpPr>
          <p:cNvPr id="28" name="Connector 27"/>
          <p:cNvCxnSpPr/>
          <p:nvPr/>
        </p:nvCxnSpPr>
        <p:spPr>
          <a:xfrm flipV="1">
            <a:off x="7863840" y="3264408"/>
            <a:ext cx="667512" cy="292608"/>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309360" y="4224528"/>
            <a:ext cx="1554480" cy="585216"/>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4379976"/>
            <a:ext cx="1335024" cy="256032"/>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243A5E"/>
                </a:solidFill>
                <a:latin typeface="Segoe UI Semibold"/>
                <a:ea typeface="Malgun Gothic"/>
                <a:cs typeface="Segoe UI"/>
              </a:rPr>
              <a:t>Shipping</a:t>
            </a:r>
          </a:p>
        </p:txBody>
      </p:sp>
      <p:cxnSp>
        <p:nvCxnSpPr>
          <p:cNvPr id="31" name="Connector 30"/>
          <p:cNvCxnSpPr/>
          <p:nvPr/>
        </p:nvCxnSpPr>
        <p:spPr>
          <a:xfrm flipV="1">
            <a:off x="7863840" y="3264408"/>
            <a:ext cx="667512" cy="1252728"/>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558784" y="2386584"/>
            <a:ext cx="2395728" cy="1883664"/>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32520" y="2688336"/>
            <a:ext cx="2048256" cy="329184"/>
          </a:xfrm>
          <a:prstGeom prst="rect">
            <a:avLst/>
          </a:prstGeom>
          <a:noFill/>
        </p:spPr>
        <p:txBody>
          <a:bodyPr wrap="square" lIns="0" rIns="0" tIns="0" bIns="0">
            <a:spAutoFit/>
          </a:bodyPr>
          <a:lstStyle/>
          <a:p>
            <a:pPr algn="ctr">
              <a:lnSpc>
                <a:spcPct val="108000"/>
              </a:lnSpc>
              <a:spcBef>
                <a:spcPts val="0"/>
              </a:spcBef>
              <a:spcAft>
                <a:spcPts val="0"/>
              </a:spcAft>
            </a:pPr>
            <a:r>
              <a:rPr sz="1500" b="1" lang="ko-KR">
                <a:solidFill>
                  <a:srgbClr val="008575"/>
                </a:solidFill>
                <a:latin typeface="Segoe UI Semibold"/>
                <a:ea typeface="Malgun Gothic"/>
                <a:cs typeface="Segoe UI"/>
              </a:rPr>
              <a:t>shared-prod-kv</a:t>
            </a:r>
          </a:p>
        </p:txBody>
      </p:sp>
      <p:sp>
        <p:nvSpPr>
          <p:cNvPr id="34" name="TextBox 33"/>
          <p:cNvSpPr txBox="1"/>
          <p:nvPr/>
        </p:nvSpPr>
        <p:spPr>
          <a:xfrm>
            <a:off x="8732520" y="3264408"/>
            <a:ext cx="2048256" cy="640080"/>
          </a:xfrm>
          <a:prstGeom prst="rect">
            <a:avLst/>
          </a:prstGeom>
          <a:noFill/>
        </p:spPr>
        <p:txBody>
          <a:bodyPr wrap="square" lIns="0" rIns="0" tIns="0" bIns="0">
            <a:spAutoFit/>
          </a:bodyPr>
          <a:lstStyle/>
          <a:p>
            <a:pPr algn="ctr">
              <a:lnSpc>
                <a:spcPct val="108000"/>
              </a:lnSpc>
              <a:spcBef>
                <a:spcPts val="0"/>
              </a:spcBef>
              <a:spcAft>
                <a:spcPts val="0"/>
              </a:spcAft>
            </a:pPr>
            <a:r>
              <a:rPr sz="1250" b="0" lang="ko-KR">
                <a:solidFill>
                  <a:srgbClr val="333333"/>
                </a:solidFill>
                <a:latin typeface="Consolas"/>
                <a:ea typeface="Malgun Gothic"/>
                <a:cs typeface="Segoe UI"/>
              </a:rPr>
              <a:t>orders-*</a:t>
            </a:r>
          </a:p>
          <a:p>
            <a:pPr algn="ctr">
              <a:lnSpc>
                <a:spcPct val="108000"/>
              </a:lnSpc>
              <a:spcBef>
                <a:spcPts val="0"/>
              </a:spcBef>
              <a:spcAft>
                <a:spcPts val="0"/>
              </a:spcAft>
            </a:pPr>
            <a:r>
              <a:rPr sz="1250" b="0" lang="ko-KR">
                <a:solidFill>
                  <a:srgbClr val="333333"/>
                </a:solidFill>
                <a:latin typeface="Consolas"/>
                <a:ea typeface="Malgun Gothic"/>
                <a:cs typeface="Segoe UI"/>
              </a:rPr>
              <a:t>payment-*</a:t>
            </a:r>
          </a:p>
          <a:p>
            <a:pPr algn="ctr">
              <a:lnSpc>
                <a:spcPct val="108000"/>
              </a:lnSpc>
              <a:spcBef>
                <a:spcPts val="0"/>
              </a:spcBef>
              <a:spcAft>
                <a:spcPts val="0"/>
              </a:spcAft>
            </a:pPr>
            <a:r>
              <a:rPr sz="1250" b="0" lang="ko-KR">
                <a:solidFill>
                  <a:srgbClr val="333333"/>
                </a:solidFill>
                <a:latin typeface="Consolas"/>
                <a:ea typeface="Malgun Gothic"/>
                <a:cs typeface="Segoe UI"/>
              </a:rPr>
              <a:t>shipping-*</a:t>
            </a:r>
          </a:p>
        </p:txBody>
      </p:sp>
      <p:sp>
        <p:nvSpPr>
          <p:cNvPr id="35" name="Rectangle 34"/>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공유는 리소스를 줄이지만 권한·장애·트래픽·회전 책임을 결합합니다.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공유의 편의보다 결합 비용을 먼저 계산합니다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1.1·1.2 트레이드오프 · 운영 대상 수와 영향 범위의 교환</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04</a:t>
            </a:r>
          </a:p>
        </p:txBody>
      </p:sp>
      <p:graphicFrame>
        <p:nvGraphicFramePr>
          <p:cNvPr id="6" name="Table 5"/>
          <p:cNvGraphicFramePr>
            <a:graphicFrameLocks noGrp="1"/>
          </p:cNvGraphicFramePr>
          <p:nvPr/>
        </p:nvGraphicFramePr>
        <p:xfrm>
          <a:off x="585216" y="1828800"/>
          <a:ext cx="11018519" cy="3621024"/>
        </p:xfrm>
        <a:graphic>
          <a:graphicData uri="http://schemas.openxmlformats.org/drawingml/2006/table">
            <a:tbl>
              <a:tblPr firstRow="1" bandRow="1">
                <a:tableStyleId>{5C22544A-7EE6-4342-B048-85BDC9FD1C3A}</a:tableStyleId>
              </a:tblPr>
              <a:tblGrid>
                <a:gridCol w="1874519"/>
                <a:gridCol w="4526280"/>
                <a:gridCol w="4617720"/>
              </a:tblGrid>
              <a:tr h="420624">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관점</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앱별 Vault</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공유 Vault</a:t>
                      </a:r>
                    </a:p>
                  </a:txBody>
                  <a:tcPr marL="118872" marR="118872" marT="45720" marB="45720">
                    <a:solidFill>
                      <a:srgbClr val="243A5E"/>
                    </a:solidFill>
                  </a:tcPr>
                </a:tc>
              </a:tr>
              <a:tr h="621792">
                <a:tc>
                  <a:txBody>
                    <a:bodyPr anchor="ctr" wrap="square" lIns="0" rIns="0" tIns="0" bIns="0"/>
                    <a:lstStyle/>
                    <a:p>
                      <a:pPr algn="l">
                        <a:lnSpc>
                          <a:spcPct val="108000"/>
                        </a:lnSpc>
                        <a:spcBef>
                          <a:spcPts val="0"/>
                        </a:spcBef>
                        <a:spcAft>
                          <a:spcPts val="0"/>
                        </a:spcAft>
                      </a:pPr>
                      <a:r>
                        <a:rPr sz="1210" b="1" lang="ko-KR">
                          <a:solidFill>
                            <a:srgbClr val="0078D4"/>
                          </a:solidFill>
                          <a:latin typeface="Segoe UI Semibold"/>
                          <a:ea typeface="Malgun Gothic"/>
                          <a:cs typeface="Segoe UI"/>
                        </a:rPr>
                        <a:t>최소 권한</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앱 경계와 자연스럽게 일치</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앱별 권한 설계·감사 복잡</a:t>
                      </a:r>
                    </a:p>
                  </a:txBody>
                  <a:tcPr marL="118872" marR="118872" marT="45720" marB="45720">
                    <a:solidFill>
                      <a:srgbClr val="F2F6FA"/>
                    </a:solidFill>
                  </a:tcPr>
                </a:tc>
              </a:tr>
              <a:tr h="621792">
                <a:tc>
                  <a:txBody>
                    <a:bodyPr anchor="ctr" wrap="square" lIns="0" rIns="0" tIns="0" bIns="0"/>
                    <a:lstStyle/>
                    <a:p>
                      <a:pPr algn="l">
                        <a:lnSpc>
                          <a:spcPct val="108000"/>
                        </a:lnSpc>
                        <a:spcBef>
                          <a:spcPts val="0"/>
                        </a:spcBef>
                        <a:spcAft>
                          <a:spcPts val="0"/>
                        </a:spcAft>
                      </a:pPr>
                      <a:r>
                        <a:rPr sz="1210" b="1" lang="ko-KR">
                          <a:solidFill>
                            <a:srgbClr val="0078D4"/>
                          </a:solidFill>
                          <a:latin typeface="Segoe UI Semibold"/>
                          <a:ea typeface="Malgun Gothic"/>
                          <a:cs typeface="Segoe UI"/>
                        </a:rPr>
                        <a:t>장애·429</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다른 앱 영향 감소</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호출 폭주와 장애 범위 공유</a:t>
                      </a:r>
                    </a:p>
                  </a:txBody>
                  <a:tcPr marL="118872" marR="118872" marT="45720" marB="45720">
                    <a:solidFill>
                      <a:srgbClr val="FFFFFF"/>
                    </a:solidFill>
                  </a:tcPr>
                </a:tc>
              </a:tr>
              <a:tr h="621792">
                <a:tc>
                  <a:txBody>
                    <a:bodyPr anchor="ctr" wrap="square" lIns="0" rIns="0" tIns="0" bIns="0"/>
                    <a:lstStyle/>
                    <a:p>
                      <a:pPr algn="l">
                        <a:lnSpc>
                          <a:spcPct val="108000"/>
                        </a:lnSpc>
                        <a:spcBef>
                          <a:spcPts val="0"/>
                        </a:spcBef>
                        <a:spcAft>
                          <a:spcPts val="0"/>
                        </a:spcAft>
                      </a:pPr>
                      <a:r>
                        <a:rPr sz="1210" b="1" lang="ko-KR">
                          <a:solidFill>
                            <a:srgbClr val="0078D4"/>
                          </a:solidFill>
                          <a:latin typeface="Segoe UI Semibold"/>
                          <a:ea typeface="Malgun Gothic"/>
                          <a:cs typeface="Segoe UI"/>
                        </a:rPr>
                        <a:t>운영</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Vault·PE·진단 대상 증가</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중앙 정책 적용과 공통 관리 용이</a:t>
                      </a:r>
                    </a:p>
                  </a:txBody>
                  <a:tcPr marL="118872" marR="118872" marT="45720" marB="45720">
                    <a:solidFill>
                      <a:srgbClr val="F2F6FA"/>
                    </a:solidFill>
                  </a:tcPr>
                </a:tc>
              </a:tr>
              <a:tr h="621792">
                <a:tc>
                  <a:txBody>
                    <a:bodyPr anchor="ctr" wrap="square" lIns="0" rIns="0" tIns="0" bIns="0"/>
                    <a:lstStyle/>
                    <a:p>
                      <a:pPr algn="l">
                        <a:lnSpc>
                          <a:spcPct val="108000"/>
                        </a:lnSpc>
                        <a:spcBef>
                          <a:spcPts val="0"/>
                        </a:spcBef>
                        <a:spcAft>
                          <a:spcPts val="0"/>
                        </a:spcAft>
                      </a:pPr>
                      <a:r>
                        <a:rPr sz="1210" b="1" lang="ko-KR">
                          <a:solidFill>
                            <a:srgbClr val="0078D4"/>
                          </a:solidFill>
                          <a:latin typeface="Segoe UI Semibold"/>
                          <a:ea typeface="Malgun Gothic"/>
                          <a:cs typeface="Segoe UI"/>
                        </a:rPr>
                        <a:t>수명주기</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소유·회전·삭제 책임 명확</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배포·회전·삭제 일정이 결합</a:t>
                      </a:r>
                    </a:p>
                  </a:txBody>
                  <a:tcPr marL="118872" marR="118872" marT="45720" marB="45720">
                    <a:solidFill>
                      <a:srgbClr val="FFFFFF"/>
                    </a:solidFill>
                  </a:tcPr>
                </a:tc>
              </a:tr>
              <a:tr h="713232">
                <a:tc>
                  <a:txBody>
                    <a:bodyPr anchor="ctr" wrap="square" lIns="0" rIns="0" tIns="0" bIns="0"/>
                    <a:lstStyle/>
                    <a:p>
                      <a:pPr algn="l">
                        <a:lnSpc>
                          <a:spcPct val="108000"/>
                        </a:lnSpc>
                        <a:spcBef>
                          <a:spcPts val="0"/>
                        </a:spcBef>
                        <a:spcAft>
                          <a:spcPts val="0"/>
                        </a:spcAft>
                      </a:pPr>
                      <a:r>
                        <a:rPr sz="1210" b="1" lang="ko-KR">
                          <a:solidFill>
                            <a:srgbClr val="0078D4"/>
                          </a:solidFill>
                          <a:latin typeface="Segoe UI Semibold"/>
                          <a:ea typeface="Malgun Gothic"/>
                          <a:cs typeface="Segoe UI"/>
                        </a:rPr>
                        <a:t>공통 자격 증명</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중복 가능</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중앙화 가능하나 공유 자체를 최소화</a:t>
                      </a:r>
                    </a:p>
                  </a:txBody>
                  <a:tcPr marL="118872" marR="118872" marT="45720" marB="45720">
                    <a:solidFill>
                      <a:srgbClr val="F2F6FA"/>
                    </a:solidFill>
                  </a:tcPr>
                </a:tc>
              </a:tr>
            </a:tbl>
          </a:graphicData>
        </a:graphic>
      </p:graphicFrame>
      <p:sp>
        <p:nvSpPr>
          <p:cNvPr id="7" name="Rectangle 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가능하면 대상 시스템에서 앱별 자격 증명 또는 Entra 인증을 사용합니다.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개별 Secret 권한은 RBAC에서만 가능합니다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1.3 권한 모델 · Access Policy는 Vault 전체 Secret 범위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05</a:t>
            </a:r>
          </a:p>
        </p:txBody>
      </p:sp>
      <p:graphicFrame>
        <p:nvGraphicFramePr>
          <p:cNvPr id="6" name="Table 5"/>
          <p:cNvGraphicFramePr>
            <a:graphicFrameLocks noGrp="1"/>
          </p:cNvGraphicFramePr>
          <p:nvPr/>
        </p:nvGraphicFramePr>
        <p:xfrm>
          <a:off x="585216" y="1801368"/>
          <a:ext cx="11018520" cy="3182112"/>
        </p:xfrm>
        <a:graphic>
          <a:graphicData uri="http://schemas.openxmlformats.org/drawingml/2006/table">
            <a:tbl>
              <a:tblPr firstRow="1" bandRow="1">
                <a:tableStyleId>{5C22544A-7EE6-4342-B048-85BDC9FD1C3A}</a:tableStyleId>
              </a:tblPr>
              <a:tblGrid>
                <a:gridCol w="2157984"/>
                <a:gridCol w="3602736"/>
                <a:gridCol w="5257800"/>
              </a:tblGrid>
              <a:tr h="429768">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권한 모델</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개별 Secret 범위</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공유 Vault에서의 의미</a:t>
                      </a:r>
                    </a:p>
                  </a:txBody>
                  <a:tcPr marL="118872" marR="118872" marT="45720" marB="45720">
                    <a:solidFill>
                      <a:srgbClr val="243A5E"/>
                    </a:solidFill>
                  </a:tcPr>
                </a:tc>
              </a:tr>
              <a:tr h="914400">
                <a:tc>
                  <a:txBody>
                    <a:bodyPr anchor="ctr" wrap="square" lIns="0" rIns="0" tIns="0" bIns="0"/>
                    <a:lstStyle/>
                    <a:p>
                      <a:pPr algn="l">
                        <a:lnSpc>
                          <a:spcPct val="108000"/>
                        </a:lnSpc>
                        <a:spcBef>
                          <a:spcPts val="0"/>
                        </a:spcBef>
                        <a:spcAft>
                          <a:spcPts val="0"/>
                        </a:spcAft>
                      </a:pPr>
                      <a:r>
                        <a:rPr sz="1220" b="1" lang="ko-KR">
                          <a:solidFill>
                            <a:srgbClr val="0078D4"/>
                          </a:solidFill>
                          <a:latin typeface="Segoe UI Semibold"/>
                          <a:ea typeface="Malgun Gothic"/>
                          <a:cs typeface="Segoe UI"/>
                        </a:rPr>
                        <a:t>Azure RBAC</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20" b="0" lang="ko-KR">
                          <a:solidFill>
                            <a:srgbClr val="333333"/>
                          </a:solidFill>
                          <a:latin typeface="Segoe UI"/>
                          <a:ea typeface="Malgun Gothic"/>
                          <a:cs typeface="Segoe UI"/>
                        </a:rPr>
                        <a:t>가능</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20" b="0" lang="ko-KR">
                          <a:solidFill>
                            <a:srgbClr val="333333"/>
                          </a:solidFill>
                          <a:latin typeface="Segoe UI"/>
                          <a:ea typeface="Malgun Gothic"/>
                          <a:cs typeface="Segoe UI"/>
                        </a:rPr>
                        <a:t>특정 Secret에 Secrets User 할당 가능</a:t>
                      </a:r>
                    </a:p>
                    <a:p>
                      <a:pPr algn="l">
                        <a:lnSpc>
                          <a:spcPct val="108000"/>
                        </a:lnSpc>
                        <a:spcBef>
                          <a:spcPts val="0"/>
                        </a:spcBef>
                        <a:spcAft>
                          <a:spcPts val="0"/>
                        </a:spcAft>
                      </a:pPr>
                      <a:r>
                        <a:rPr sz="1220" b="0" lang="ko-KR">
                          <a:solidFill>
                            <a:srgbClr val="333333"/>
                          </a:solidFill>
                          <a:latin typeface="Segoe UI"/>
                          <a:ea typeface="Malgun Gothic"/>
                          <a:cs typeface="Segoe UI"/>
                        </a:rPr>
                        <a:t>역할 할당 수와 감사 비용 증가</a:t>
                      </a:r>
                    </a:p>
                  </a:txBody>
                  <a:tcPr marL="118872" marR="118872" marT="45720" marB="45720">
                    <a:solidFill>
                      <a:srgbClr val="F2F6FA"/>
                    </a:solidFill>
                  </a:tcPr>
                </a:tc>
              </a:tr>
              <a:tr h="832104">
                <a:tc>
                  <a:txBody>
                    <a:bodyPr anchor="ctr" wrap="square" lIns="0" rIns="0" tIns="0" bIns="0"/>
                    <a:lstStyle/>
                    <a:p>
                      <a:pPr algn="l">
                        <a:lnSpc>
                          <a:spcPct val="108000"/>
                        </a:lnSpc>
                        <a:spcBef>
                          <a:spcPts val="0"/>
                        </a:spcBef>
                        <a:spcAft>
                          <a:spcPts val="0"/>
                        </a:spcAft>
                      </a:pPr>
                      <a:r>
                        <a:rPr sz="1220" b="1" lang="ko-KR">
                          <a:solidFill>
                            <a:srgbClr val="0078D4"/>
                          </a:solidFill>
                          <a:latin typeface="Segoe UI Semibold"/>
                          <a:ea typeface="Malgun Gothic"/>
                          <a:cs typeface="Segoe UI"/>
                        </a:rPr>
                        <a:t>Access Policy</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20" b="0" lang="ko-KR">
                          <a:solidFill>
                            <a:srgbClr val="333333"/>
                          </a:solidFill>
                          <a:latin typeface="Segoe UI"/>
                          <a:ea typeface="Malgun Gothic"/>
                          <a:cs typeface="Segoe UI"/>
                        </a:rPr>
                        <a:t>불가능</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20" b="0" lang="ko-KR">
                          <a:solidFill>
                            <a:srgbClr val="333333"/>
                          </a:solidFill>
                          <a:latin typeface="Segoe UI"/>
                          <a:ea typeface="Malgun Gothic"/>
                          <a:cs typeface="Segoe UI"/>
                        </a:rPr>
                        <a:t>Get/List가 Vault 안의 모든 Secret에 적용</a:t>
                      </a:r>
                    </a:p>
                  </a:txBody>
                  <a:tcPr marL="118872" marR="118872" marT="45720" marB="45720">
                    <a:solidFill>
                      <a:srgbClr val="FFFFFF"/>
                    </a:solidFill>
                  </a:tcPr>
                </a:tc>
              </a:tr>
              <a:tr h="1005840">
                <a:tc>
                  <a:txBody>
                    <a:bodyPr anchor="ctr" wrap="square" lIns="0" rIns="0" tIns="0" bIns="0"/>
                    <a:lstStyle/>
                    <a:p>
                      <a:pPr algn="l">
                        <a:lnSpc>
                          <a:spcPct val="108000"/>
                        </a:lnSpc>
                        <a:spcBef>
                          <a:spcPts val="0"/>
                        </a:spcBef>
                        <a:spcAft>
                          <a:spcPts val="0"/>
                        </a:spcAft>
                      </a:pPr>
                      <a:r>
                        <a:rPr sz="1220" b="1" lang="ko-KR">
                          <a:solidFill>
                            <a:srgbClr val="0078D4"/>
                          </a:solidFill>
                          <a:latin typeface="Segoe UI Semibold"/>
                          <a:ea typeface="Malgun Gothic"/>
                          <a:cs typeface="Segoe UI"/>
                        </a:rPr>
                        <a:t>Configuration</a:t>
                      </a:r>
                    </a:p>
                    <a:p>
                      <a:pPr algn="l">
                        <a:lnSpc>
                          <a:spcPct val="108000"/>
                        </a:lnSpc>
                        <a:spcBef>
                          <a:spcPts val="0"/>
                        </a:spcBef>
                        <a:spcAft>
                          <a:spcPts val="0"/>
                        </a:spcAft>
                      </a:pPr>
                      <a:r>
                        <a:rPr sz="1220" b="1" lang="ko-KR">
                          <a:solidFill>
                            <a:srgbClr val="0078D4"/>
                          </a:solidFill>
                          <a:latin typeface="Segoe UI Semibold"/>
                          <a:ea typeface="Malgun Gothic"/>
                          <a:cs typeface="Segoe UI"/>
                        </a:rPr>
                        <a:t>Provider</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20" b="0" lang="ko-KR">
                          <a:solidFill>
                            <a:srgbClr val="333333"/>
                          </a:solidFill>
                          <a:latin typeface="Segoe UI"/>
                          <a:ea typeface="Malgun Gothic"/>
                          <a:cs typeface="Segoe UI"/>
                        </a:rPr>
                        <a:t>목록 조회 필요</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20" b="0" lang="ko-KR">
                          <a:solidFill>
                            <a:srgbClr val="333333"/>
                          </a:solidFill>
                          <a:latin typeface="Segoe UI"/>
                          <a:ea typeface="Malgun Gothic"/>
                          <a:cs typeface="Segoe UI"/>
                        </a:rPr>
                        <a:t>값 권한을 제한해도 이름·메타데이터 List가 필요할 수 있음</a:t>
                      </a:r>
                    </a:p>
                  </a:txBody>
                  <a:tcPr marL="118872" marR="118872" marT="45720" marB="45720">
                    <a:solidFill>
                      <a:srgbClr val="F2F6FA"/>
                    </a:solidFill>
                  </a:tcPr>
                </a:tc>
              </a:tr>
            </a:tbl>
          </a:graphicData>
        </a:graphic>
      </p:graphicFrame>
      <p:sp>
        <p:nvSpPr>
          <p:cNvPr id="7" name="Rounded Rectangle 6"/>
          <p:cNvSpPr/>
          <p:nvPr/>
        </p:nvSpPr>
        <p:spPr>
          <a:xfrm>
            <a:off x="585216" y="4608576"/>
            <a:ext cx="5330952" cy="102412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4608576"/>
            <a:ext cx="50292" cy="102412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4809744"/>
            <a:ext cx="4910328" cy="713232"/>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008575"/>
                </a:solidFill>
                <a:latin typeface="Segoe UI Semibold"/>
                <a:ea typeface="Malgun Gothic"/>
                <a:cs typeface="Segoe UI"/>
              </a:rPr>
              <a:t>엄격한 최소 권한 · 허용된 이름을 SecretClient로 직접 Get</a:t>
            </a:r>
          </a:p>
        </p:txBody>
      </p:sp>
      <p:sp>
        <p:nvSpPr>
          <p:cNvPr id="10" name="Rounded Rectangle 9"/>
          <p:cNvSpPr/>
          <p:nvPr/>
        </p:nvSpPr>
        <p:spPr>
          <a:xfrm>
            <a:off x="6245352" y="4608576"/>
            <a:ext cx="5358384" cy="1024128"/>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4608576"/>
            <a:ext cx="50292" cy="1024128"/>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4809744"/>
            <a:ext cx="4937760" cy="713232"/>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C75B12"/>
                </a:solidFill>
                <a:latin typeface="Segoe UI Semibold"/>
                <a:ea typeface="Malgun Gothic"/>
                <a:cs typeface="Segoe UI"/>
              </a:rPr>
              <a:t>주의 · 필터는 RBAC·Access Policy를 대신하지 않음</a:t>
            </a:r>
          </a:p>
        </p:txBody>
      </p:sp>
      <p:sp>
        <p:nvSpPr>
          <p:cNvPr id="13" name="Rectangle 12"/>
          <p:cNvSpPr/>
          <p:nvPr/>
        </p:nvSpPr>
        <p:spPr>
          <a:xfrm>
            <a:off x="585216" y="5797296"/>
            <a:ext cx="11018520" cy="448056"/>
          </a:xfrm>
          <a:prstGeom prst="rect">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5216" y="5797296"/>
            <a:ext cx="50292" cy="44805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C75B12"/>
                </a:solidFill>
                <a:latin typeface="Segoe UI"/>
                <a:ea typeface="Malgun Gothic"/>
                <a:cs typeface="Segoe UI"/>
              </a:rPr>
              <a:t>Provider의 metadata List가 다른 앱 Secret 이름을 노출할 수 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여섯 경계가 같을 때만 공유를 검토합니다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1.4 결정 체크리스트 · 일부만 같다면 업무 도메인별 절충</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06</a:t>
            </a:r>
          </a:p>
        </p:txBody>
      </p:sp>
      <p:sp>
        <p:nvSpPr>
          <p:cNvPr id="6" name="Rounded Rectangle 5"/>
          <p:cNvSpPr/>
          <p:nvPr/>
        </p:nvSpPr>
        <p:spPr>
          <a:xfrm>
            <a:off x="585216" y="1847088"/>
            <a:ext cx="3511296" cy="12618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47088"/>
            <a:ext cx="50292" cy="126187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29968"/>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소유</a:t>
            </a:r>
          </a:p>
        </p:txBody>
      </p:sp>
      <p:sp>
        <p:nvSpPr>
          <p:cNvPr id="9" name="TextBox 8"/>
          <p:cNvSpPr txBox="1"/>
          <p:nvPr/>
        </p:nvSpPr>
        <p:spPr>
          <a:xfrm>
            <a:off x="795528" y="2596896"/>
            <a:ext cx="3090672" cy="347471"/>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같은 팀이 책임지는가?</a:t>
            </a:r>
          </a:p>
        </p:txBody>
      </p:sp>
      <p:sp>
        <p:nvSpPr>
          <p:cNvPr id="10" name="Rounded Rectangle 9"/>
          <p:cNvSpPr/>
          <p:nvPr/>
        </p:nvSpPr>
        <p:spPr>
          <a:xfrm>
            <a:off x="4334255" y="1847088"/>
            <a:ext cx="3511296" cy="12618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5" y="1847088"/>
            <a:ext cx="50292" cy="12618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029968"/>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권한</a:t>
            </a:r>
          </a:p>
        </p:txBody>
      </p:sp>
      <p:sp>
        <p:nvSpPr>
          <p:cNvPr id="13" name="TextBox 12"/>
          <p:cNvSpPr txBox="1"/>
          <p:nvPr/>
        </p:nvSpPr>
        <p:spPr>
          <a:xfrm>
            <a:off x="4544568" y="2596896"/>
            <a:ext cx="3090672" cy="347471"/>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같은 접근 경계인가?</a:t>
            </a:r>
          </a:p>
        </p:txBody>
      </p:sp>
      <p:sp>
        <p:nvSpPr>
          <p:cNvPr id="14" name="Rounded Rectangle 13"/>
          <p:cNvSpPr/>
          <p:nvPr/>
        </p:nvSpPr>
        <p:spPr>
          <a:xfrm>
            <a:off x="8083296" y="1847088"/>
            <a:ext cx="3511296" cy="12618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847088"/>
            <a:ext cx="50292" cy="1261872"/>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029968"/>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네트워크</a:t>
            </a:r>
          </a:p>
        </p:txBody>
      </p:sp>
      <p:sp>
        <p:nvSpPr>
          <p:cNvPr id="17" name="TextBox 16"/>
          <p:cNvSpPr txBox="1"/>
          <p:nvPr/>
        </p:nvSpPr>
        <p:spPr>
          <a:xfrm>
            <a:off x="8293608" y="2596896"/>
            <a:ext cx="3090672" cy="347471"/>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같은 연결 경계인가?</a:t>
            </a:r>
          </a:p>
        </p:txBody>
      </p:sp>
      <p:sp>
        <p:nvSpPr>
          <p:cNvPr id="18" name="Rounded Rectangle 17"/>
          <p:cNvSpPr/>
          <p:nvPr/>
        </p:nvSpPr>
        <p:spPr>
          <a:xfrm>
            <a:off x="585216" y="3392424"/>
            <a:ext cx="3511296" cy="12618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 y="3392424"/>
            <a:ext cx="50292" cy="126187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575304"/>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장애</a:t>
            </a:r>
          </a:p>
        </p:txBody>
      </p:sp>
      <p:sp>
        <p:nvSpPr>
          <p:cNvPr id="21" name="TextBox 20"/>
          <p:cNvSpPr txBox="1"/>
          <p:nvPr/>
        </p:nvSpPr>
        <p:spPr>
          <a:xfrm>
            <a:off x="795528" y="4142232"/>
            <a:ext cx="3090672" cy="347471"/>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같이 실패해도 되는가?</a:t>
            </a:r>
          </a:p>
        </p:txBody>
      </p:sp>
      <p:sp>
        <p:nvSpPr>
          <p:cNvPr id="22" name="Rounded Rectangle 21"/>
          <p:cNvSpPr/>
          <p:nvPr/>
        </p:nvSpPr>
        <p:spPr>
          <a:xfrm>
            <a:off x="4334255" y="3392424"/>
            <a:ext cx="3511296" cy="12618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34255" y="3392424"/>
            <a:ext cx="50292" cy="12618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3575304"/>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트래픽</a:t>
            </a:r>
          </a:p>
        </p:txBody>
      </p:sp>
      <p:sp>
        <p:nvSpPr>
          <p:cNvPr id="25" name="TextBox 24"/>
          <p:cNvSpPr txBox="1"/>
          <p:nvPr/>
        </p:nvSpPr>
        <p:spPr>
          <a:xfrm>
            <a:off x="4544568" y="4142232"/>
            <a:ext cx="3090672" cy="347471"/>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같은 한도를 공유해도 되는가?</a:t>
            </a:r>
          </a:p>
        </p:txBody>
      </p:sp>
      <p:sp>
        <p:nvSpPr>
          <p:cNvPr id="26" name="Rounded Rectangle 25"/>
          <p:cNvSpPr/>
          <p:nvPr/>
        </p:nvSpPr>
        <p:spPr>
          <a:xfrm>
            <a:off x="8083296" y="3392424"/>
            <a:ext cx="3511296" cy="12618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83296" y="3392424"/>
            <a:ext cx="50292" cy="1261872"/>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3575304"/>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영향 범위</a:t>
            </a:r>
          </a:p>
        </p:txBody>
      </p:sp>
      <p:sp>
        <p:nvSpPr>
          <p:cNvPr id="29" name="TextBox 28"/>
          <p:cNvSpPr txBox="1"/>
          <p:nvPr/>
        </p:nvSpPr>
        <p:spPr>
          <a:xfrm>
            <a:off x="8293608" y="3968496"/>
            <a:ext cx="3090672" cy="621792"/>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각 Secret을 사용하는 앱과 회전·삭제 영향 범위를 추적할 수 있는가?</a:t>
            </a:r>
          </a:p>
        </p:txBody>
      </p:sp>
      <p:sp>
        <p:nvSpPr>
          <p:cNvPr id="30" name="TextBox 29"/>
          <p:cNvSpPr txBox="1"/>
          <p:nvPr/>
        </p:nvSpPr>
        <p:spPr>
          <a:xfrm>
            <a:off x="658368" y="5148072"/>
            <a:ext cx="10789920" cy="320040"/>
          </a:xfrm>
          <a:prstGeom prst="rect">
            <a:avLst/>
          </a:prstGeom>
          <a:noFill/>
        </p:spPr>
        <p:txBody>
          <a:bodyPr wrap="square" lIns="0" rIns="0" tIns="0" bIns="0">
            <a:spAutoFit/>
          </a:bodyPr>
          <a:lstStyle/>
          <a:p>
            <a:pPr algn="ctr">
              <a:lnSpc>
                <a:spcPct val="108000"/>
              </a:lnSpc>
              <a:spcBef>
                <a:spcPts val="0"/>
              </a:spcBef>
              <a:spcAft>
                <a:spcPts val="0"/>
              </a:spcAft>
            </a:pPr>
            <a:r>
              <a:rPr sz="1700" b="1" lang="ko-KR">
                <a:solidFill>
                  <a:srgbClr val="243A5E"/>
                </a:solidFill>
                <a:latin typeface="Segoe UI Semibold"/>
                <a:ea typeface="Malgun Gothic"/>
                <a:cs typeface="Segoe UI"/>
              </a:rPr>
              <a:t>모두 예 → 공유 검토  ·  일부만 예 → 앱/업무 도메인별 Vault</a:t>
            </a:r>
          </a:p>
        </p:txBody>
      </p:sp>
      <p:sp>
        <p:nvSpPr>
          <p:cNvPr id="31" name="Rectangle 3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환경별 dev / stg / prod 분리는 이 판단보다 앞서는 기본 전제입니다.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전체 로딩은 시작 시 500,000번의 값 조회가 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2. 부하 계산 · 5,000 Secrets × 100 인스턴스</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07</a:t>
            </a:r>
          </a:p>
        </p:txBody>
      </p:sp>
      <p:graphicFrame>
        <p:nvGraphicFramePr>
          <p:cNvPr id="6" name="Table 5"/>
          <p:cNvGraphicFramePr>
            <a:graphicFrameLocks noGrp="1"/>
          </p:cNvGraphicFramePr>
          <p:nvPr/>
        </p:nvGraphicFramePr>
        <p:xfrm>
          <a:off x="585216" y="1856231"/>
          <a:ext cx="11018520" cy="2953512"/>
        </p:xfrm>
        <a:graphic>
          <a:graphicData uri="http://schemas.openxmlformats.org/drawingml/2006/table">
            <a:tbl>
              <a:tblPr firstRow="1" bandRow="1">
                <a:tableStyleId>{5C22544A-7EE6-4342-B048-85BDC9FD1C3A}</a:tableStyleId>
              </a:tblPr>
              <a:tblGrid>
                <a:gridCol w="4846320"/>
                <a:gridCol w="2057400"/>
                <a:gridCol w="4114800"/>
              </a:tblGrid>
              <a:tr h="457200">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시작 방식</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논리적 값 조회</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영향</a:t>
                      </a:r>
                    </a:p>
                  </a:txBody>
                  <a:tcPr marL="118872" marR="118872" marT="45720" marB="45720">
                    <a:solidFill>
                      <a:srgbClr val="243A5E"/>
                    </a:solidFill>
                  </a:tcPr>
                </a:tc>
              </a:tr>
              <a:tr h="832104">
                <a:tc>
                  <a:txBody>
                    <a:bodyPr anchor="ctr" wrap="square" lIns="0" rIns="0" tIns="0" bIns="0"/>
                    <a:lstStyle/>
                    <a:p>
                      <a:pPr algn="l">
                        <a:lnSpc>
                          <a:spcPct val="108000"/>
                        </a:lnSpc>
                        <a:spcBef>
                          <a:spcPts val="0"/>
                        </a:spcBef>
                        <a:spcAft>
                          <a:spcPts val="0"/>
                        </a:spcAft>
                      </a:pPr>
                      <a:r>
                        <a:rPr sz="1260" b="1" lang="ko-KR">
                          <a:solidFill>
                            <a:srgbClr val="0078D4"/>
                          </a:solidFill>
                          <a:latin typeface="Segoe UI Semibold"/>
                          <a:ea typeface="Malgun Gothic"/>
                          <a:cs typeface="Segoe UI"/>
                        </a:rPr>
                        <a:t>각 인스턴스가 전체 5,000개 로드</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최대 500,000</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시작 지연 · 429 · 다른 앱 영향</a:t>
                      </a:r>
                    </a:p>
                  </a:txBody>
                  <a:tcPr marL="118872" marR="118872" marT="45720" marB="45720">
                    <a:solidFill>
                      <a:srgbClr val="F2F6FA"/>
                    </a:solidFill>
                  </a:tcPr>
                </a:tc>
              </a:tr>
              <a:tr h="832104">
                <a:tc>
                  <a:txBody>
                    <a:bodyPr anchor="ctr" wrap="square" lIns="0" rIns="0" tIns="0" bIns="0"/>
                    <a:lstStyle/>
                    <a:p>
                      <a:pPr algn="l">
                        <a:lnSpc>
                          <a:spcPct val="108000"/>
                        </a:lnSpc>
                        <a:spcBef>
                          <a:spcPts val="0"/>
                        </a:spcBef>
                        <a:spcAft>
                          <a:spcPts val="0"/>
                        </a:spcAft>
                      </a:pPr>
                      <a:r>
                        <a:rPr sz="1260" b="1" lang="ko-KR">
                          <a:solidFill>
                            <a:srgbClr val="0078D4"/>
                          </a:solidFill>
                          <a:latin typeface="Segoe UI Semibold"/>
                          <a:ea typeface="Malgun Gothic"/>
                          <a:cs typeface="Segoe UI"/>
                        </a:rPr>
                        <a:t>각 인스턴스가 필요한 10개만 조회</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1,000</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순간 집중은 여전히 가능</a:t>
                      </a:r>
                    </a:p>
                  </a:txBody>
                  <a:tcPr marL="118872" marR="118872" marT="45720" marB="45720">
                    <a:solidFill>
                      <a:srgbClr val="FFFFFF"/>
                    </a:solidFill>
                  </a:tcPr>
                </a:tc>
              </a:tr>
              <a:tr h="832104">
                <a:tc>
                  <a:txBody>
                    <a:bodyPr anchor="ctr" wrap="square" lIns="0" rIns="0" tIns="0" bIns="0"/>
                    <a:lstStyle/>
                    <a:p>
                      <a:pPr algn="l">
                        <a:lnSpc>
                          <a:spcPct val="108000"/>
                        </a:lnSpc>
                        <a:spcBef>
                          <a:spcPts val="0"/>
                        </a:spcBef>
                        <a:spcAft>
                          <a:spcPts val="0"/>
                        </a:spcAft>
                      </a:pPr>
                      <a:r>
                        <a:rPr sz="1260" b="1" lang="ko-KR">
                          <a:solidFill>
                            <a:srgbClr val="0078D4"/>
                          </a:solidFill>
                          <a:latin typeface="Segoe UI Semibold"/>
                          <a:ea typeface="Malgun Gothic"/>
                          <a:cs typeface="Segoe UI"/>
                        </a:rPr>
                        <a:t>필요한 이름을 지연 조회 + TTL</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실제 사용 이름 수</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60" b="0" lang="ko-KR">
                          <a:solidFill>
                            <a:srgbClr val="333333"/>
                          </a:solidFill>
                          <a:latin typeface="Segoe UI"/>
                          <a:ea typeface="Malgun Gothic"/>
                          <a:cs typeface="Segoe UI"/>
                        </a:rPr>
                        <a:t>첫 요청 지연 · 캐시 정책 필요</a:t>
                      </a:r>
                    </a:p>
                  </a:txBody>
                  <a:tcPr marL="118872" marR="118872" marT="45720" marB="45720">
                    <a:solidFill>
                      <a:srgbClr val="F2F6FA"/>
                    </a:solidFill>
                  </a:tcPr>
                </a:tc>
              </a:tr>
            </a:tbl>
          </a:graphicData>
        </a:graphic>
      </p:graphicFrame>
      <p:sp>
        <p:nvSpPr>
          <p:cNvPr id="7" name="TextBox 6"/>
          <p:cNvSpPr txBox="1"/>
          <p:nvPr/>
        </p:nvSpPr>
        <p:spPr>
          <a:xfrm>
            <a:off x="676656" y="4773168"/>
            <a:ext cx="10789920" cy="438912"/>
          </a:xfrm>
          <a:prstGeom prst="rect">
            <a:avLst/>
          </a:prstGeom>
          <a:noFill/>
        </p:spPr>
        <p:txBody>
          <a:bodyPr wrap="square" lIns="0" rIns="0" tIns="0" bIns="0">
            <a:spAutoFit/>
          </a:bodyPr>
          <a:lstStyle/>
          <a:p>
            <a:pPr algn="ctr">
              <a:lnSpc>
                <a:spcPct val="108000"/>
              </a:lnSpc>
              <a:spcBef>
                <a:spcPts val="0"/>
              </a:spcBef>
              <a:spcAft>
                <a:spcPts val="0"/>
              </a:spcAft>
            </a:pPr>
            <a:r>
              <a:rPr sz="2700" b="1" lang="ko-KR">
                <a:solidFill>
                  <a:srgbClr val="C75B12"/>
                </a:solidFill>
                <a:latin typeface="Segoe UI Semibold"/>
                <a:ea typeface="Malgun Gothic"/>
                <a:cs typeface="Segoe UI"/>
              </a:rPr>
              <a:t>5,000 × 100 = 500,000</a:t>
            </a:r>
          </a:p>
        </p:txBody>
      </p:sp>
      <p:sp>
        <p:nvSpPr>
          <p:cNvPr id="8" name="Rectangle 7"/>
          <p:cNvSpPr/>
          <p:nvPr/>
        </p:nvSpPr>
        <p:spPr>
          <a:xfrm>
            <a:off x="585216" y="5797296"/>
            <a:ext cx="11018520" cy="448056"/>
          </a:xfrm>
          <a:prstGeom prst="rect">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5797296"/>
            <a:ext cx="50292" cy="44805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C75B12"/>
                </a:solidFill>
                <a:latin typeface="Segoe UI"/>
                <a:ea typeface="Malgun Gothic"/>
                <a:cs typeface="Segoe UI"/>
              </a:rPr>
              <a:t>총량뿐 아니라 같은 10초 구간에 몰리는 시작 패턴을 함께 봅니다.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AddAzureKeyVault가 문제인 것은 아닙니다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2.1 요청 구조 · 작은 앱 전용 Vault에는 적합</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08</a:t>
            </a:r>
          </a:p>
        </p:txBody>
      </p:sp>
      <p:sp>
        <p:nvSpPr>
          <p:cNvPr id="6" name="Rounded Rectangle 5"/>
          <p:cNvSpPr/>
          <p:nvPr/>
        </p:nvSpPr>
        <p:spPr>
          <a:xfrm>
            <a:off x="585216" y="1828800"/>
            <a:ext cx="3694176" cy="1097280"/>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28800"/>
            <a:ext cx="50292" cy="10972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75104"/>
            <a:ext cx="3328416" cy="822959"/>
          </a:xfrm>
          <a:prstGeom prst="rect">
            <a:avLst/>
          </a:prstGeom>
          <a:noFill/>
        </p:spPr>
        <p:txBody>
          <a:bodyPr wrap="square" lIns="0" rIns="0" tIns="0" bIns="0">
            <a:spAutoFit/>
          </a:bodyPr>
          <a:lstStyle/>
          <a:p>
            <a:pPr algn="l">
              <a:lnSpc>
                <a:spcPct val="108000"/>
              </a:lnSpc>
              <a:spcBef>
                <a:spcPts val="0"/>
              </a:spcBef>
              <a:spcAft>
                <a:spcPts val="0"/>
              </a:spcAft>
            </a:pPr>
            <a:r>
              <a:rPr sz="1180" b="0" lang="ko-KR">
                <a:solidFill>
                  <a:srgbClr val="333333"/>
                </a:solidFill>
                <a:latin typeface="Consolas"/>
                <a:ea typeface="Malgun Gothic"/>
                <a:cs typeface="Segoe UI"/>
              </a:rPr>
              <a:t>builder.Configuration</a:t>
            </a:r>
          </a:p>
          <a:p>
            <a:pPr algn="l">
              <a:lnSpc>
                <a:spcPct val="108000"/>
              </a:lnSpc>
              <a:spcBef>
                <a:spcPts val="0"/>
              </a:spcBef>
              <a:spcAft>
                <a:spcPts val="0"/>
              </a:spcAft>
            </a:pPr>
            <a:r>
              <a:rPr sz="1180" b="0" lang="ko-KR">
                <a:solidFill>
                  <a:srgbClr val="333333"/>
                </a:solidFill>
                <a:latin typeface="Consolas"/>
                <a:ea typeface="Malgun Gothic"/>
                <a:cs typeface="Segoe UI"/>
              </a:rPr>
              <a:t>    .AddAzureKeyVault(vaultUri,</a:t>
            </a:r>
          </a:p>
          <a:p>
            <a:pPr algn="l">
              <a:lnSpc>
                <a:spcPct val="108000"/>
              </a:lnSpc>
              <a:spcBef>
                <a:spcPts val="0"/>
              </a:spcBef>
              <a:spcAft>
                <a:spcPts val="0"/>
              </a:spcAft>
            </a:pPr>
            <a:r>
              <a:rPr sz="1180" b="0" lang="ko-KR">
                <a:solidFill>
                  <a:srgbClr val="333333"/>
                </a:solidFill>
                <a:latin typeface="Consolas"/>
                <a:ea typeface="Malgun Gothic"/>
                <a:cs typeface="Segoe UI"/>
              </a:rPr>
              <a:t>                      credential);</a:t>
            </a:r>
          </a:p>
        </p:txBody>
      </p:sp>
      <p:cxnSp>
        <p:nvCxnSpPr>
          <p:cNvPr id="9" name="Connector 8"/>
          <p:cNvCxnSpPr/>
          <p:nvPr/>
        </p:nvCxnSpPr>
        <p:spPr>
          <a:xfrm>
            <a:off x="4434840" y="2377440"/>
            <a:ext cx="640080"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29784" y="1801368"/>
            <a:ext cx="2542032" cy="117957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29784" y="1801368"/>
            <a:ext cx="50292" cy="117957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40096" y="1984248"/>
            <a:ext cx="2121408"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1. List</a:t>
            </a:r>
          </a:p>
        </p:txBody>
      </p:sp>
      <p:sp>
        <p:nvSpPr>
          <p:cNvPr id="13" name="TextBox 12"/>
          <p:cNvSpPr txBox="1"/>
          <p:nvPr/>
        </p:nvSpPr>
        <p:spPr>
          <a:xfrm>
            <a:off x="5340096" y="2551176"/>
            <a:ext cx="2121408" cy="26517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Secret 속성 목록</a:t>
            </a:r>
          </a:p>
        </p:txBody>
      </p:sp>
      <p:cxnSp>
        <p:nvCxnSpPr>
          <p:cNvPr id="14" name="Connector 13"/>
          <p:cNvCxnSpPr/>
          <p:nvPr/>
        </p:nvCxnSpPr>
        <p:spPr>
          <a:xfrm>
            <a:off x="7827264" y="2377440"/>
            <a:ext cx="640080"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22208" y="1801368"/>
            <a:ext cx="3081528" cy="117957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22208" y="1801368"/>
            <a:ext cx="50292" cy="117957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20" y="1984248"/>
            <a:ext cx="2660904"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2. 선택 후 Get</a:t>
            </a:r>
          </a:p>
        </p:txBody>
      </p:sp>
      <p:sp>
        <p:nvSpPr>
          <p:cNvPr id="18" name="TextBox 17"/>
          <p:cNvSpPr txBox="1"/>
          <p:nvPr/>
        </p:nvSpPr>
        <p:spPr>
          <a:xfrm>
            <a:off x="8732520" y="2551176"/>
            <a:ext cx="2660904" cy="26517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활성·필터 통과 값</a:t>
            </a:r>
          </a:p>
        </p:txBody>
      </p:sp>
      <p:sp>
        <p:nvSpPr>
          <p:cNvPr id="19" name="Rounded Rectangle 18"/>
          <p:cNvSpPr/>
          <p:nvPr/>
        </p:nvSpPr>
        <p:spPr>
          <a:xfrm>
            <a:off x="585216" y="3410712"/>
            <a:ext cx="5330952" cy="170078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 y="3410712"/>
            <a:ext cx="50292" cy="1700784"/>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3593592"/>
            <a:ext cx="4910328"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적합한 경우</a:t>
            </a:r>
          </a:p>
        </p:txBody>
      </p:sp>
      <p:sp>
        <p:nvSpPr>
          <p:cNvPr id="22" name="TextBox 21"/>
          <p:cNvSpPr txBox="1"/>
          <p:nvPr/>
        </p:nvSpPr>
        <p:spPr>
          <a:xfrm>
            <a:off x="795528" y="4160520"/>
            <a:ext cx="4910328" cy="78638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앱 전용 · 작은 Vault</a:t>
            </a:r>
          </a:p>
          <a:p>
            <a:pPr algn="l">
              <a:lnSpc>
                <a:spcPct val="108000"/>
              </a:lnSpc>
              <a:spcBef>
                <a:spcPts val="0"/>
              </a:spcBef>
              <a:spcAft>
                <a:spcPts val="0"/>
              </a:spcAft>
            </a:pPr>
            <a:r>
              <a:rPr sz="1350" b="0" lang="ko-KR">
                <a:solidFill>
                  <a:srgbClr val="333333"/>
                </a:solidFill>
                <a:latin typeface="Segoe UI"/>
                <a:ea typeface="Malgun Gothic"/>
                <a:cs typeface="Segoe UI"/>
              </a:rPr>
              <a:t>간단한 IConfiguration 통합</a:t>
            </a:r>
          </a:p>
        </p:txBody>
      </p:sp>
      <p:sp>
        <p:nvSpPr>
          <p:cNvPr id="23" name="Rounded Rectangle 22"/>
          <p:cNvSpPr/>
          <p:nvPr/>
        </p:nvSpPr>
        <p:spPr>
          <a:xfrm>
            <a:off x="6245352" y="3410712"/>
            <a:ext cx="5358384" cy="1700784"/>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5352" y="3410712"/>
            <a:ext cx="50292" cy="1700784"/>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3593592"/>
            <a:ext cx="4937760"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위험한 경우</a:t>
            </a:r>
          </a:p>
        </p:txBody>
      </p:sp>
      <p:sp>
        <p:nvSpPr>
          <p:cNvPr id="26" name="TextBox 25"/>
          <p:cNvSpPr txBox="1"/>
          <p:nvPr/>
        </p:nvSpPr>
        <p:spPr>
          <a:xfrm>
            <a:off x="6455664" y="4160520"/>
            <a:ext cx="4937760" cy="78638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수천 개 공유 Vault · 필터 없음</a:t>
            </a:r>
          </a:p>
          <a:p>
            <a:pPr algn="l">
              <a:lnSpc>
                <a:spcPct val="108000"/>
              </a:lnSpc>
              <a:spcBef>
                <a:spcPts val="0"/>
              </a:spcBef>
              <a:spcAft>
                <a:spcPts val="0"/>
              </a:spcAft>
            </a:pPr>
            <a:r>
              <a:rPr sz="1350" b="0" lang="ko-KR">
                <a:solidFill>
                  <a:srgbClr val="333333"/>
                </a:solidFill>
                <a:latin typeface="Segoe UI"/>
                <a:ea typeface="Malgun Gothic"/>
                <a:cs typeface="Segoe UI"/>
              </a:rPr>
              <a:t>100개 인스턴스 동시 시작</a:t>
            </a:r>
          </a:p>
        </p:txBody>
      </p:sp>
      <p:sp>
        <p:nvSpPr>
          <p:cNvPr id="27" name="Rectangle 2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수동 List/foreach/Get 코드는 요청 구조를 보여주는 예시이며 일반적인 직접 구현은 아닙니다.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이름을 알면 List 없이 직접 Get합니다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2.2 직접 조회 · 엄격한 최소 권한과 적은 Secret 수</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09</a:t>
            </a:r>
          </a:p>
        </p:txBody>
      </p:sp>
      <p:sp>
        <p:nvSpPr>
          <p:cNvPr id="6" name="Rounded Rectangle 5"/>
          <p:cNvSpPr/>
          <p:nvPr/>
        </p:nvSpPr>
        <p:spPr>
          <a:xfrm>
            <a:off x="585216" y="1837943"/>
            <a:ext cx="6510528" cy="2057400"/>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37943"/>
            <a:ext cx="50292" cy="2057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84248"/>
            <a:ext cx="6144768" cy="1783080"/>
          </a:xfrm>
          <a:prstGeom prst="rect">
            <a:avLst/>
          </a:prstGeom>
          <a:noFill/>
        </p:spPr>
        <p:txBody>
          <a:bodyPr wrap="square" lIns="0" rIns="0" tIns="0" bIns="0">
            <a:spAutoFit/>
          </a:bodyPr>
          <a:lstStyle/>
          <a:p>
            <a:pPr algn="l">
              <a:lnSpc>
                <a:spcPct val="108000"/>
              </a:lnSpc>
              <a:spcBef>
                <a:spcPts val="0"/>
              </a:spcBef>
              <a:spcAft>
                <a:spcPts val="0"/>
              </a:spcAft>
            </a:pPr>
            <a:r>
              <a:rPr sz="1210" b="0" lang="ko-KR">
                <a:solidFill>
                  <a:srgbClr val="333333"/>
                </a:solidFill>
                <a:latin typeface="Consolas"/>
                <a:ea typeface="Malgun Gothic"/>
                <a:cs typeface="Segoe UI"/>
              </a:rPr>
              <a:t>var client = new SecretClient(</a:t>
            </a:r>
          </a:p>
          <a:p>
            <a:pPr algn="l">
              <a:lnSpc>
                <a:spcPct val="108000"/>
              </a:lnSpc>
              <a:spcBef>
                <a:spcPts val="0"/>
              </a:spcBef>
              <a:spcAft>
                <a:spcPts val="0"/>
              </a:spcAft>
            </a:pPr>
            <a:r>
              <a:rPr sz="1210" b="0" lang="ko-KR">
                <a:solidFill>
                  <a:srgbClr val="333333"/>
                </a:solidFill>
                <a:latin typeface="Consolas"/>
                <a:ea typeface="Malgun Gothic"/>
                <a:cs typeface="Segoe UI"/>
              </a:rPr>
              <a:t>    new Uri(vaultUri), credential);</a:t>
            </a:r>
          </a:p>
          <a:p>
            <a:pPr algn="l">
              <a:lnSpc>
                <a:spcPct val="108000"/>
              </a:lnSpc>
              <a:spcBef>
                <a:spcPts val="0"/>
              </a:spcBef>
              <a:spcAft>
                <a:spcPts val="0"/>
              </a:spcAft>
            </a:pPr>
            <a:r>
              <a:rPr sz="1210" b="0" lang="ko-KR">
                <a:solidFill>
                  <a:srgbClr val="333333"/>
                </a:solidFill>
                <a:latin typeface="Consolas"/>
                <a:ea typeface="Malgun Gothic"/>
                <a:cs typeface="Segoe UI"/>
              </a:rPr>
              <a:t/>
            </a:r>
          </a:p>
          <a:p>
            <a:pPr algn="l">
              <a:lnSpc>
                <a:spcPct val="108000"/>
              </a:lnSpc>
              <a:spcBef>
                <a:spcPts val="0"/>
              </a:spcBef>
              <a:spcAft>
                <a:spcPts val="0"/>
              </a:spcAft>
            </a:pPr>
            <a:r>
              <a:rPr sz="1210" b="0" lang="ko-KR">
                <a:solidFill>
                  <a:srgbClr val="333333"/>
                </a:solidFill>
                <a:latin typeface="Consolas"/>
                <a:ea typeface="Malgun Gothic"/>
                <a:cs typeface="Segoe UI"/>
              </a:rPr>
              <a:t>KeyVaultSecret dbSecret =</a:t>
            </a:r>
          </a:p>
          <a:p>
            <a:pPr algn="l">
              <a:lnSpc>
                <a:spcPct val="108000"/>
              </a:lnSpc>
              <a:spcBef>
                <a:spcPts val="0"/>
              </a:spcBef>
              <a:spcAft>
                <a:spcPts val="0"/>
              </a:spcAft>
            </a:pPr>
            <a:r>
              <a:rPr sz="1210" b="0" lang="ko-KR">
                <a:solidFill>
                  <a:srgbClr val="333333"/>
                </a:solidFill>
                <a:latin typeface="Consolas"/>
                <a:ea typeface="Malgun Gothic"/>
                <a:cs typeface="Segoe UI"/>
              </a:rPr>
              <a:t>    (await client.GetSecretAsync(</a:t>
            </a:r>
          </a:p>
          <a:p>
            <a:pPr algn="l">
              <a:lnSpc>
                <a:spcPct val="108000"/>
              </a:lnSpc>
              <a:spcBef>
                <a:spcPts val="0"/>
              </a:spcBef>
              <a:spcAft>
                <a:spcPts val="0"/>
              </a:spcAft>
            </a:pPr>
            <a:r>
              <a:rPr sz="1210" b="0" lang="ko-KR">
                <a:solidFill>
                  <a:srgbClr val="333333"/>
                </a:solidFill>
                <a:latin typeface="Consolas"/>
                <a:ea typeface="Malgun Gothic"/>
                <a:cs typeface="Segoe UI"/>
              </a:rPr>
              <a:t>        "orders-db-password")).Value;</a:t>
            </a:r>
          </a:p>
        </p:txBody>
      </p:sp>
      <p:sp>
        <p:nvSpPr>
          <p:cNvPr id="9" name="Rounded Rectangle 8"/>
          <p:cNvSpPr/>
          <p:nvPr/>
        </p:nvSpPr>
        <p:spPr>
          <a:xfrm>
            <a:off x="7351775" y="1837943"/>
            <a:ext cx="4251960" cy="2057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51775" y="1837943"/>
            <a:ext cx="50292" cy="2057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2088" y="2020824"/>
            <a:ext cx="383133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보안 경계</a:t>
            </a:r>
          </a:p>
        </p:txBody>
      </p:sp>
      <p:sp>
        <p:nvSpPr>
          <p:cNvPr id="12" name="TextBox 11"/>
          <p:cNvSpPr txBox="1"/>
          <p:nvPr/>
        </p:nvSpPr>
        <p:spPr>
          <a:xfrm>
            <a:off x="7562088" y="2587751"/>
            <a:ext cx="3831336" cy="11430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Secret 이름 명시</a:t>
            </a:r>
          </a:p>
          <a:p>
            <a:pPr algn="l">
              <a:lnSpc>
                <a:spcPct val="108000"/>
              </a:lnSpc>
              <a:spcBef>
                <a:spcPts val="0"/>
              </a:spcBef>
              <a:spcAft>
                <a:spcPts val="0"/>
              </a:spcAft>
            </a:pPr>
            <a:r>
              <a:rPr sz="1350" b="0" lang="ko-KR">
                <a:solidFill>
                  <a:srgbClr val="333333"/>
                </a:solidFill>
                <a:latin typeface="Segoe UI"/>
                <a:ea typeface="Malgun Gothic"/>
                <a:cs typeface="Segoe UI"/>
              </a:rPr>
              <a:t>개별 Secret RBAC 가능</a:t>
            </a:r>
          </a:p>
          <a:p>
            <a:pPr algn="l">
              <a:lnSpc>
                <a:spcPct val="108000"/>
              </a:lnSpc>
              <a:spcBef>
                <a:spcPts val="0"/>
              </a:spcBef>
              <a:spcAft>
                <a:spcPts val="0"/>
              </a:spcAft>
            </a:pPr>
            <a:r>
              <a:rPr sz="1350" b="0" lang="ko-KR">
                <a:solidFill>
                  <a:srgbClr val="333333"/>
                </a:solidFill>
                <a:latin typeface="Segoe UI"/>
                <a:ea typeface="Malgun Gothic"/>
                <a:cs typeface="Segoe UI"/>
              </a:rPr>
              <a:t>불필요한 metadata List 없음</a:t>
            </a:r>
          </a:p>
        </p:txBody>
      </p:sp>
      <p:sp>
        <p:nvSpPr>
          <p:cNvPr id="13" name="Oval 12"/>
          <p:cNvSpPr/>
          <p:nvPr/>
        </p:nvSpPr>
        <p:spPr>
          <a:xfrm>
            <a:off x="658368" y="4334255"/>
            <a:ext cx="384048" cy="38404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398264"/>
            <a:ext cx="384048"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1</a:t>
            </a:r>
          </a:p>
        </p:txBody>
      </p:sp>
      <p:sp>
        <p:nvSpPr>
          <p:cNvPr id="15" name="TextBox 14"/>
          <p:cNvSpPr txBox="1"/>
          <p:nvPr/>
        </p:nvSpPr>
        <p:spPr>
          <a:xfrm>
            <a:off x="1188719" y="4315968"/>
            <a:ext cx="4956048" cy="310896"/>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필요한 이름만 매핑</a:t>
            </a:r>
          </a:p>
        </p:txBody>
      </p:sp>
      <p:sp>
        <p:nvSpPr>
          <p:cNvPr id="16" name="TextBox 15"/>
          <p:cNvSpPr txBox="1"/>
          <p:nvPr/>
        </p:nvSpPr>
        <p:spPr>
          <a:xfrm>
            <a:off x="1188719" y="4709159"/>
            <a:ext cx="4956048" cy="594360"/>
          </a:xfrm>
          <a:prstGeom prst="rect">
            <a:avLst/>
          </a:prstGeom>
          <a:noFill/>
        </p:spPr>
        <p:txBody>
          <a:bodyPr wrap="square" lIns="0" rIns="0" tIns="0" bIns="0">
            <a:spAutoFit/>
          </a:bodyPr>
          <a:lstStyle/>
          <a:p>
            <a:pPr algn="l">
              <a:lnSpc>
                <a:spcPct val="108000"/>
              </a:lnSpc>
              <a:spcBef>
                <a:spcPts val="0"/>
              </a:spcBef>
              <a:spcAft>
                <a:spcPts val="0"/>
              </a:spcAft>
            </a:pPr>
            <a:r>
              <a:rPr sz="1340" b="0" lang="ko-KR">
                <a:solidFill>
                  <a:srgbClr val="333333"/>
                </a:solidFill>
                <a:latin typeface="Segoe UI"/>
                <a:ea typeface="Malgun Gothic"/>
                <a:cs typeface="Segoe UI"/>
              </a:rPr>
              <a:t>동적 사용자 입력을 Secret 이름으로 그대로 사용하지 않습니다.</a:t>
            </a:r>
          </a:p>
        </p:txBody>
      </p:sp>
      <p:sp>
        <p:nvSpPr>
          <p:cNvPr id="17" name="Oval 16"/>
          <p:cNvSpPr/>
          <p:nvPr/>
        </p:nvSpPr>
        <p:spPr>
          <a:xfrm>
            <a:off x="5897880" y="5120640"/>
            <a:ext cx="384048" cy="384048"/>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97880" y="5184648"/>
            <a:ext cx="384048"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2</a:t>
            </a:r>
          </a:p>
        </p:txBody>
      </p:sp>
      <p:sp>
        <p:nvSpPr>
          <p:cNvPr id="19" name="TextBox 18"/>
          <p:cNvSpPr txBox="1"/>
          <p:nvPr/>
        </p:nvSpPr>
        <p:spPr>
          <a:xfrm>
            <a:off x="6428232" y="5102352"/>
            <a:ext cx="4956048" cy="310896"/>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반복 호출은 캐시</a:t>
            </a:r>
          </a:p>
        </p:txBody>
      </p:sp>
      <p:sp>
        <p:nvSpPr>
          <p:cNvPr id="20" name="TextBox 19"/>
          <p:cNvSpPr txBox="1"/>
          <p:nvPr/>
        </p:nvSpPr>
        <p:spPr>
          <a:xfrm>
            <a:off x="6428232" y="5495544"/>
            <a:ext cx="4956048" cy="594360"/>
          </a:xfrm>
          <a:prstGeom prst="rect">
            <a:avLst/>
          </a:prstGeom>
          <a:noFill/>
        </p:spPr>
        <p:txBody>
          <a:bodyPr wrap="square" lIns="0" rIns="0" tIns="0" bIns="0">
            <a:spAutoFit/>
          </a:bodyPr>
          <a:lstStyle/>
          <a:p>
            <a:pPr algn="l">
              <a:lnSpc>
                <a:spcPct val="108000"/>
              </a:lnSpc>
              <a:spcBef>
                <a:spcPts val="0"/>
              </a:spcBef>
              <a:spcAft>
                <a:spcPts val="0"/>
              </a:spcAft>
            </a:pPr>
            <a:r>
              <a:rPr sz="1340" b="0" lang="ko-KR">
                <a:solidFill>
                  <a:srgbClr val="333333"/>
                </a:solidFill>
                <a:latin typeface="Segoe UI"/>
                <a:ea typeface="Malgun Gothic"/>
                <a:cs typeface="Segoe UI"/>
              </a:rPr>
              <a:t>업무 요청마다 Vault를 호출하지 않습니다.</a:t>
            </a:r>
          </a:p>
        </p:txBody>
      </p:sp>
      <p:sp>
        <p:nvSpPr>
          <p:cNvPr id="21" name="Rectangle 2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Secret 값은 로그·예외·슬라이드에 출력하지 않습니다.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필터는 값 Get만 줄이고 List는 남깁니다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2.3 KeyVaultSecretManager · 앱 로직 필터이지 보안 경계가 아님</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10</a:t>
            </a:r>
          </a:p>
        </p:txBody>
      </p:sp>
      <p:sp>
        <p:nvSpPr>
          <p:cNvPr id="6" name="Rounded Rectangle 5"/>
          <p:cNvSpPr/>
          <p:nvPr/>
        </p:nvSpPr>
        <p:spPr>
          <a:xfrm>
            <a:off x="585216" y="1865376"/>
            <a:ext cx="11018520" cy="99669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2176272"/>
            <a:ext cx="1993392" cy="292608"/>
          </a:xfrm>
          <a:prstGeom prst="rect">
            <a:avLst/>
          </a:prstGeom>
          <a:noFill/>
        </p:spPr>
        <p:txBody>
          <a:bodyPr wrap="square" lIns="0" rIns="0" tIns="0" bIns="0">
            <a:spAutoFit/>
          </a:bodyPr>
          <a:lstStyle/>
          <a:p>
            <a:pPr algn="l">
              <a:lnSpc>
                <a:spcPct val="108000"/>
              </a:lnSpc>
              <a:spcBef>
                <a:spcPts val="0"/>
              </a:spcBef>
              <a:spcAft>
                <a:spcPts val="0"/>
              </a:spcAft>
            </a:pPr>
            <a:r>
              <a:rPr sz="1500" b="1" lang="ko-KR">
                <a:solidFill>
                  <a:srgbClr val="243A5E"/>
                </a:solidFill>
                <a:latin typeface="Segoe UI Semibold"/>
                <a:ea typeface="Malgun Gothic"/>
                <a:cs typeface="Segoe UI"/>
              </a:rPr>
              <a:t>Secret properties List</a:t>
            </a:r>
          </a:p>
        </p:txBody>
      </p:sp>
      <p:cxnSp>
        <p:nvCxnSpPr>
          <p:cNvPr id="8" name="Connector 7"/>
          <p:cNvCxnSpPr/>
          <p:nvPr/>
        </p:nvCxnSpPr>
        <p:spPr>
          <a:xfrm>
            <a:off x="2852928" y="2359152"/>
            <a:ext cx="923544"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52928" y="2011680"/>
            <a:ext cx="923543" cy="38404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0078D4"/>
                </a:solidFill>
                <a:latin typeface="Segoe UI Semibold"/>
                <a:ea typeface="Malgun Gothic"/>
                <a:cs typeface="Segoe UI"/>
              </a:rPr>
              <a:t>전체 metadata</a:t>
            </a:r>
          </a:p>
        </p:txBody>
      </p:sp>
      <p:sp>
        <p:nvSpPr>
          <p:cNvPr id="10" name="Rounded Rectangle 9"/>
          <p:cNvSpPr/>
          <p:nvPr/>
        </p:nvSpPr>
        <p:spPr>
          <a:xfrm>
            <a:off x="3831336" y="1865376"/>
            <a:ext cx="3200400" cy="996696"/>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41648" y="2176272"/>
            <a:ext cx="2779776" cy="292608"/>
          </a:xfrm>
          <a:prstGeom prst="rect">
            <a:avLst/>
          </a:prstGeom>
          <a:noFill/>
        </p:spPr>
        <p:txBody>
          <a:bodyPr wrap="square" lIns="0" rIns="0" tIns="0" bIns="0">
            <a:spAutoFit/>
          </a:bodyPr>
          <a:lstStyle/>
          <a:p>
            <a:pPr algn="ctr">
              <a:lnSpc>
                <a:spcPct val="108000"/>
              </a:lnSpc>
              <a:spcBef>
                <a:spcPts val="0"/>
              </a:spcBef>
              <a:spcAft>
                <a:spcPts val="0"/>
              </a:spcAft>
            </a:pPr>
            <a:r>
              <a:rPr sz="1500" b="1" lang="ko-KR">
                <a:solidFill>
                  <a:srgbClr val="008575"/>
                </a:solidFill>
                <a:latin typeface="Segoe UI Semibold"/>
                <a:ea typeface="Malgun Gothic"/>
                <a:cs typeface="Segoe UI"/>
              </a:rPr>
              <a:t>Manager.Load(name)</a:t>
            </a:r>
          </a:p>
        </p:txBody>
      </p:sp>
      <p:cxnSp>
        <p:nvCxnSpPr>
          <p:cNvPr id="12" name="Connector 11"/>
          <p:cNvCxnSpPr/>
          <p:nvPr/>
        </p:nvCxnSpPr>
        <p:spPr>
          <a:xfrm>
            <a:off x="7114032" y="2359152"/>
            <a:ext cx="923543"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14032" y="2011680"/>
            <a:ext cx="923543" cy="274320"/>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008575"/>
                </a:solidFill>
                <a:latin typeface="Segoe UI Semibold"/>
                <a:ea typeface="Malgun Gothic"/>
                <a:cs typeface="Segoe UI"/>
              </a:rPr>
              <a:t>허용 이름</a:t>
            </a:r>
          </a:p>
        </p:txBody>
      </p:sp>
      <p:sp>
        <p:nvSpPr>
          <p:cNvPr id="14" name="Rounded Rectangle 13"/>
          <p:cNvSpPr/>
          <p:nvPr/>
        </p:nvSpPr>
        <p:spPr>
          <a:xfrm>
            <a:off x="8092440" y="1865376"/>
            <a:ext cx="3511296" cy="99669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176272"/>
            <a:ext cx="3054096" cy="292608"/>
          </a:xfrm>
          <a:prstGeom prst="rect">
            <a:avLst/>
          </a:prstGeom>
          <a:noFill/>
        </p:spPr>
        <p:txBody>
          <a:bodyPr wrap="square" lIns="0" rIns="0" tIns="0" bIns="0">
            <a:spAutoFit/>
          </a:bodyPr>
          <a:lstStyle/>
          <a:p>
            <a:pPr algn="ctr">
              <a:lnSpc>
                <a:spcPct val="108000"/>
              </a:lnSpc>
              <a:spcBef>
                <a:spcPts val="0"/>
              </a:spcBef>
              <a:spcAft>
                <a:spcPts val="0"/>
              </a:spcAft>
            </a:pPr>
            <a:r>
              <a:rPr sz="1500" b="1" lang="ko-KR">
                <a:solidFill>
                  <a:srgbClr val="0078D4"/>
                </a:solidFill>
                <a:latin typeface="Segoe UI Semibold"/>
                <a:ea typeface="Malgun Gothic"/>
                <a:cs typeface="Segoe UI"/>
              </a:rPr>
              <a:t>선택된 Secret 값 Get</a:t>
            </a:r>
          </a:p>
        </p:txBody>
      </p:sp>
      <p:sp>
        <p:nvSpPr>
          <p:cNvPr id="16" name="Rounded Rectangle 15"/>
          <p:cNvSpPr/>
          <p:nvPr/>
        </p:nvSpPr>
        <p:spPr>
          <a:xfrm>
            <a:off x="585216" y="3401568"/>
            <a:ext cx="5330952" cy="171907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 y="3401568"/>
            <a:ext cx="50292" cy="17190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3584448"/>
            <a:ext cx="4910328"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줄어드는 것</a:t>
            </a:r>
          </a:p>
        </p:txBody>
      </p:sp>
      <p:sp>
        <p:nvSpPr>
          <p:cNvPr id="19" name="TextBox 18"/>
          <p:cNvSpPr txBox="1"/>
          <p:nvPr/>
        </p:nvSpPr>
        <p:spPr>
          <a:xfrm>
            <a:off x="795528" y="4151376"/>
            <a:ext cx="4910328" cy="804671"/>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선택하지 않은 Secret의 값 Get</a:t>
            </a:r>
          </a:p>
          <a:p>
            <a:pPr algn="l">
              <a:lnSpc>
                <a:spcPct val="108000"/>
              </a:lnSpc>
              <a:spcBef>
                <a:spcPts val="0"/>
              </a:spcBef>
              <a:spcAft>
                <a:spcPts val="0"/>
              </a:spcAft>
            </a:pPr>
            <a:r>
              <a:rPr sz="1350" b="0" lang="ko-KR">
                <a:solidFill>
                  <a:srgbClr val="333333"/>
                </a:solidFill>
                <a:latin typeface="Segoe UI"/>
                <a:ea typeface="Malgun Gothic"/>
                <a:cs typeface="Segoe UI"/>
              </a:rPr>
              <a:t>앱 메모리에 적재되는 값</a:t>
            </a:r>
          </a:p>
        </p:txBody>
      </p:sp>
      <p:sp>
        <p:nvSpPr>
          <p:cNvPr id="20" name="Rounded Rectangle 19"/>
          <p:cNvSpPr/>
          <p:nvPr/>
        </p:nvSpPr>
        <p:spPr>
          <a:xfrm>
            <a:off x="6245352" y="3401568"/>
            <a:ext cx="5358384" cy="1719072"/>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5352" y="3401568"/>
            <a:ext cx="50292" cy="17190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584448"/>
            <a:ext cx="4937760"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남는 것</a:t>
            </a:r>
          </a:p>
        </p:txBody>
      </p:sp>
      <p:sp>
        <p:nvSpPr>
          <p:cNvPr id="23" name="TextBox 22"/>
          <p:cNvSpPr txBox="1"/>
          <p:nvPr/>
        </p:nvSpPr>
        <p:spPr>
          <a:xfrm>
            <a:off x="6455664" y="4151376"/>
            <a:ext cx="4937760" cy="804671"/>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Secret 속성 목록 조회</a:t>
            </a:r>
          </a:p>
          <a:p>
            <a:pPr algn="l">
              <a:lnSpc>
                <a:spcPct val="108000"/>
              </a:lnSpc>
              <a:spcBef>
                <a:spcPts val="0"/>
              </a:spcBef>
              <a:spcAft>
                <a:spcPts val="0"/>
              </a:spcAft>
            </a:pPr>
            <a:r>
              <a:rPr sz="1350" b="0" lang="ko-KR">
                <a:solidFill>
                  <a:srgbClr val="333333"/>
                </a:solidFill>
                <a:latin typeface="Segoe UI"/>
                <a:ea typeface="Malgun Gothic"/>
                <a:cs typeface="Segoe UI"/>
              </a:rPr>
              <a:t>이름·metadata 노출 가능성</a:t>
            </a:r>
          </a:p>
        </p:txBody>
      </p:sp>
      <p:sp>
        <p:nvSpPr>
          <p:cNvPr id="24" name="Rectangle 23"/>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개별 Secret 권한이 핵심이면 직접 SecretClient 조회가 더 단순할 수 있습니다.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갱신 주인은 하나만 선택합니다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3.1 ReloadInterval 또는 SecretClient + TTL</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11</a:t>
            </a:r>
          </a:p>
        </p:txBody>
      </p:sp>
      <p:sp>
        <p:nvSpPr>
          <p:cNvPr id="6" name="Rounded Rectangle 5"/>
          <p:cNvSpPr/>
          <p:nvPr/>
        </p:nvSpPr>
        <p:spPr>
          <a:xfrm>
            <a:off x="585216" y="1828800"/>
            <a:ext cx="5321808" cy="317296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28800"/>
            <a:ext cx="50292" cy="317296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11680"/>
            <a:ext cx="4901184"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Configuration Provider</a:t>
            </a:r>
          </a:p>
        </p:txBody>
      </p:sp>
      <p:sp>
        <p:nvSpPr>
          <p:cNvPr id="9" name="TextBox 8"/>
          <p:cNvSpPr txBox="1"/>
          <p:nvPr/>
        </p:nvSpPr>
        <p:spPr>
          <a:xfrm>
            <a:off x="795528" y="2578608"/>
            <a:ext cx="4901184" cy="2258568"/>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Key Vault</a:t>
            </a:r>
          </a:p>
          <a:p>
            <a:pPr algn="l">
              <a:lnSpc>
                <a:spcPct val="108000"/>
              </a:lnSpc>
              <a:spcBef>
                <a:spcPts val="0"/>
              </a:spcBef>
              <a:spcAft>
                <a:spcPts val="0"/>
              </a:spcAft>
            </a:pPr>
            <a:r>
              <a:rPr sz="1350" b="0" lang="ko-KR">
                <a:solidFill>
                  <a:srgbClr val="333333"/>
                </a:solidFill>
                <a:latin typeface="Segoe UI"/>
                <a:ea typeface="Malgun Gothic"/>
                <a:cs typeface="Segoe UI"/>
              </a:rPr>
              <a:t>↓  ReloadInterval</a:t>
            </a:r>
          </a:p>
          <a:p>
            <a:pPr algn="l">
              <a:lnSpc>
                <a:spcPct val="108000"/>
              </a:lnSpc>
              <a:spcBef>
                <a:spcPts val="0"/>
              </a:spcBef>
              <a:spcAft>
                <a:spcPts val="0"/>
              </a:spcAft>
            </a:pPr>
            <a:r>
              <a:rPr sz="1350" b="0" lang="ko-KR">
                <a:solidFill>
                  <a:srgbClr val="333333"/>
                </a:solidFill>
                <a:latin typeface="Segoe UI"/>
                <a:ea typeface="Malgun Gothic"/>
                <a:cs typeface="Segoe UI"/>
              </a:rPr>
              <a:t>IConfiguration 내부 메모리</a:t>
            </a:r>
          </a:p>
          <a:p>
            <a:pPr algn="l">
              <a:lnSpc>
                <a:spcPct val="108000"/>
              </a:lnSpc>
              <a:spcBef>
                <a:spcPts val="0"/>
              </a:spcBef>
              <a:spcAft>
                <a:spcPts val="0"/>
              </a:spcAft>
            </a:pPr>
            <a:r>
              <a:rPr sz="1350" b="0" lang="ko-KR">
                <a:solidFill>
                  <a:srgbClr val="333333"/>
                </a:solidFill>
                <a:latin typeface="Segoe UI"/>
                <a:ea typeface="Malgun Gothic"/>
                <a:cs typeface="Segoe UI"/>
              </a:rPr>
              <a:t>↓</a:t>
            </a:r>
          </a:p>
          <a:p>
            <a:pPr algn="l">
              <a:lnSpc>
                <a:spcPct val="108000"/>
              </a:lnSpc>
              <a:spcBef>
                <a:spcPts val="0"/>
              </a:spcBef>
              <a:spcAft>
                <a:spcPts val="0"/>
              </a:spcAft>
            </a:pPr>
            <a:r>
              <a:rPr sz="1350" b="0" lang="ko-KR">
                <a:solidFill>
                  <a:srgbClr val="333333"/>
                </a:solidFill>
                <a:latin typeface="Segoe UI"/>
                <a:ea typeface="Malgun Gothic"/>
                <a:cs typeface="Segoe UI"/>
              </a:rPr>
              <a:t>업무 요청은 메모리 값을 읽음</a:t>
            </a:r>
          </a:p>
        </p:txBody>
      </p:sp>
      <p:sp>
        <p:nvSpPr>
          <p:cNvPr id="10" name="Rounded Rectangle 9"/>
          <p:cNvSpPr/>
          <p:nvPr/>
        </p:nvSpPr>
        <p:spPr>
          <a:xfrm>
            <a:off x="6245352" y="1828800"/>
            <a:ext cx="5358384" cy="317296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828800"/>
            <a:ext cx="50292" cy="317296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2011680"/>
            <a:ext cx="4937760"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직접 SecretClient</a:t>
            </a:r>
          </a:p>
        </p:txBody>
      </p:sp>
      <p:sp>
        <p:nvSpPr>
          <p:cNvPr id="13" name="TextBox 12"/>
          <p:cNvSpPr txBox="1"/>
          <p:nvPr/>
        </p:nvSpPr>
        <p:spPr>
          <a:xfrm>
            <a:off x="6455664" y="2578608"/>
            <a:ext cx="4937760" cy="2258568"/>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Key Vault</a:t>
            </a:r>
          </a:p>
          <a:p>
            <a:pPr algn="l">
              <a:lnSpc>
                <a:spcPct val="108000"/>
              </a:lnSpc>
              <a:spcBef>
                <a:spcPts val="0"/>
              </a:spcBef>
              <a:spcAft>
                <a:spcPts val="0"/>
              </a:spcAft>
            </a:pPr>
            <a:r>
              <a:rPr sz="1350" b="0" lang="ko-KR">
                <a:solidFill>
                  <a:srgbClr val="333333"/>
                </a:solidFill>
                <a:latin typeface="Segoe UI"/>
                <a:ea typeface="Malgun Gothic"/>
                <a:cs typeface="Segoe UI"/>
              </a:rPr>
              <a:t>↓  앱이 Get</a:t>
            </a:r>
          </a:p>
          <a:p>
            <a:pPr algn="l">
              <a:lnSpc>
                <a:spcPct val="108000"/>
              </a:lnSpc>
              <a:spcBef>
                <a:spcPts val="0"/>
              </a:spcBef>
              <a:spcAft>
                <a:spcPts val="0"/>
              </a:spcAft>
            </a:pPr>
            <a:r>
              <a:rPr sz="1350" b="0" lang="ko-KR">
                <a:solidFill>
                  <a:srgbClr val="333333"/>
                </a:solidFill>
                <a:latin typeface="Segoe UI"/>
                <a:ea typeface="Malgun Gothic"/>
                <a:cs typeface="Segoe UI"/>
              </a:rPr>
              <a:t>프로세스 메모리 캐시</a:t>
            </a:r>
          </a:p>
          <a:p>
            <a:pPr algn="l">
              <a:lnSpc>
                <a:spcPct val="108000"/>
              </a:lnSpc>
              <a:spcBef>
                <a:spcPts val="0"/>
              </a:spcBef>
              <a:spcAft>
                <a:spcPts val="0"/>
              </a:spcAft>
            </a:pPr>
            <a:r>
              <a:rPr sz="1350" b="0" lang="ko-KR">
                <a:solidFill>
                  <a:srgbClr val="333333"/>
                </a:solidFill>
                <a:latin typeface="Segoe UI"/>
                <a:ea typeface="Malgun Gothic"/>
                <a:cs typeface="Segoe UI"/>
              </a:rPr>
              <a:t>↓  TTL · Single-flight · Jitter</a:t>
            </a:r>
          </a:p>
          <a:p>
            <a:pPr algn="l">
              <a:lnSpc>
                <a:spcPct val="108000"/>
              </a:lnSpc>
              <a:spcBef>
                <a:spcPts val="0"/>
              </a:spcBef>
              <a:spcAft>
                <a:spcPts val="0"/>
              </a:spcAft>
            </a:pPr>
            <a:r>
              <a:rPr sz="1350" b="0" lang="ko-KR">
                <a:solidFill>
                  <a:srgbClr val="333333"/>
                </a:solidFill>
                <a:latin typeface="Segoe UI"/>
                <a:ea typeface="Malgun Gothic"/>
                <a:cs typeface="Segoe UI"/>
              </a:rPr>
              <a:t>업무 요청</a:t>
            </a:r>
          </a:p>
        </p:txBody>
      </p:sp>
      <p:sp>
        <p:nvSpPr>
          <p:cNvPr id="14" name="Rectangle 13"/>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IConfiguration을 읽을 때마다 Vault를 호출하는 것이 아닙니다.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30분 Reload 위의 1시간 캐시는 호출을 줄이지 않습니다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3.1 중복 캐시 · 최악 정렬 시 변경 관찰이 약 90분 지연</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12</a:t>
            </a:r>
          </a:p>
        </p:txBody>
      </p:sp>
      <p:sp>
        <p:nvSpPr>
          <p:cNvPr id="6" name="TextBox 5"/>
          <p:cNvSpPr txBox="1"/>
          <p:nvPr/>
        </p:nvSpPr>
        <p:spPr>
          <a:xfrm>
            <a:off x="640080" y="1828800"/>
            <a:ext cx="10881360" cy="310896"/>
          </a:xfrm>
          <a:prstGeom prst="rect">
            <a:avLst/>
          </a:prstGeom>
          <a:noFill/>
        </p:spPr>
        <p:txBody>
          <a:bodyPr wrap="square" lIns="0" rIns="0" tIns="0" bIns="0">
            <a:spAutoFit/>
          </a:bodyPr>
          <a:lstStyle/>
          <a:p>
            <a:pPr algn="ctr">
              <a:lnSpc>
                <a:spcPct val="108000"/>
              </a:lnSpc>
              <a:spcBef>
                <a:spcPts val="0"/>
              </a:spcBef>
              <a:spcAft>
                <a:spcPts val="0"/>
              </a:spcAft>
            </a:pPr>
            <a:r>
              <a:rPr sz="1600" b="1" lang="ko-KR">
                <a:solidFill>
                  <a:srgbClr val="243A5E"/>
                </a:solidFill>
                <a:latin typeface="Segoe UI Semibold"/>
                <a:ea typeface="Malgun Gothic"/>
                <a:cs typeface="Segoe UI"/>
              </a:rPr>
              <a:t>Key Vault 변경</a:t>
            </a:r>
          </a:p>
        </p:txBody>
      </p:sp>
      <p:cxnSp>
        <p:nvCxnSpPr>
          <p:cNvPr id="7" name="Connector 6"/>
          <p:cNvCxnSpPr/>
          <p:nvPr/>
        </p:nvCxnSpPr>
        <p:spPr>
          <a:xfrm>
            <a:off x="1856231" y="2615184"/>
            <a:ext cx="8476489" cy="0"/>
          </a:xfrm>
          <a:prstGeom prst="line">
            <a:avLst/>
          </a:prstGeom>
          <a:ln w="25400">
            <a:solidFill>
              <a:srgbClr val="737373"/>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810511" y="2468880"/>
            <a:ext cx="91440" cy="29260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1" y="2944368"/>
            <a:ext cx="1371600" cy="658368"/>
          </a:xfrm>
          <a:prstGeom prst="rect">
            <a:avLst/>
          </a:prstGeom>
          <a:noFill/>
        </p:spPr>
        <p:txBody>
          <a:bodyPr wrap="square" lIns="0" rIns="0" tIns="0" bIns="0">
            <a:spAutoFit/>
          </a:bodyPr>
          <a:lstStyle/>
          <a:p>
            <a:pPr algn="ctr">
              <a:lnSpc>
                <a:spcPct val="108000"/>
              </a:lnSpc>
              <a:spcBef>
                <a:spcPts val="0"/>
              </a:spcBef>
              <a:spcAft>
                <a:spcPts val="0"/>
              </a:spcAft>
            </a:pPr>
            <a:r>
              <a:rPr sz="1270" b="1" lang="ko-KR">
                <a:solidFill>
                  <a:srgbClr val="243A5E"/>
                </a:solidFill>
                <a:latin typeface="Segoe UI Semibold"/>
                <a:ea typeface="Malgun Gothic"/>
                <a:cs typeface="Segoe UI"/>
              </a:rPr>
              <a:t>0분</a:t>
            </a:r>
          </a:p>
          <a:p>
            <a:pPr algn="ctr">
              <a:lnSpc>
                <a:spcPct val="108000"/>
              </a:lnSpc>
              <a:spcBef>
                <a:spcPts val="0"/>
              </a:spcBef>
              <a:spcAft>
                <a:spcPts val="0"/>
              </a:spcAft>
            </a:pPr>
            <a:r>
              <a:rPr sz="1270" b="1" lang="ko-KR">
                <a:solidFill>
                  <a:srgbClr val="243A5E"/>
                </a:solidFill>
                <a:latin typeface="Segoe UI Semibold"/>
                <a:ea typeface="Malgun Gothic"/>
                <a:cs typeface="Segoe UI"/>
              </a:rPr>
              <a:t>변경</a:t>
            </a:r>
          </a:p>
        </p:txBody>
      </p:sp>
      <p:sp>
        <p:nvSpPr>
          <p:cNvPr id="10" name="Rectangle 9"/>
          <p:cNvSpPr/>
          <p:nvPr/>
        </p:nvSpPr>
        <p:spPr>
          <a:xfrm>
            <a:off x="4599432" y="2468880"/>
            <a:ext cx="91440" cy="29260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9352" y="2944368"/>
            <a:ext cx="1371600" cy="658368"/>
          </a:xfrm>
          <a:prstGeom prst="rect">
            <a:avLst/>
          </a:prstGeom>
          <a:noFill/>
        </p:spPr>
        <p:txBody>
          <a:bodyPr wrap="square" lIns="0" rIns="0" tIns="0" bIns="0">
            <a:spAutoFit/>
          </a:bodyPr>
          <a:lstStyle/>
          <a:p>
            <a:pPr algn="ctr">
              <a:lnSpc>
                <a:spcPct val="108000"/>
              </a:lnSpc>
              <a:spcBef>
                <a:spcPts val="0"/>
              </a:spcBef>
              <a:spcAft>
                <a:spcPts val="0"/>
              </a:spcAft>
            </a:pPr>
            <a:r>
              <a:rPr sz="1270" b="1" lang="ko-KR">
                <a:solidFill>
                  <a:srgbClr val="0078D4"/>
                </a:solidFill>
                <a:latin typeface="Segoe UI Semibold"/>
                <a:ea typeface="Malgun Gothic"/>
                <a:cs typeface="Segoe UI"/>
              </a:rPr>
              <a:t>최대 30분</a:t>
            </a:r>
          </a:p>
          <a:p>
            <a:pPr algn="ctr">
              <a:lnSpc>
                <a:spcPct val="108000"/>
              </a:lnSpc>
              <a:spcBef>
                <a:spcPts val="0"/>
              </a:spcBef>
              <a:spcAft>
                <a:spcPts val="0"/>
              </a:spcAft>
            </a:pPr>
            <a:r>
              <a:rPr sz="1270" b="1" lang="ko-KR">
                <a:solidFill>
                  <a:srgbClr val="0078D4"/>
                </a:solidFill>
                <a:latin typeface="Segoe UI Semibold"/>
                <a:ea typeface="Malgun Gothic"/>
                <a:cs typeface="Segoe UI"/>
              </a:rPr>
              <a:t>Provider 확인</a:t>
            </a:r>
          </a:p>
        </p:txBody>
      </p:sp>
      <p:sp>
        <p:nvSpPr>
          <p:cNvPr id="12" name="Rectangle 11"/>
          <p:cNvSpPr/>
          <p:nvPr/>
        </p:nvSpPr>
        <p:spPr>
          <a:xfrm>
            <a:off x="8321040" y="2468880"/>
            <a:ext cx="91440" cy="29260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2944368"/>
            <a:ext cx="1371600" cy="658368"/>
          </a:xfrm>
          <a:prstGeom prst="rect">
            <a:avLst/>
          </a:prstGeom>
          <a:noFill/>
        </p:spPr>
        <p:txBody>
          <a:bodyPr wrap="square" lIns="0" rIns="0" tIns="0" bIns="0">
            <a:spAutoFit/>
          </a:bodyPr>
          <a:lstStyle/>
          <a:p>
            <a:pPr algn="ctr">
              <a:lnSpc>
                <a:spcPct val="108000"/>
              </a:lnSpc>
              <a:spcBef>
                <a:spcPts val="0"/>
              </a:spcBef>
              <a:spcAft>
                <a:spcPts val="0"/>
              </a:spcAft>
            </a:pPr>
            <a:r>
              <a:rPr sz="1270" b="1" lang="ko-KR">
                <a:solidFill>
                  <a:srgbClr val="008575"/>
                </a:solidFill>
                <a:latin typeface="Segoe UI Semibold"/>
                <a:ea typeface="Malgun Gothic"/>
                <a:cs typeface="Segoe UI"/>
              </a:rPr>
              <a:t>최대 +60분</a:t>
            </a:r>
          </a:p>
          <a:p>
            <a:pPr algn="ctr">
              <a:lnSpc>
                <a:spcPct val="108000"/>
              </a:lnSpc>
              <a:spcBef>
                <a:spcPts val="0"/>
              </a:spcBef>
              <a:spcAft>
                <a:spcPts val="0"/>
              </a:spcAft>
            </a:pPr>
            <a:r>
              <a:rPr sz="1270" b="1" lang="ko-KR">
                <a:solidFill>
                  <a:srgbClr val="008575"/>
                </a:solidFill>
                <a:latin typeface="Segoe UI Semibold"/>
                <a:ea typeface="Malgun Gothic"/>
                <a:cs typeface="Segoe UI"/>
              </a:rPr>
              <a:t>앱 캐시 만료</a:t>
            </a:r>
          </a:p>
        </p:txBody>
      </p:sp>
      <p:sp>
        <p:nvSpPr>
          <p:cNvPr id="14" name="Rectangle 13"/>
          <p:cNvSpPr/>
          <p:nvPr/>
        </p:nvSpPr>
        <p:spPr>
          <a:xfrm>
            <a:off x="10287000" y="2468880"/>
            <a:ext cx="91440" cy="292608"/>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2944368"/>
            <a:ext cx="1371600" cy="658368"/>
          </a:xfrm>
          <a:prstGeom prst="rect">
            <a:avLst/>
          </a:prstGeom>
          <a:noFill/>
        </p:spPr>
        <p:txBody>
          <a:bodyPr wrap="square" lIns="0" rIns="0" tIns="0" bIns="0">
            <a:spAutoFit/>
          </a:bodyPr>
          <a:lstStyle/>
          <a:p>
            <a:pPr algn="ctr">
              <a:lnSpc>
                <a:spcPct val="108000"/>
              </a:lnSpc>
              <a:spcBef>
                <a:spcPts val="0"/>
              </a:spcBef>
              <a:spcAft>
                <a:spcPts val="0"/>
              </a:spcAft>
            </a:pPr>
            <a:r>
              <a:rPr sz="1270" b="1" lang="ko-KR">
                <a:solidFill>
                  <a:srgbClr val="C75B12"/>
                </a:solidFill>
                <a:latin typeface="Segoe UI Semibold"/>
                <a:ea typeface="Malgun Gothic"/>
                <a:cs typeface="Segoe UI"/>
              </a:rPr>
              <a:t>약 90분</a:t>
            </a:r>
          </a:p>
          <a:p>
            <a:pPr algn="ctr">
              <a:lnSpc>
                <a:spcPct val="108000"/>
              </a:lnSpc>
              <a:spcBef>
                <a:spcPts val="0"/>
              </a:spcBef>
              <a:spcAft>
                <a:spcPts val="0"/>
              </a:spcAft>
            </a:pPr>
            <a:r>
              <a:rPr sz="1270" b="1" lang="ko-KR">
                <a:solidFill>
                  <a:srgbClr val="C75B12"/>
                </a:solidFill>
                <a:latin typeface="Segoe UI Semibold"/>
                <a:ea typeface="Malgun Gothic"/>
                <a:cs typeface="Segoe UI"/>
              </a:rPr>
              <a:t>관찰</a:t>
            </a:r>
          </a:p>
        </p:txBody>
      </p:sp>
      <p:sp>
        <p:nvSpPr>
          <p:cNvPr id="16" name="Rounded Rectangle 15"/>
          <p:cNvSpPr/>
          <p:nvPr/>
        </p:nvSpPr>
        <p:spPr>
          <a:xfrm>
            <a:off x="585216" y="4069080"/>
            <a:ext cx="5330952" cy="113385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 y="4069080"/>
            <a:ext cx="50292" cy="11338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4251960"/>
            <a:ext cx="4910328"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Vault 호출</a:t>
            </a:r>
          </a:p>
        </p:txBody>
      </p:sp>
      <p:sp>
        <p:nvSpPr>
          <p:cNvPr id="19" name="TextBox 18"/>
          <p:cNvSpPr txBox="1"/>
          <p:nvPr/>
        </p:nvSpPr>
        <p:spPr>
          <a:xfrm>
            <a:off x="795528" y="4818888"/>
            <a:ext cx="4910328" cy="21945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Provider는 30분 polling을 계속함</a:t>
            </a:r>
          </a:p>
        </p:txBody>
      </p:sp>
      <p:sp>
        <p:nvSpPr>
          <p:cNvPr id="20" name="Rounded Rectangle 19"/>
          <p:cNvSpPr/>
          <p:nvPr/>
        </p:nvSpPr>
        <p:spPr>
          <a:xfrm>
            <a:off x="6245352" y="4069080"/>
            <a:ext cx="5358384" cy="1133856"/>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5352" y="4069080"/>
            <a:ext cx="50292" cy="113385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4251960"/>
            <a:ext cx="4937760"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변경 반영</a:t>
            </a:r>
          </a:p>
        </p:txBody>
      </p:sp>
      <p:sp>
        <p:nvSpPr>
          <p:cNvPr id="23" name="TextBox 22"/>
          <p:cNvSpPr txBox="1"/>
          <p:nvPr/>
        </p:nvSpPr>
        <p:spPr>
          <a:xfrm>
            <a:off x="6455664" y="4818888"/>
            <a:ext cx="4937760" cy="219456"/>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독립 1시간 캐시가 이전 값을 유지</a:t>
            </a:r>
          </a:p>
        </p:txBody>
      </p:sp>
      <p:sp>
        <p:nvSpPr>
          <p:cNvPr id="24" name="Rectangle 23"/>
          <p:cNvSpPr/>
          <p:nvPr/>
        </p:nvSpPr>
        <p:spPr>
          <a:xfrm>
            <a:off x="585216" y="5797296"/>
            <a:ext cx="11018520" cy="448056"/>
          </a:xfrm>
          <a:prstGeom prst="rect">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5216" y="5797296"/>
            <a:ext cx="50292" cy="44805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C75B12"/>
                </a:solidFill>
                <a:latin typeface="Segoe UI"/>
                <a:ea typeface="Malgun Gothic"/>
                <a:cs typeface="Segoe UI"/>
              </a:rPr>
              <a:t>호출을 줄이려면 중복 TTL보다 ReloadInterval 자체를 조정합니다.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약 30개라면 시작 시 미리 읽고 오래 캐시할 수 있습니다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 호출 최적화 · 알려진 소수 Secret의 preload 선택</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13</a:t>
            </a:r>
          </a:p>
        </p:txBody>
      </p:sp>
      <p:sp>
        <p:nvSpPr>
          <p:cNvPr id="6" name="Rounded Rectangle 5"/>
          <p:cNvSpPr/>
          <p:nvPr/>
        </p:nvSpPr>
        <p:spPr>
          <a:xfrm>
            <a:off x="585216" y="1847088"/>
            <a:ext cx="3511296" cy="243230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47088"/>
            <a:ext cx="50292" cy="2432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29968"/>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시작 시 preload</a:t>
            </a:r>
          </a:p>
        </p:txBody>
      </p:sp>
      <p:sp>
        <p:nvSpPr>
          <p:cNvPr id="9" name="TextBox 8"/>
          <p:cNvSpPr txBox="1"/>
          <p:nvPr/>
        </p:nvSpPr>
        <p:spPr>
          <a:xfrm>
            <a:off x="795528" y="2596896"/>
            <a:ext cx="3090672" cy="151790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허용된 이름 약 30개</a:t>
            </a:r>
          </a:p>
          <a:p>
            <a:pPr algn="l">
              <a:lnSpc>
                <a:spcPct val="108000"/>
              </a:lnSpc>
              <a:spcBef>
                <a:spcPts val="0"/>
              </a:spcBef>
              <a:spcAft>
                <a:spcPts val="0"/>
              </a:spcAft>
            </a:pPr>
            <a:r>
              <a:rPr sz="1350" b="0" lang="ko-KR">
                <a:solidFill>
                  <a:srgbClr val="333333"/>
                </a:solidFill>
                <a:latin typeface="Segoe UI"/>
                <a:ea typeface="Malgun Gothic"/>
                <a:cs typeface="Segoe UI"/>
              </a:rPr>
              <a:t>준비 완료 전에 검증</a:t>
            </a:r>
          </a:p>
          <a:p>
            <a:pPr algn="l">
              <a:lnSpc>
                <a:spcPct val="108000"/>
              </a:lnSpc>
              <a:spcBef>
                <a:spcPts val="0"/>
              </a:spcBef>
              <a:spcAft>
                <a:spcPts val="0"/>
              </a:spcAft>
            </a:pPr>
            <a:r>
              <a:rPr sz="1350" b="0" lang="ko-KR">
                <a:solidFill>
                  <a:srgbClr val="333333"/>
                </a:solidFill>
                <a:latin typeface="Segoe UI"/>
                <a:ea typeface="Malgun Gothic"/>
                <a:cs typeface="Segoe UI"/>
              </a:rPr>
              <a:t>요청 경로 지연 제거</a:t>
            </a:r>
          </a:p>
        </p:txBody>
      </p:sp>
      <p:sp>
        <p:nvSpPr>
          <p:cNvPr id="10" name="Rounded Rectangle 9"/>
          <p:cNvSpPr/>
          <p:nvPr/>
        </p:nvSpPr>
        <p:spPr>
          <a:xfrm>
            <a:off x="4334256" y="1847088"/>
            <a:ext cx="3511296" cy="243230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4256" y="1847088"/>
            <a:ext cx="50292" cy="2432304"/>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029968"/>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긴 메모리 캐시</a:t>
            </a:r>
          </a:p>
        </p:txBody>
      </p:sp>
      <p:sp>
        <p:nvSpPr>
          <p:cNvPr id="13" name="TextBox 12"/>
          <p:cNvSpPr txBox="1"/>
          <p:nvPr/>
        </p:nvSpPr>
        <p:spPr>
          <a:xfrm>
            <a:off x="4544568" y="2596896"/>
            <a:ext cx="3090672" cy="151790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Vault 호출 최소화</a:t>
            </a:r>
          </a:p>
          <a:p>
            <a:pPr algn="l">
              <a:lnSpc>
                <a:spcPct val="108000"/>
              </a:lnSpc>
              <a:spcBef>
                <a:spcPts val="0"/>
              </a:spcBef>
              <a:spcAft>
                <a:spcPts val="0"/>
              </a:spcAft>
            </a:pPr>
            <a:r>
              <a:rPr sz="1350" b="0" lang="ko-KR">
                <a:solidFill>
                  <a:srgbClr val="333333"/>
                </a:solidFill>
                <a:latin typeface="Segoe UI"/>
                <a:ea typeface="Malgun Gothic"/>
                <a:cs typeface="Segoe UI"/>
              </a:rPr>
              <a:t>프로세스 재시작 시 재로딩</a:t>
            </a:r>
          </a:p>
          <a:p>
            <a:pPr algn="l">
              <a:lnSpc>
                <a:spcPct val="108000"/>
              </a:lnSpc>
              <a:spcBef>
                <a:spcPts val="0"/>
              </a:spcBef>
              <a:spcAft>
                <a:spcPts val="0"/>
              </a:spcAft>
            </a:pPr>
            <a:r>
              <a:rPr sz="1350" b="0" lang="ko-KR">
                <a:solidFill>
                  <a:srgbClr val="333333"/>
                </a:solidFill>
                <a:latin typeface="Segoe UI"/>
                <a:ea typeface="Malgun Gothic"/>
                <a:cs typeface="Segoe UI"/>
              </a:rPr>
              <a:t>명시적 무효화 필요</a:t>
            </a:r>
          </a:p>
        </p:txBody>
      </p:sp>
      <p:sp>
        <p:nvSpPr>
          <p:cNvPr id="14" name="Rounded Rectangle 13"/>
          <p:cNvSpPr/>
          <p:nvPr/>
        </p:nvSpPr>
        <p:spPr>
          <a:xfrm>
            <a:off x="8083296" y="1847088"/>
            <a:ext cx="3520440" cy="243230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1847088"/>
            <a:ext cx="50292" cy="2432304"/>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029968"/>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운영 조건</a:t>
            </a:r>
          </a:p>
        </p:txBody>
      </p:sp>
      <p:sp>
        <p:nvSpPr>
          <p:cNvPr id="17" name="TextBox 16"/>
          <p:cNvSpPr txBox="1"/>
          <p:nvPr/>
        </p:nvSpPr>
        <p:spPr>
          <a:xfrm>
            <a:off x="8293608" y="2596896"/>
            <a:ext cx="3099816" cy="151790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새 버전 rollout</a:t>
            </a:r>
          </a:p>
          <a:p>
            <a:pPr algn="l">
              <a:lnSpc>
                <a:spcPct val="108000"/>
              </a:lnSpc>
              <a:spcBef>
                <a:spcPts val="0"/>
              </a:spcBef>
              <a:spcAft>
                <a:spcPts val="0"/>
              </a:spcAft>
            </a:pPr>
            <a:r>
              <a:rPr sz="1350" b="0" lang="ko-KR">
                <a:solidFill>
                  <a:srgbClr val="333333"/>
                </a:solidFill>
                <a:latin typeface="Segoe UI"/>
                <a:ea typeface="Malgun Gothic"/>
                <a:cs typeface="Segoe UI"/>
              </a:rPr>
              <a:t>이전/새 자격 증명 overlap</a:t>
            </a:r>
          </a:p>
          <a:p>
            <a:pPr algn="l">
              <a:lnSpc>
                <a:spcPct val="108000"/>
              </a:lnSpc>
              <a:spcBef>
                <a:spcPts val="0"/>
              </a:spcBef>
              <a:spcAft>
                <a:spcPts val="0"/>
              </a:spcAft>
            </a:pPr>
            <a:r>
              <a:rPr sz="1350" b="0" lang="ko-KR">
                <a:solidFill>
                  <a:srgbClr val="333333"/>
                </a:solidFill>
                <a:latin typeface="Segoe UI"/>
                <a:ea typeface="Malgun Gothic"/>
                <a:cs typeface="Segoe UI"/>
              </a:rPr>
              <a:t>회전 실패 시 복구 계획</a:t>
            </a:r>
          </a:p>
        </p:txBody>
      </p:sp>
      <p:sp>
        <p:nvSpPr>
          <p:cNvPr id="18" name="TextBox 17"/>
          <p:cNvSpPr txBox="1"/>
          <p:nvPr/>
        </p:nvSpPr>
        <p:spPr>
          <a:xfrm>
            <a:off x="694944" y="4736592"/>
            <a:ext cx="10744200" cy="402336"/>
          </a:xfrm>
          <a:prstGeom prst="rect">
            <a:avLst/>
          </a:prstGeom>
          <a:noFill/>
        </p:spPr>
        <p:txBody>
          <a:bodyPr wrap="square" lIns="0" rIns="0" tIns="0" bIns="0">
            <a:spAutoFit/>
          </a:bodyPr>
          <a:lstStyle/>
          <a:p>
            <a:pPr algn="ctr">
              <a:lnSpc>
                <a:spcPct val="108000"/>
              </a:lnSpc>
              <a:spcBef>
                <a:spcPts val="0"/>
              </a:spcBef>
              <a:spcAft>
                <a:spcPts val="0"/>
              </a:spcAft>
            </a:pPr>
            <a:r>
              <a:rPr sz="1700" b="1" lang="ko-KR">
                <a:solidFill>
                  <a:srgbClr val="243A5E"/>
                </a:solidFill>
                <a:latin typeface="Segoe UI Semibold"/>
                <a:ea typeface="Malgun Gothic"/>
                <a:cs typeface="Segoe UI"/>
              </a:rPr>
              <a:t>시작 실패 범위와 변경 반영 속도를 받아들일 수 있을 때 선택합니다.</a:t>
            </a:r>
          </a:p>
        </p:txBody>
      </p:sp>
      <p:sp>
        <p:nvSpPr>
          <p:cNvPr id="19" name="Rectangle 18"/>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모든 5,000개를 preload하는 것이 아니라 앱이 사용할 알려진 소수만 대상으로 합니다.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TTL은 앱 정책이며 ExpiresOn보다 길 수 없습니다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3.2 TTL · 호출량과 변경 반영 속도의 교환</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14</a:t>
            </a:r>
          </a:p>
        </p:txBody>
      </p:sp>
      <p:sp>
        <p:nvSpPr>
          <p:cNvPr id="6" name="Rounded Rectangle 5"/>
          <p:cNvSpPr/>
          <p:nvPr/>
        </p:nvSpPr>
        <p:spPr>
          <a:xfrm>
            <a:off x="585216" y="1847088"/>
            <a:ext cx="6611112" cy="2578608"/>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47088"/>
            <a:ext cx="50292" cy="257860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93392"/>
            <a:ext cx="6245352" cy="2304288"/>
          </a:xfrm>
          <a:prstGeom prst="rect">
            <a:avLst/>
          </a:prstGeom>
          <a:noFill/>
        </p:spPr>
        <p:txBody>
          <a:bodyPr wrap="square" lIns="0" rIns="0" tIns="0" bIns="0">
            <a:spAutoFit/>
          </a:bodyPr>
          <a:lstStyle/>
          <a:p>
            <a:pPr algn="l">
              <a:lnSpc>
                <a:spcPct val="108000"/>
              </a:lnSpc>
              <a:spcBef>
                <a:spcPts val="0"/>
              </a:spcBef>
              <a:spcAft>
                <a:spcPts val="0"/>
              </a:spcAft>
            </a:pPr>
            <a:r>
              <a:rPr sz="1200" b="0" lang="ko-KR">
                <a:solidFill>
                  <a:srgbClr val="333333"/>
                </a:solidFill>
                <a:latin typeface="Consolas"/>
                <a:ea typeface="Malgun Gothic"/>
                <a:cs typeface="Segoe UI"/>
              </a:rPr>
              <a:t>DateTimeOffset refreshAfter = now.Add(ttl);</a:t>
            </a:r>
          </a:p>
          <a:p>
            <a:pPr algn="l">
              <a:lnSpc>
                <a:spcPct val="108000"/>
              </a:lnSpc>
              <a:spcBef>
                <a:spcPts val="0"/>
              </a:spcBef>
              <a:spcAft>
                <a:spcPts val="0"/>
              </a:spcAft>
            </a:pPr>
            <a:r>
              <a:rPr sz="1200" b="0" lang="ko-KR">
                <a:solidFill>
                  <a:srgbClr val="333333"/>
                </a:solidFill>
                <a:latin typeface="Consolas"/>
                <a:ea typeface="Malgun Gothic"/>
                <a:cs typeface="Segoe UI"/>
              </a:rPr>
              <a:t/>
            </a:r>
          </a:p>
          <a:p>
            <a:pPr algn="l">
              <a:lnSpc>
                <a:spcPct val="108000"/>
              </a:lnSpc>
              <a:spcBef>
                <a:spcPts val="0"/>
              </a:spcBef>
              <a:spcAft>
                <a:spcPts val="0"/>
              </a:spcAft>
            </a:pPr>
            <a:r>
              <a:rPr sz="1200" b="0" lang="ko-KR">
                <a:solidFill>
                  <a:srgbClr val="333333"/>
                </a:solidFill>
                <a:latin typeface="Consolas"/>
                <a:ea typeface="Malgun Gothic"/>
                <a:cs typeface="Segoe UI"/>
              </a:rPr>
              <a:t>if (secret.Properties.ExpiresOn.HasValue &amp;&amp;</a:t>
            </a:r>
          </a:p>
          <a:p>
            <a:pPr algn="l">
              <a:lnSpc>
                <a:spcPct val="108000"/>
              </a:lnSpc>
              <a:spcBef>
                <a:spcPts val="0"/>
              </a:spcBef>
              <a:spcAft>
                <a:spcPts val="0"/>
              </a:spcAft>
            </a:pPr>
            <a:r>
              <a:rPr sz="1200" b="0" lang="ko-KR">
                <a:solidFill>
                  <a:srgbClr val="333333"/>
                </a:solidFill>
                <a:latin typeface="Consolas"/>
                <a:ea typeface="Malgun Gothic"/>
                <a:cs typeface="Segoe UI"/>
              </a:rPr>
              <a:t>    secret.Properties.ExpiresOn.Value &lt; refreshAfter)</a:t>
            </a:r>
          </a:p>
          <a:p>
            <a:pPr algn="l">
              <a:lnSpc>
                <a:spcPct val="108000"/>
              </a:lnSpc>
              <a:spcBef>
                <a:spcPts val="0"/>
              </a:spcBef>
              <a:spcAft>
                <a:spcPts val="0"/>
              </a:spcAft>
            </a:pPr>
            <a:r>
              <a:rPr sz="1200" b="0" lang="ko-KR">
                <a:solidFill>
                  <a:srgbClr val="333333"/>
                </a:solidFill>
                <a:latin typeface="Consolas"/>
                <a:ea typeface="Malgun Gothic"/>
                <a:cs typeface="Segoe UI"/>
              </a:rPr>
              <a:t>{</a:t>
            </a:r>
          </a:p>
          <a:p>
            <a:pPr algn="l">
              <a:lnSpc>
                <a:spcPct val="108000"/>
              </a:lnSpc>
              <a:spcBef>
                <a:spcPts val="0"/>
              </a:spcBef>
              <a:spcAft>
                <a:spcPts val="0"/>
              </a:spcAft>
            </a:pPr>
            <a:r>
              <a:rPr sz="1200" b="0" lang="ko-KR">
                <a:solidFill>
                  <a:srgbClr val="333333"/>
                </a:solidFill>
                <a:latin typeface="Consolas"/>
                <a:ea typeface="Malgun Gothic"/>
                <a:cs typeface="Segoe UI"/>
              </a:rPr>
              <a:t>    refreshAfter = secret.Properties.ExpiresOn.Value;</a:t>
            </a:r>
          </a:p>
          <a:p>
            <a:pPr algn="l">
              <a:lnSpc>
                <a:spcPct val="108000"/>
              </a:lnSpc>
              <a:spcBef>
                <a:spcPts val="0"/>
              </a:spcBef>
              <a:spcAft>
                <a:spcPts val="0"/>
              </a:spcAft>
            </a:pPr>
            <a:r>
              <a:rPr sz="1200" b="0" lang="ko-KR">
                <a:solidFill>
                  <a:srgbClr val="333333"/>
                </a:solidFill>
                <a:latin typeface="Consolas"/>
                <a:ea typeface="Malgun Gothic"/>
                <a:cs typeface="Segoe UI"/>
              </a:rPr>
              <a:t>}</a:t>
            </a:r>
          </a:p>
        </p:txBody>
      </p:sp>
      <p:sp>
        <p:nvSpPr>
          <p:cNvPr id="9" name="Rounded Rectangle 8"/>
          <p:cNvSpPr/>
          <p:nvPr/>
        </p:nvSpPr>
        <p:spPr>
          <a:xfrm>
            <a:off x="7452360" y="1847088"/>
            <a:ext cx="4151376" cy="11430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52360" y="1847088"/>
            <a:ext cx="50292" cy="11430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62672" y="2029968"/>
            <a:ext cx="373075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긴 TTL</a:t>
            </a:r>
          </a:p>
        </p:txBody>
      </p:sp>
      <p:sp>
        <p:nvSpPr>
          <p:cNvPr id="12" name="TextBox 11"/>
          <p:cNvSpPr txBox="1"/>
          <p:nvPr/>
        </p:nvSpPr>
        <p:spPr>
          <a:xfrm>
            <a:off x="7662672" y="2596896"/>
            <a:ext cx="3730752" cy="2286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호출 감소 · 변경 반영 지연</a:t>
            </a:r>
          </a:p>
        </p:txBody>
      </p:sp>
      <p:sp>
        <p:nvSpPr>
          <p:cNvPr id="13" name="Rounded Rectangle 12"/>
          <p:cNvSpPr/>
          <p:nvPr/>
        </p:nvSpPr>
        <p:spPr>
          <a:xfrm>
            <a:off x="7452360" y="3282696"/>
            <a:ext cx="4151376" cy="1143000"/>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60" y="3282696"/>
            <a:ext cx="50292" cy="114300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62672" y="3465576"/>
            <a:ext cx="373075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짧은 TTL</a:t>
            </a:r>
          </a:p>
        </p:txBody>
      </p:sp>
      <p:sp>
        <p:nvSpPr>
          <p:cNvPr id="16" name="TextBox 15"/>
          <p:cNvSpPr txBox="1"/>
          <p:nvPr/>
        </p:nvSpPr>
        <p:spPr>
          <a:xfrm>
            <a:off x="7662672" y="4032504"/>
            <a:ext cx="3730752" cy="228600"/>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최신성 향상 · 장애 의존 증가</a:t>
            </a:r>
          </a:p>
        </p:txBody>
      </p:sp>
      <p:sp>
        <p:nvSpPr>
          <p:cNvPr id="17" name="TextBox 16"/>
          <p:cNvSpPr txBox="1"/>
          <p:nvPr/>
        </p:nvSpPr>
        <p:spPr>
          <a:xfrm>
            <a:off x="676656" y="4882896"/>
            <a:ext cx="10789920" cy="384048"/>
          </a:xfrm>
          <a:prstGeom prst="rect">
            <a:avLst/>
          </a:prstGeom>
          <a:noFill/>
        </p:spPr>
        <p:txBody>
          <a:bodyPr wrap="square" lIns="0" rIns="0" tIns="0" bIns="0">
            <a:spAutoFit/>
          </a:bodyPr>
          <a:lstStyle/>
          <a:p>
            <a:pPr algn="ctr">
              <a:lnSpc>
                <a:spcPct val="108000"/>
              </a:lnSpc>
              <a:spcBef>
                <a:spcPts val="0"/>
              </a:spcBef>
              <a:spcAft>
                <a:spcPts val="0"/>
              </a:spcAft>
            </a:pPr>
            <a:r>
              <a:rPr sz="1900" b="1" lang="ko-KR">
                <a:solidFill>
                  <a:srgbClr val="243A5E"/>
                </a:solidFill>
                <a:latin typeface="Segoe UI Semibold"/>
                <a:ea typeface="Malgun Gothic"/>
                <a:cs typeface="Segoe UI"/>
              </a:rPr>
              <a:t>실제 만료 = min(앱 TTL, Secret ExpiresOn)</a:t>
            </a:r>
          </a:p>
        </p:txBody>
      </p:sp>
      <p:sp>
        <p:nvSpPr>
          <p:cNvPr id="18" name="Rectangle 1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Key Vault Secret 자체에 설정하는 TTL이 아니라 프로세스 메모리 캐시 정책입니다.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동시 20개 요청은 성공한 Vault 조회 한 번을 공유합니다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3.3 Single-flight · secretName으로 Entry를 선택하고 Gate 안에서 재확인</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15</a:t>
            </a:r>
          </a:p>
        </p:txBody>
      </p:sp>
      <p:sp>
        <p:nvSpPr>
          <p:cNvPr id="6" name="Oval 5"/>
          <p:cNvSpPr/>
          <p:nvPr/>
        </p:nvSpPr>
        <p:spPr>
          <a:xfrm>
            <a:off x="658368" y="1883664"/>
            <a:ext cx="310896" cy="310896"/>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47672"/>
            <a:ext cx="310896"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1</a:t>
            </a:r>
          </a:p>
        </p:txBody>
      </p:sp>
      <p:sp>
        <p:nvSpPr>
          <p:cNvPr id="8" name="Oval 7"/>
          <p:cNvSpPr/>
          <p:nvPr/>
        </p:nvSpPr>
        <p:spPr>
          <a:xfrm>
            <a:off x="1161288" y="1883664"/>
            <a:ext cx="310896" cy="310896"/>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1288" y="1947672"/>
            <a:ext cx="310896"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2</a:t>
            </a:r>
          </a:p>
        </p:txBody>
      </p:sp>
      <p:sp>
        <p:nvSpPr>
          <p:cNvPr id="10" name="Oval 9"/>
          <p:cNvSpPr/>
          <p:nvPr/>
        </p:nvSpPr>
        <p:spPr>
          <a:xfrm>
            <a:off x="1664208" y="1883664"/>
            <a:ext cx="310896" cy="310896"/>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64208" y="1947672"/>
            <a:ext cx="310896"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3</a:t>
            </a:r>
          </a:p>
        </p:txBody>
      </p:sp>
      <p:sp>
        <p:nvSpPr>
          <p:cNvPr id="12" name="Oval 11"/>
          <p:cNvSpPr/>
          <p:nvPr/>
        </p:nvSpPr>
        <p:spPr>
          <a:xfrm>
            <a:off x="2167128" y="1883664"/>
            <a:ext cx="310896" cy="310896"/>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67128" y="1947672"/>
            <a:ext cx="310896"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4</a:t>
            </a:r>
          </a:p>
        </p:txBody>
      </p:sp>
      <p:sp>
        <p:nvSpPr>
          <p:cNvPr id="14" name="Oval 13"/>
          <p:cNvSpPr/>
          <p:nvPr/>
        </p:nvSpPr>
        <p:spPr>
          <a:xfrm>
            <a:off x="2670048" y="1883664"/>
            <a:ext cx="310896" cy="310896"/>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0048" y="1947672"/>
            <a:ext cx="310896"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5</a:t>
            </a:r>
          </a:p>
        </p:txBody>
      </p:sp>
      <p:sp>
        <p:nvSpPr>
          <p:cNvPr id="16" name="TextBox 15"/>
          <p:cNvSpPr txBox="1"/>
          <p:nvPr/>
        </p:nvSpPr>
        <p:spPr>
          <a:xfrm>
            <a:off x="3319272" y="1892807"/>
            <a:ext cx="1188720" cy="274320"/>
          </a:xfrm>
          <a:prstGeom prst="rect">
            <a:avLst/>
          </a:prstGeom>
          <a:noFill/>
        </p:spPr>
        <p:txBody>
          <a:bodyPr wrap="square" lIns="0" rIns="0" tIns="0" bIns="0">
            <a:spAutoFit/>
          </a:bodyPr>
          <a:lstStyle/>
          <a:p>
            <a:pPr algn="l">
              <a:lnSpc>
                <a:spcPct val="108000"/>
              </a:lnSpc>
              <a:spcBef>
                <a:spcPts val="0"/>
              </a:spcBef>
              <a:spcAft>
                <a:spcPts val="0"/>
              </a:spcAft>
            </a:pPr>
            <a:r>
              <a:rPr sz="1400" b="1" lang="ko-KR">
                <a:solidFill>
                  <a:srgbClr val="737373"/>
                </a:solidFill>
                <a:latin typeface="Segoe UI Semibold"/>
                <a:ea typeface="Malgun Gothic"/>
                <a:cs typeface="Segoe UI"/>
              </a:rPr>
              <a:t>… 20개</a:t>
            </a:r>
          </a:p>
        </p:txBody>
      </p:sp>
      <p:cxnSp>
        <p:nvCxnSpPr>
          <p:cNvPr id="17" name="Connector 16"/>
          <p:cNvCxnSpPr/>
          <p:nvPr/>
        </p:nvCxnSpPr>
        <p:spPr>
          <a:xfrm>
            <a:off x="4480560" y="2048256"/>
            <a:ext cx="886968"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22392" y="1682496"/>
            <a:ext cx="2377440" cy="758952"/>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96128" y="1920240"/>
            <a:ext cx="2029968" cy="274320"/>
          </a:xfrm>
          <a:prstGeom prst="rect">
            <a:avLst/>
          </a:prstGeom>
          <a:noFill/>
        </p:spPr>
        <p:txBody>
          <a:bodyPr wrap="square" lIns="0" rIns="0" tIns="0" bIns="0">
            <a:spAutoFit/>
          </a:bodyPr>
          <a:lstStyle/>
          <a:p>
            <a:pPr algn="ctr">
              <a:lnSpc>
                <a:spcPct val="108000"/>
              </a:lnSpc>
              <a:spcBef>
                <a:spcPts val="0"/>
              </a:spcBef>
              <a:spcAft>
                <a:spcPts val="0"/>
              </a:spcAft>
            </a:pPr>
            <a:r>
              <a:rPr sz="1600" b="1" lang="ko-KR">
                <a:solidFill>
                  <a:srgbClr val="008575"/>
                </a:solidFill>
                <a:latin typeface="Segoe UI Semibold"/>
                <a:ea typeface="Malgun Gothic"/>
                <a:cs typeface="Segoe UI"/>
              </a:rPr>
              <a:t>이름별 Gate</a:t>
            </a:r>
          </a:p>
        </p:txBody>
      </p:sp>
      <p:cxnSp>
        <p:nvCxnSpPr>
          <p:cNvPr id="20" name="Connector 19"/>
          <p:cNvCxnSpPr/>
          <p:nvPr/>
        </p:nvCxnSpPr>
        <p:spPr>
          <a:xfrm>
            <a:off x="7882127" y="2048256"/>
            <a:ext cx="886969"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823960" y="1682496"/>
            <a:ext cx="2633472" cy="75895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88552" y="1920240"/>
            <a:ext cx="2304288" cy="274320"/>
          </a:xfrm>
          <a:prstGeom prst="rect">
            <a:avLst/>
          </a:prstGeom>
          <a:noFill/>
        </p:spPr>
        <p:txBody>
          <a:bodyPr wrap="square" lIns="0" rIns="0" tIns="0" bIns="0">
            <a:spAutoFit/>
          </a:bodyPr>
          <a:lstStyle/>
          <a:p>
            <a:pPr algn="ctr">
              <a:lnSpc>
                <a:spcPct val="108000"/>
              </a:lnSpc>
              <a:spcBef>
                <a:spcPts val="0"/>
              </a:spcBef>
              <a:spcAft>
                <a:spcPts val="0"/>
              </a:spcAft>
            </a:pPr>
            <a:r>
              <a:rPr sz="1600" b="1" lang="ko-KR">
                <a:solidFill>
                  <a:srgbClr val="0078D4"/>
                </a:solidFill>
                <a:latin typeface="Segoe UI Semibold"/>
                <a:ea typeface="Malgun Gothic"/>
                <a:cs typeface="Segoe UI"/>
              </a:rPr>
              <a:t>Vault Get 1회</a:t>
            </a:r>
          </a:p>
        </p:txBody>
      </p:sp>
      <p:sp>
        <p:nvSpPr>
          <p:cNvPr id="23" name="Oval 22"/>
          <p:cNvSpPr/>
          <p:nvPr/>
        </p:nvSpPr>
        <p:spPr>
          <a:xfrm>
            <a:off x="658368" y="2999232"/>
            <a:ext cx="384048" cy="38404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063239"/>
            <a:ext cx="384048"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1</a:t>
            </a:r>
          </a:p>
        </p:txBody>
      </p:sp>
      <p:sp>
        <p:nvSpPr>
          <p:cNvPr id="25" name="TextBox 24"/>
          <p:cNvSpPr txBox="1"/>
          <p:nvPr/>
        </p:nvSpPr>
        <p:spPr>
          <a:xfrm>
            <a:off x="1188719" y="2980944"/>
            <a:ext cx="4681728" cy="310896"/>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Gate 획득</a:t>
            </a:r>
          </a:p>
        </p:txBody>
      </p:sp>
      <p:sp>
        <p:nvSpPr>
          <p:cNvPr id="26" name="TextBox 25"/>
          <p:cNvSpPr txBox="1"/>
          <p:nvPr/>
        </p:nvSpPr>
        <p:spPr>
          <a:xfrm>
            <a:off x="1188719" y="3374136"/>
            <a:ext cx="4681728" cy="594360"/>
          </a:xfrm>
          <a:prstGeom prst="rect">
            <a:avLst/>
          </a:prstGeom>
          <a:noFill/>
        </p:spPr>
        <p:txBody>
          <a:bodyPr wrap="square" lIns="0" rIns="0" tIns="0" bIns="0">
            <a:spAutoFit/>
          </a:bodyPr>
          <a:lstStyle/>
          <a:p>
            <a:pPr algn="l">
              <a:lnSpc>
                <a:spcPct val="108000"/>
              </a:lnSpc>
              <a:spcBef>
                <a:spcPts val="0"/>
              </a:spcBef>
              <a:spcAft>
                <a:spcPts val="0"/>
              </a:spcAft>
            </a:pPr>
            <a:r>
              <a:rPr sz="1340" b="0" lang="ko-KR">
                <a:solidFill>
                  <a:srgbClr val="333333"/>
                </a:solidFill>
                <a:latin typeface="Segoe UI"/>
                <a:ea typeface="Malgun Gothic"/>
                <a:cs typeface="Segoe UI"/>
              </a:rPr>
              <a:t>첫 요청만 임계 영역에 들어갑니다.</a:t>
            </a:r>
          </a:p>
        </p:txBody>
      </p:sp>
      <p:sp>
        <p:nvSpPr>
          <p:cNvPr id="27" name="Oval 26"/>
          <p:cNvSpPr/>
          <p:nvPr/>
        </p:nvSpPr>
        <p:spPr>
          <a:xfrm>
            <a:off x="658368" y="3913631"/>
            <a:ext cx="384048" cy="384048"/>
          </a:xfrm>
          <a:prstGeom prst="ellipse">
            <a:avLst/>
          </a:prstGeom>
          <a:solidFill>
            <a:srgbClr val="008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3977639"/>
            <a:ext cx="384048"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2</a:t>
            </a:r>
          </a:p>
        </p:txBody>
      </p:sp>
      <p:sp>
        <p:nvSpPr>
          <p:cNvPr id="29" name="TextBox 28"/>
          <p:cNvSpPr txBox="1"/>
          <p:nvPr/>
        </p:nvSpPr>
        <p:spPr>
          <a:xfrm>
            <a:off x="1188719" y="3895344"/>
            <a:ext cx="4681728" cy="310896"/>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캐시 재확인</a:t>
            </a:r>
          </a:p>
        </p:txBody>
      </p:sp>
      <p:sp>
        <p:nvSpPr>
          <p:cNvPr id="30" name="TextBox 29"/>
          <p:cNvSpPr txBox="1"/>
          <p:nvPr/>
        </p:nvSpPr>
        <p:spPr>
          <a:xfrm>
            <a:off x="1188719" y="4288536"/>
            <a:ext cx="4681728" cy="594360"/>
          </a:xfrm>
          <a:prstGeom prst="rect">
            <a:avLst/>
          </a:prstGeom>
          <a:noFill/>
        </p:spPr>
        <p:txBody>
          <a:bodyPr wrap="square" lIns="0" rIns="0" tIns="0" bIns="0">
            <a:spAutoFit/>
          </a:bodyPr>
          <a:lstStyle/>
          <a:p>
            <a:pPr algn="l">
              <a:lnSpc>
                <a:spcPct val="108000"/>
              </a:lnSpc>
              <a:spcBef>
                <a:spcPts val="0"/>
              </a:spcBef>
              <a:spcAft>
                <a:spcPts val="0"/>
              </a:spcAft>
            </a:pPr>
            <a:r>
              <a:rPr sz="1340" b="0" lang="ko-KR">
                <a:solidFill>
                  <a:srgbClr val="333333"/>
                </a:solidFill>
                <a:latin typeface="Segoe UI"/>
                <a:ea typeface="Malgun Gothic"/>
                <a:cs typeface="Segoe UI"/>
              </a:rPr>
              <a:t>대기 요청은 첫 요청이 저장한 값을 발견합니다.</a:t>
            </a:r>
          </a:p>
        </p:txBody>
      </p:sp>
      <p:sp>
        <p:nvSpPr>
          <p:cNvPr id="31" name="Oval 30"/>
          <p:cNvSpPr/>
          <p:nvPr/>
        </p:nvSpPr>
        <p:spPr>
          <a:xfrm>
            <a:off x="658368" y="4828031"/>
            <a:ext cx="384048" cy="384048"/>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4892040"/>
            <a:ext cx="384048"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3</a:t>
            </a:r>
          </a:p>
        </p:txBody>
      </p:sp>
      <p:sp>
        <p:nvSpPr>
          <p:cNvPr id="33" name="TextBox 32"/>
          <p:cNvSpPr txBox="1"/>
          <p:nvPr/>
        </p:nvSpPr>
        <p:spPr>
          <a:xfrm>
            <a:off x="1188719" y="4809744"/>
            <a:ext cx="5138928" cy="310896"/>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성공 결과 공유</a:t>
            </a:r>
          </a:p>
        </p:txBody>
      </p:sp>
      <p:sp>
        <p:nvSpPr>
          <p:cNvPr id="34" name="TextBox 33"/>
          <p:cNvSpPr txBox="1"/>
          <p:nvPr/>
        </p:nvSpPr>
        <p:spPr>
          <a:xfrm>
            <a:off x="1188719" y="5202936"/>
            <a:ext cx="5138928" cy="594360"/>
          </a:xfrm>
          <a:prstGeom prst="rect">
            <a:avLst/>
          </a:prstGeom>
          <a:noFill/>
        </p:spPr>
        <p:txBody>
          <a:bodyPr wrap="square" lIns="0" rIns="0" tIns="0" bIns="0">
            <a:spAutoFit/>
          </a:bodyPr>
          <a:lstStyle/>
          <a:p>
            <a:pPr algn="l">
              <a:lnSpc>
                <a:spcPct val="108000"/>
              </a:lnSpc>
              <a:spcBef>
                <a:spcPts val="0"/>
              </a:spcBef>
              <a:spcAft>
                <a:spcPts val="0"/>
              </a:spcAft>
            </a:pPr>
            <a:r>
              <a:rPr sz="1340" b="0" lang="ko-KR">
                <a:solidFill>
                  <a:srgbClr val="333333"/>
                </a:solidFill>
                <a:latin typeface="Segoe UI"/>
                <a:ea typeface="Malgun Gothic"/>
                <a:cs typeface="Segoe UI"/>
              </a:rPr>
              <a:t>첫 조회 실패 시 다음 대기 요청이 다시 시도할 수 있습니다.</a:t>
            </a:r>
          </a:p>
        </p:txBody>
      </p:sp>
      <p:sp>
        <p:nvSpPr>
          <p:cNvPr id="35" name="Rectangle 34"/>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캐시 객체를 요청 간 공유합니다. 같은 이름은 같은 Gate, 다른 이름은 병렬 조회합니다. (프로세스 내부)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100개 Pod의 5분 만료를 270~330초로 흩습니다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3.4 Jitter · 프로세스별 캐시는 갱신 시점도 프로세스별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16</a:t>
            </a:r>
          </a:p>
        </p:txBody>
      </p:sp>
      <p:sp>
        <p:nvSpPr>
          <p:cNvPr id="6" name="TextBox 5"/>
          <p:cNvSpPr txBox="1"/>
          <p:nvPr/>
        </p:nvSpPr>
        <p:spPr>
          <a:xfrm>
            <a:off x="658368" y="1828800"/>
            <a:ext cx="10808208" cy="310896"/>
          </a:xfrm>
          <a:prstGeom prst="rect">
            <a:avLst/>
          </a:prstGeom>
          <a:noFill/>
        </p:spPr>
        <p:txBody>
          <a:bodyPr wrap="square" lIns="0" rIns="0" tIns="0" bIns="0">
            <a:spAutoFit/>
          </a:bodyPr>
          <a:lstStyle/>
          <a:p>
            <a:pPr algn="ctr">
              <a:lnSpc>
                <a:spcPct val="108000"/>
              </a:lnSpc>
              <a:spcBef>
                <a:spcPts val="0"/>
              </a:spcBef>
              <a:spcAft>
                <a:spcPts val="0"/>
              </a:spcAft>
            </a:pPr>
            <a:r>
              <a:rPr sz="1600" b="1" lang="ko-KR">
                <a:solidFill>
                  <a:srgbClr val="C75B12"/>
                </a:solidFill>
                <a:latin typeface="Segoe UI Semibold"/>
                <a:ea typeface="Malgun Gothic"/>
                <a:cs typeface="Segoe UI"/>
              </a:rPr>
              <a:t>Jitter 없음: 300초에 100개 Pod가 함께 갱신</a:t>
            </a:r>
          </a:p>
        </p:txBody>
      </p:sp>
      <p:sp>
        <p:nvSpPr>
          <p:cNvPr id="7" name="Rectangle 6"/>
          <p:cNvSpPr/>
          <p:nvPr/>
        </p:nvSpPr>
        <p:spPr>
          <a:xfrm>
            <a:off x="15087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4231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375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1663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807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951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095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239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738360" y="2350008"/>
            <a:ext cx="566928" cy="347472"/>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035808"/>
            <a:ext cx="10808208" cy="310896"/>
          </a:xfrm>
          <a:prstGeom prst="rect">
            <a:avLst/>
          </a:prstGeom>
          <a:noFill/>
        </p:spPr>
        <p:txBody>
          <a:bodyPr wrap="square" lIns="0" rIns="0" tIns="0" bIns="0">
            <a:spAutoFit/>
          </a:bodyPr>
          <a:lstStyle/>
          <a:p>
            <a:pPr algn="ctr">
              <a:lnSpc>
                <a:spcPct val="108000"/>
              </a:lnSpc>
              <a:spcBef>
                <a:spcPts val="0"/>
              </a:spcBef>
              <a:spcAft>
                <a:spcPts val="0"/>
              </a:spcAft>
            </a:pPr>
            <a:r>
              <a:rPr sz="1600" b="1" lang="ko-KR">
                <a:solidFill>
                  <a:srgbClr val="008575"/>
                </a:solidFill>
                <a:latin typeface="Segoe UI Semibold"/>
                <a:ea typeface="Malgun Gothic"/>
                <a:cs typeface="Segoe UI"/>
              </a:rPr>
              <a:t>Jitter 적용: 각 프로세스의 실제 TTL 270~330초</a:t>
            </a:r>
          </a:p>
        </p:txBody>
      </p:sp>
      <p:sp>
        <p:nvSpPr>
          <p:cNvPr id="18" name="Rectangle 17"/>
          <p:cNvSpPr/>
          <p:nvPr/>
        </p:nvSpPr>
        <p:spPr>
          <a:xfrm>
            <a:off x="1042415"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64208"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79192"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730752"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10328"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779008"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31736"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90104"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33688"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222992" y="3666744"/>
            <a:ext cx="566928" cy="3474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005840" y="4343400"/>
            <a:ext cx="9829800" cy="0"/>
          </a:xfrm>
          <a:prstGeom prst="line">
            <a:avLst/>
          </a:prstGeom>
          <a:ln w="25400">
            <a:solidFill>
              <a:srgbClr val="737373"/>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31520" y="4553712"/>
            <a:ext cx="1261872" cy="274320"/>
          </a:xfrm>
          <a:prstGeom prst="rect">
            <a:avLst/>
          </a:prstGeom>
          <a:noFill/>
        </p:spPr>
        <p:txBody>
          <a:bodyPr wrap="square" lIns="0" rIns="0" tIns="0" bIns="0">
            <a:spAutoFit/>
          </a:bodyPr>
          <a:lstStyle/>
          <a:p>
            <a:pPr algn="ctr">
              <a:lnSpc>
                <a:spcPct val="108000"/>
              </a:lnSpc>
              <a:spcBef>
                <a:spcPts val="0"/>
              </a:spcBef>
              <a:spcAft>
                <a:spcPts val="0"/>
              </a:spcAft>
            </a:pPr>
            <a:r>
              <a:rPr sz="1250" b="1" lang="ko-KR">
                <a:solidFill>
                  <a:srgbClr val="737373"/>
                </a:solidFill>
                <a:latin typeface="Segoe UI Semibold"/>
                <a:ea typeface="Malgun Gothic"/>
                <a:cs typeface="Segoe UI"/>
              </a:rPr>
              <a:t>270초</a:t>
            </a:r>
          </a:p>
        </p:txBody>
      </p:sp>
      <p:sp>
        <p:nvSpPr>
          <p:cNvPr id="30" name="TextBox 29"/>
          <p:cNvSpPr txBox="1"/>
          <p:nvPr/>
        </p:nvSpPr>
        <p:spPr>
          <a:xfrm>
            <a:off x="9857232" y="4553712"/>
            <a:ext cx="1261872" cy="274320"/>
          </a:xfrm>
          <a:prstGeom prst="rect">
            <a:avLst/>
          </a:prstGeom>
          <a:noFill/>
        </p:spPr>
        <p:txBody>
          <a:bodyPr wrap="square" lIns="0" rIns="0" tIns="0" bIns="0">
            <a:spAutoFit/>
          </a:bodyPr>
          <a:lstStyle/>
          <a:p>
            <a:pPr algn="ctr">
              <a:lnSpc>
                <a:spcPct val="108000"/>
              </a:lnSpc>
              <a:spcBef>
                <a:spcPts val="0"/>
              </a:spcBef>
              <a:spcAft>
                <a:spcPts val="0"/>
              </a:spcAft>
            </a:pPr>
            <a:r>
              <a:rPr sz="1250" b="1" lang="ko-KR">
                <a:solidFill>
                  <a:srgbClr val="737373"/>
                </a:solidFill>
                <a:latin typeface="Segoe UI Semibold"/>
                <a:ea typeface="Malgun Gothic"/>
                <a:cs typeface="Segoe UI"/>
              </a:rPr>
              <a:t>330초</a:t>
            </a:r>
          </a:p>
        </p:txBody>
      </p:sp>
      <p:sp>
        <p:nvSpPr>
          <p:cNvPr id="31" name="Rounded Rectangle 30"/>
          <p:cNvSpPr/>
          <p:nvPr/>
        </p:nvSpPr>
        <p:spPr>
          <a:xfrm>
            <a:off x="585216" y="4992624"/>
            <a:ext cx="5330952" cy="65836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5216" y="4992624"/>
            <a:ext cx="50292" cy="65836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8" y="5193792"/>
            <a:ext cx="4910328" cy="347471"/>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008575"/>
                </a:solidFill>
                <a:latin typeface="Segoe UI Semibold"/>
                <a:ea typeface="Malgun Gothic"/>
                <a:cs typeface="Segoe UI"/>
              </a:rPr>
              <a:t>효과 · 순간 부하를 시간대로 분산</a:t>
            </a:r>
          </a:p>
        </p:txBody>
      </p:sp>
      <p:sp>
        <p:nvSpPr>
          <p:cNvPr id="34" name="Rounded Rectangle 33"/>
          <p:cNvSpPr/>
          <p:nvPr/>
        </p:nvSpPr>
        <p:spPr>
          <a:xfrm>
            <a:off x="6245352" y="4992624"/>
            <a:ext cx="5358384" cy="65836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45352" y="4992624"/>
            <a:ext cx="50292" cy="65836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55664" y="5193792"/>
            <a:ext cx="4937760" cy="347471"/>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243A5E"/>
                </a:solidFill>
                <a:latin typeface="Segoe UI Semibold"/>
                <a:ea typeface="Malgun Gothic"/>
                <a:cs typeface="Segoe UI"/>
              </a:rPr>
              <a:t>한계 · 전체 호출량 자체를 줄이지 않음</a:t>
            </a:r>
          </a:p>
        </p:txBody>
      </p:sp>
      <p:sp>
        <p:nvSpPr>
          <p:cNvPr id="37" name="Rectangle 3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AKS Pod마다 메모리 캐시가 독립적이므로 TTL도 각 프로세스에서 계산합니다.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TTL + Single-flight + Jitter는 한 흐름으로 동작합니다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3.5 결합 패턴 · 처음 필요할 때만 조회하고 만료 뒤 한 번 갱신</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17</a:t>
            </a:r>
          </a:p>
        </p:txBody>
      </p:sp>
      <p:sp>
        <p:nvSpPr>
          <p:cNvPr id="6" name="Rounded Rectangle 5"/>
          <p:cNvSpPr/>
          <p:nvPr/>
        </p:nvSpPr>
        <p:spPr>
          <a:xfrm>
            <a:off x="585216" y="2231136"/>
            <a:ext cx="1536192" cy="9326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532888"/>
            <a:ext cx="1371600" cy="292608"/>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243A5E"/>
                </a:solidFill>
                <a:latin typeface="Segoe UI Semibold"/>
                <a:ea typeface="Malgun Gothic"/>
                <a:cs typeface="Segoe UI"/>
              </a:rPr>
              <a:t>Secret 필요</a:t>
            </a:r>
          </a:p>
        </p:txBody>
      </p:sp>
      <p:cxnSp>
        <p:nvCxnSpPr>
          <p:cNvPr id="8" name="Connector 7"/>
          <p:cNvCxnSpPr/>
          <p:nvPr/>
        </p:nvCxnSpPr>
        <p:spPr>
          <a:xfrm>
            <a:off x="2130552" y="2697480"/>
            <a:ext cx="292608" cy="0"/>
          </a:xfrm>
          <a:prstGeom prst="line">
            <a:avLst/>
          </a:prstGeom>
          <a:ln w="25400">
            <a:solidFill>
              <a:srgbClr val="243A5E"/>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50592" y="2231136"/>
            <a:ext cx="1536192" cy="932688"/>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32888" y="2532888"/>
            <a:ext cx="1371600" cy="292608"/>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0078D4"/>
                </a:solidFill>
                <a:latin typeface="Segoe UI Semibold"/>
                <a:ea typeface="Malgun Gothic"/>
                <a:cs typeface="Segoe UI"/>
              </a:rPr>
              <a:t>캐시 확인</a:t>
            </a:r>
          </a:p>
        </p:txBody>
      </p:sp>
      <p:cxnSp>
        <p:nvCxnSpPr>
          <p:cNvPr id="11" name="Connector 10"/>
          <p:cNvCxnSpPr/>
          <p:nvPr/>
        </p:nvCxnSpPr>
        <p:spPr>
          <a:xfrm>
            <a:off x="3995928" y="2697480"/>
            <a:ext cx="292608"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15968" y="2231136"/>
            <a:ext cx="1536192" cy="9326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8264" y="2532888"/>
            <a:ext cx="1371600" cy="292608"/>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008575"/>
                </a:solidFill>
                <a:latin typeface="Segoe UI Semibold"/>
                <a:ea typeface="Malgun Gothic"/>
                <a:cs typeface="Segoe UI"/>
              </a:rPr>
              <a:t>이름별 Gate</a:t>
            </a:r>
          </a:p>
        </p:txBody>
      </p:sp>
      <p:cxnSp>
        <p:nvCxnSpPr>
          <p:cNvPr id="14" name="Connector 13"/>
          <p:cNvCxnSpPr/>
          <p:nvPr/>
        </p:nvCxnSpPr>
        <p:spPr>
          <a:xfrm>
            <a:off x="5861304" y="2697480"/>
            <a:ext cx="292608"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81344" y="2231136"/>
            <a:ext cx="1536192" cy="932688"/>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532888"/>
            <a:ext cx="1371600" cy="292608"/>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0078D4"/>
                </a:solidFill>
                <a:latin typeface="Segoe UI Semibold"/>
                <a:ea typeface="Malgun Gothic"/>
                <a:cs typeface="Segoe UI"/>
              </a:rPr>
              <a:t>Vault Get</a:t>
            </a:r>
          </a:p>
        </p:txBody>
      </p:sp>
      <p:cxnSp>
        <p:nvCxnSpPr>
          <p:cNvPr id="17" name="Connector 16"/>
          <p:cNvCxnSpPr/>
          <p:nvPr/>
        </p:nvCxnSpPr>
        <p:spPr>
          <a:xfrm>
            <a:off x="7726679" y="2697480"/>
            <a:ext cx="292609"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46720" y="2231136"/>
            <a:ext cx="1536192" cy="9326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9016" y="2532888"/>
            <a:ext cx="1371600" cy="292608"/>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008575"/>
                </a:solidFill>
                <a:latin typeface="Segoe UI Semibold"/>
                <a:ea typeface="Malgun Gothic"/>
                <a:cs typeface="Segoe UI"/>
              </a:rPr>
              <a:t>TTL + Jitter</a:t>
            </a:r>
          </a:p>
        </p:txBody>
      </p:sp>
      <p:cxnSp>
        <p:nvCxnSpPr>
          <p:cNvPr id="20" name="Connector 19"/>
          <p:cNvCxnSpPr/>
          <p:nvPr/>
        </p:nvCxnSpPr>
        <p:spPr>
          <a:xfrm>
            <a:off x="9592056" y="2697480"/>
            <a:ext cx="292608"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912096" y="2231136"/>
            <a:ext cx="1536192" cy="932688"/>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94392" y="2532888"/>
            <a:ext cx="1371600" cy="292608"/>
          </a:xfrm>
          <a:prstGeom prst="rect">
            <a:avLst/>
          </a:prstGeom>
          <a:noFill/>
        </p:spPr>
        <p:txBody>
          <a:bodyPr wrap="square" lIns="0" rIns="0" tIns="0" bIns="0">
            <a:spAutoFit/>
          </a:bodyPr>
          <a:lstStyle/>
          <a:p>
            <a:pPr algn="ctr">
              <a:lnSpc>
                <a:spcPct val="108000"/>
              </a:lnSpc>
              <a:spcBef>
                <a:spcPts val="0"/>
              </a:spcBef>
              <a:spcAft>
                <a:spcPts val="0"/>
              </a:spcAft>
            </a:pPr>
            <a:r>
              <a:rPr sz="1350" b="1" lang="ko-KR">
                <a:solidFill>
                  <a:srgbClr val="243A5E"/>
                </a:solidFill>
                <a:latin typeface="Segoe UI Semibold"/>
                <a:ea typeface="Malgun Gothic"/>
                <a:cs typeface="Segoe UI"/>
              </a:rPr>
              <a:t>메모리 반환</a:t>
            </a:r>
          </a:p>
        </p:txBody>
      </p:sp>
      <p:cxnSp>
        <p:nvCxnSpPr>
          <p:cNvPr id="23" name="Connector 22"/>
          <p:cNvCxnSpPr/>
          <p:nvPr/>
        </p:nvCxnSpPr>
        <p:spPr>
          <a:xfrm>
            <a:off x="2331720" y="3995928"/>
            <a:ext cx="8366760" cy="0"/>
          </a:xfrm>
          <a:prstGeom prst="line">
            <a:avLst/>
          </a:prstGeom>
          <a:ln w="25400">
            <a:solidFill>
              <a:srgbClr val="737373"/>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331720" y="3694176"/>
            <a:ext cx="8366759" cy="274320"/>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737373"/>
                </a:solidFill>
                <a:latin typeface="Segoe UI Semibold"/>
                <a:ea typeface="Malgun Gothic"/>
                <a:cs typeface="Segoe UI"/>
              </a:rPr>
              <a:t>만료 후 다음 요청에서 갱신</a:t>
            </a:r>
          </a:p>
        </p:txBody>
      </p:sp>
      <p:sp>
        <p:nvSpPr>
          <p:cNvPr id="25" name="Rounded Rectangle 24"/>
          <p:cNvSpPr/>
          <p:nvPr/>
        </p:nvSpPr>
        <p:spPr>
          <a:xfrm>
            <a:off x="1481328" y="3685032"/>
            <a:ext cx="960120" cy="630936"/>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54480" y="3877056"/>
            <a:ext cx="813816" cy="256032"/>
          </a:xfrm>
          <a:prstGeom prst="rect">
            <a:avLst/>
          </a:prstGeom>
          <a:noFill/>
        </p:spPr>
        <p:txBody>
          <a:bodyPr wrap="square" lIns="0" rIns="0" tIns="0" bIns="0">
            <a:spAutoFit/>
          </a:bodyPr>
          <a:lstStyle/>
          <a:p>
            <a:pPr algn="ctr">
              <a:lnSpc>
                <a:spcPct val="108000"/>
              </a:lnSpc>
              <a:spcBef>
                <a:spcPts val="0"/>
              </a:spcBef>
              <a:spcAft>
                <a:spcPts val="0"/>
              </a:spcAft>
            </a:pPr>
            <a:r>
              <a:rPr sz="1300" b="1" lang="ko-KR">
                <a:solidFill>
                  <a:srgbClr val="737373"/>
                </a:solidFill>
                <a:latin typeface="Segoe UI Semibold"/>
                <a:ea typeface="Malgun Gothic"/>
                <a:cs typeface="Segoe UI"/>
              </a:rPr>
              <a:t>반복</a:t>
            </a:r>
          </a:p>
        </p:txBody>
      </p:sp>
      <p:sp>
        <p:nvSpPr>
          <p:cNvPr id="27" name="Rounded Rectangle 26"/>
          <p:cNvSpPr/>
          <p:nvPr/>
        </p:nvSpPr>
        <p:spPr>
          <a:xfrm>
            <a:off x="585216" y="4700016"/>
            <a:ext cx="3511296" cy="914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5216" y="4700016"/>
            <a:ext cx="50292" cy="9144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8" y="4901183"/>
            <a:ext cx="3090672" cy="603503"/>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0078D4"/>
                </a:solidFill>
                <a:latin typeface="Segoe UI Semibold"/>
                <a:ea typeface="Malgun Gothic"/>
                <a:cs typeface="Segoe UI"/>
              </a:rPr>
              <a:t>TTL · 반복 호출 감소</a:t>
            </a:r>
          </a:p>
        </p:txBody>
      </p:sp>
      <p:sp>
        <p:nvSpPr>
          <p:cNvPr id="30" name="Rounded Rectangle 29"/>
          <p:cNvSpPr/>
          <p:nvPr/>
        </p:nvSpPr>
        <p:spPr>
          <a:xfrm>
            <a:off x="4334256" y="4700016"/>
            <a:ext cx="3511296" cy="914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34256" y="4700016"/>
            <a:ext cx="50292" cy="91440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44568" y="4901183"/>
            <a:ext cx="3090672" cy="603503"/>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008575"/>
                </a:solidFill>
                <a:latin typeface="Segoe UI Semibold"/>
                <a:ea typeface="Malgun Gothic"/>
                <a:cs typeface="Segoe UI"/>
              </a:rPr>
              <a:t>Single-flight · 동시 호출 통합</a:t>
            </a:r>
          </a:p>
        </p:txBody>
      </p:sp>
      <p:sp>
        <p:nvSpPr>
          <p:cNvPr id="33" name="Rounded Rectangle 32"/>
          <p:cNvSpPr/>
          <p:nvPr/>
        </p:nvSpPr>
        <p:spPr>
          <a:xfrm>
            <a:off x="8083296" y="4700016"/>
            <a:ext cx="3520440" cy="91440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83296" y="4700016"/>
            <a:ext cx="50292" cy="91440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93608" y="4901183"/>
            <a:ext cx="3099816" cy="603503"/>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243A5E"/>
                </a:solidFill>
                <a:latin typeface="Segoe UI Semibold"/>
                <a:ea typeface="Malgun Gothic"/>
                <a:cs typeface="Segoe UI"/>
              </a:rPr>
              <a:t>Jitter · 인스턴스 시점 분산</a:t>
            </a:r>
          </a:p>
        </p:txBody>
      </p:sp>
      <p:sp>
        <p:nvSpPr>
          <p:cNvPr id="36" name="Rectangle 35"/>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서로 대체하는 기능이 아니라 반복·동시·분산 시작 문제를 각각 해결합니다.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한도는 Vault·리전의 10초 구간으로 계산합니다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4. 서비스 한도 · 구독·리전 집계도 함께 적용</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18</a:t>
            </a:r>
          </a:p>
        </p:txBody>
      </p:sp>
      <p:graphicFrame>
        <p:nvGraphicFramePr>
          <p:cNvPr id="6" name="Table 5"/>
          <p:cNvGraphicFramePr>
            <a:graphicFrameLocks noGrp="1"/>
          </p:cNvGraphicFramePr>
          <p:nvPr/>
        </p:nvGraphicFramePr>
        <p:xfrm>
          <a:off x="585216" y="1773936"/>
          <a:ext cx="11018520" cy="1847088"/>
        </p:xfrm>
        <a:graphic>
          <a:graphicData uri="http://schemas.openxmlformats.org/drawingml/2006/table">
            <a:tbl>
              <a:tblPr firstRow="1" bandRow="1">
                <a:tableStyleId>{5C22544A-7EE6-4342-B048-85BDC9FD1C3A}</a:tableStyleId>
              </a:tblPr>
              <a:tblGrid>
                <a:gridCol w="4645152"/>
                <a:gridCol w="3145536"/>
                <a:gridCol w="3227832"/>
              </a:tblGrid>
              <a:tr h="438912">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Secret 트랜잭션</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Vault·리전</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구독·리전</a:t>
                      </a:r>
                    </a:p>
                  </a:txBody>
                  <a:tcPr marL="118872" marR="118872" marT="45720" marB="45720">
                    <a:solidFill>
                      <a:srgbClr val="243A5E"/>
                    </a:solidFill>
                  </a:tcPr>
                </a:tc>
              </a:tr>
              <a:tr h="704088">
                <a:tc>
                  <a:txBody>
                    <a:bodyPr anchor="ctr" wrap="square" lIns="0" rIns="0" tIns="0" bIns="0"/>
                    <a:lstStyle/>
                    <a:p>
                      <a:pPr algn="l">
                        <a:lnSpc>
                          <a:spcPct val="108000"/>
                        </a:lnSpc>
                        <a:spcBef>
                          <a:spcPts val="0"/>
                        </a:spcBef>
                        <a:spcAft>
                          <a:spcPts val="0"/>
                        </a:spcAft>
                      </a:pPr>
                      <a:r>
                        <a:rPr sz="1280" b="1" lang="ko-KR">
                          <a:solidFill>
                            <a:srgbClr val="0078D4"/>
                          </a:solidFill>
                          <a:latin typeface="Segoe UI Semibold"/>
                          <a:ea typeface="Malgun Gothic"/>
                          <a:cs typeface="Segoe UI"/>
                        </a:rPr>
                        <a:t>Create</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80" b="0" lang="ko-KR">
                          <a:solidFill>
                            <a:srgbClr val="333333"/>
                          </a:solidFill>
                          <a:latin typeface="Segoe UI"/>
                          <a:ea typeface="Malgun Gothic"/>
                          <a:cs typeface="Segoe UI"/>
                        </a:rPr>
                        <a:t>300회 / 10초</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80" b="0" lang="ko-KR">
                          <a:solidFill>
                            <a:srgbClr val="333333"/>
                          </a:solidFill>
                          <a:latin typeface="Segoe UI"/>
                          <a:ea typeface="Malgun Gothic"/>
                          <a:cs typeface="Segoe UI"/>
                        </a:rPr>
                        <a:t>1,500회 / 10초</a:t>
                      </a:r>
                    </a:p>
                  </a:txBody>
                  <a:tcPr marL="118872" marR="118872" marT="45720" marB="45720">
                    <a:solidFill>
                      <a:srgbClr val="F2F6FA"/>
                    </a:solidFill>
                  </a:tcPr>
                </a:tc>
              </a:tr>
              <a:tr h="704088">
                <a:tc>
                  <a:txBody>
                    <a:bodyPr anchor="ctr" wrap="square" lIns="0" rIns="0" tIns="0" bIns="0"/>
                    <a:lstStyle/>
                    <a:p>
                      <a:pPr algn="l">
                        <a:lnSpc>
                          <a:spcPct val="108000"/>
                        </a:lnSpc>
                        <a:spcBef>
                          <a:spcPts val="0"/>
                        </a:spcBef>
                        <a:spcAft>
                          <a:spcPts val="0"/>
                        </a:spcAft>
                      </a:pPr>
                      <a:r>
                        <a:rPr sz="1280" b="1" lang="ko-KR">
                          <a:solidFill>
                            <a:srgbClr val="0078D4"/>
                          </a:solidFill>
                          <a:latin typeface="Segoe UI Semibold"/>
                          <a:ea typeface="Malgun Gothic"/>
                          <a:cs typeface="Segoe UI"/>
                        </a:rPr>
                        <a:t>Get · List 등 기타</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80" b="0" lang="ko-KR">
                          <a:solidFill>
                            <a:srgbClr val="333333"/>
                          </a:solidFill>
                          <a:latin typeface="Segoe UI"/>
                          <a:ea typeface="Malgun Gothic"/>
                          <a:cs typeface="Segoe UI"/>
                        </a:rPr>
                        <a:t>4,000회 / 10초</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80" b="0" lang="ko-KR">
                          <a:solidFill>
                            <a:srgbClr val="333333"/>
                          </a:solidFill>
                          <a:latin typeface="Segoe UI"/>
                          <a:ea typeface="Malgun Gothic"/>
                          <a:cs typeface="Segoe UI"/>
                        </a:rPr>
                        <a:t>20,000회 / 10초</a:t>
                      </a:r>
                    </a:p>
                  </a:txBody>
                  <a:tcPr marL="118872" marR="118872" marT="45720" marB="45720">
                    <a:solidFill>
                      <a:srgbClr val="FFFFFF"/>
                    </a:solidFill>
                  </a:tcPr>
                </a:tc>
              </a:tr>
            </a:tbl>
          </a:graphicData>
        </a:graphic>
      </p:graphicFrame>
      <p:sp>
        <p:nvSpPr>
          <p:cNvPr id="7" name="Rounded Rectangle 6"/>
          <p:cNvSpPr/>
          <p:nvPr/>
        </p:nvSpPr>
        <p:spPr>
          <a:xfrm>
            <a:off x="585216" y="3886200"/>
            <a:ext cx="3511296" cy="132588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3886200"/>
            <a:ext cx="50292" cy="1325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4069080"/>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저장 개수</a:t>
            </a:r>
          </a:p>
        </p:txBody>
      </p:sp>
      <p:sp>
        <p:nvSpPr>
          <p:cNvPr id="10" name="TextBox 9"/>
          <p:cNvSpPr txBox="1"/>
          <p:nvPr/>
        </p:nvSpPr>
        <p:spPr>
          <a:xfrm>
            <a:off x="795528" y="4636008"/>
            <a:ext cx="3090672" cy="411479"/>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Key·Secret·Certificate</a:t>
            </a:r>
          </a:p>
          <a:p>
            <a:pPr algn="l">
              <a:lnSpc>
                <a:spcPct val="108000"/>
              </a:lnSpc>
              <a:spcBef>
                <a:spcPts val="0"/>
              </a:spcBef>
              <a:spcAft>
                <a:spcPts val="0"/>
              </a:spcAft>
            </a:pPr>
            <a:r>
              <a:rPr sz="1350" b="0" lang="ko-KR">
                <a:solidFill>
                  <a:srgbClr val="333333"/>
                </a:solidFill>
                <a:latin typeface="Segoe UI"/>
                <a:ea typeface="Malgun Gothic"/>
                <a:cs typeface="Segoe UI"/>
              </a:rPr>
              <a:t>개수 자체 제한 없음</a:t>
            </a:r>
          </a:p>
        </p:txBody>
      </p:sp>
      <p:sp>
        <p:nvSpPr>
          <p:cNvPr id="11" name="Rounded Rectangle 10"/>
          <p:cNvSpPr/>
          <p:nvPr/>
        </p:nvSpPr>
        <p:spPr>
          <a:xfrm>
            <a:off x="4334256" y="3886200"/>
            <a:ext cx="3511296" cy="1325880"/>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6" y="3886200"/>
            <a:ext cx="50292" cy="1325880"/>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4069080"/>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개별 객체 백업</a:t>
            </a:r>
          </a:p>
        </p:txBody>
      </p:sp>
      <p:sp>
        <p:nvSpPr>
          <p:cNvPr id="14" name="TextBox 13"/>
          <p:cNvSpPr txBox="1"/>
          <p:nvPr/>
        </p:nvSpPr>
        <p:spPr>
          <a:xfrm>
            <a:off x="4544568" y="4636008"/>
            <a:ext cx="3090672" cy="411479"/>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최대 500개 버전</a:t>
            </a:r>
          </a:p>
          <a:p>
            <a:pPr algn="l">
              <a:lnSpc>
                <a:spcPct val="108000"/>
              </a:lnSpc>
              <a:spcBef>
                <a:spcPts val="0"/>
              </a:spcBef>
              <a:spcAft>
                <a:spcPts val="0"/>
              </a:spcAft>
            </a:pPr>
            <a:r>
              <a:rPr sz="1350" b="0" lang="ko-KR">
                <a:solidFill>
                  <a:srgbClr val="333333"/>
                </a:solidFill>
                <a:latin typeface="Segoe UI"/>
                <a:ea typeface="Malgun Gothic"/>
                <a:cs typeface="Segoe UI"/>
              </a:rPr>
              <a:t>초과 시 실패 가능</a:t>
            </a:r>
          </a:p>
        </p:txBody>
      </p:sp>
      <p:sp>
        <p:nvSpPr>
          <p:cNvPr id="15" name="Rounded Rectangle 14"/>
          <p:cNvSpPr/>
          <p:nvPr/>
        </p:nvSpPr>
        <p:spPr>
          <a:xfrm>
            <a:off x="8083296" y="3886200"/>
            <a:ext cx="3520440" cy="132588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3886200"/>
            <a:ext cx="50292" cy="132588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4069080"/>
            <a:ext cx="3099816"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설계 의미</a:t>
            </a:r>
          </a:p>
        </p:txBody>
      </p:sp>
      <p:sp>
        <p:nvSpPr>
          <p:cNvPr id="18" name="TextBox 17"/>
          <p:cNvSpPr txBox="1"/>
          <p:nvPr/>
        </p:nvSpPr>
        <p:spPr>
          <a:xfrm>
            <a:off x="8293608" y="4636008"/>
            <a:ext cx="3099816" cy="411479"/>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무제한 공유 권장이 아님</a:t>
            </a:r>
          </a:p>
          <a:p>
            <a:pPr algn="l">
              <a:lnSpc>
                <a:spcPct val="108000"/>
              </a:lnSpc>
              <a:spcBef>
                <a:spcPts val="0"/>
              </a:spcBef>
              <a:spcAft>
                <a:spcPts val="0"/>
              </a:spcAft>
            </a:pPr>
            <a:r>
              <a:rPr sz="1350" b="0" lang="ko-KR">
                <a:solidFill>
                  <a:srgbClr val="333333"/>
                </a:solidFill>
                <a:latin typeface="Segoe UI"/>
                <a:ea typeface="Malgun Gothic"/>
                <a:cs typeface="Segoe UI"/>
              </a:rPr>
              <a:t>경계·목록·회전 고려</a:t>
            </a:r>
          </a:p>
        </p:txBody>
      </p:sp>
      <p:sp>
        <p:nvSpPr>
          <p:cNvPr id="19" name="Rectangle 18"/>
          <p:cNvSpPr/>
          <p:nvPr/>
        </p:nvSpPr>
        <p:spPr>
          <a:xfrm>
            <a:off x="585216" y="5797296"/>
            <a:ext cx="11018520" cy="448056"/>
          </a:xfrm>
          <a:prstGeom prst="rect">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 y="5797296"/>
            <a:ext cx="50292" cy="44805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C75B12"/>
                </a:solidFill>
                <a:latin typeface="Segoe UI"/>
                <a:ea typeface="Malgun Gothic"/>
                <a:cs typeface="Segoe UI"/>
              </a:rPr>
              <a:t>평균 400회/초가 매초 보장된다는 뜻이 아닙니다.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Secret은 Key Vault에 두고 프로세스 메모리에 캐시합니다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5. 설계 권고 · Redis는 기본 해법이 아니라 두 번째 비밀 저장소</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19</a:t>
            </a:r>
          </a:p>
        </p:txBody>
      </p:sp>
      <p:sp>
        <p:nvSpPr>
          <p:cNvPr id="6" name="Rounded Rectangle 5"/>
          <p:cNvSpPr/>
          <p:nvPr/>
        </p:nvSpPr>
        <p:spPr>
          <a:xfrm>
            <a:off x="585216" y="1874519"/>
            <a:ext cx="2834640" cy="2414016"/>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139696"/>
            <a:ext cx="2432304" cy="338328"/>
          </a:xfrm>
          <a:prstGeom prst="rect">
            <a:avLst/>
          </a:prstGeom>
          <a:noFill/>
        </p:spPr>
        <p:txBody>
          <a:bodyPr wrap="square" lIns="0" rIns="0" tIns="0" bIns="0">
            <a:spAutoFit/>
          </a:bodyPr>
          <a:lstStyle/>
          <a:p>
            <a:pPr algn="ctr">
              <a:lnSpc>
                <a:spcPct val="108000"/>
              </a:lnSpc>
              <a:spcBef>
                <a:spcPts val="0"/>
              </a:spcBef>
              <a:spcAft>
                <a:spcPts val="0"/>
              </a:spcAft>
            </a:pPr>
            <a:r>
              <a:rPr sz="1800" b="1" lang="ko-KR">
                <a:solidFill>
                  <a:srgbClr val="008575"/>
                </a:solidFill>
                <a:latin typeface="Segoe UI Semibold"/>
                <a:ea typeface="Malgun Gothic"/>
                <a:cs typeface="Segoe UI"/>
              </a:rPr>
              <a:t>Key Vault</a:t>
            </a:r>
          </a:p>
        </p:txBody>
      </p:sp>
      <p:sp>
        <p:nvSpPr>
          <p:cNvPr id="8" name="TextBox 7"/>
          <p:cNvSpPr txBox="1"/>
          <p:nvPr/>
        </p:nvSpPr>
        <p:spPr>
          <a:xfrm>
            <a:off x="786384" y="2843784"/>
            <a:ext cx="2432304" cy="694944"/>
          </a:xfrm>
          <a:prstGeom prst="rect">
            <a:avLst/>
          </a:prstGeom>
          <a:noFill/>
        </p:spPr>
        <p:txBody>
          <a:bodyPr wrap="square" lIns="0" rIns="0" tIns="0" bIns="0">
            <a:spAutoFit/>
          </a:bodyPr>
          <a:lstStyle/>
          <a:p>
            <a:pPr algn="ctr">
              <a:lnSpc>
                <a:spcPct val="108000"/>
              </a:lnSpc>
              <a:spcBef>
                <a:spcPts val="0"/>
              </a:spcBef>
              <a:spcAft>
                <a:spcPts val="0"/>
              </a:spcAft>
            </a:pPr>
            <a:r>
              <a:rPr sz="1350" b="0" lang="ko-KR">
                <a:solidFill>
                  <a:srgbClr val="333333"/>
                </a:solidFill>
                <a:latin typeface="Segoe UI"/>
                <a:ea typeface="Malgun Gothic"/>
                <a:cs typeface="Segoe UI"/>
              </a:rPr>
              <a:t>원본 Secret</a:t>
            </a:r>
          </a:p>
          <a:p>
            <a:pPr algn="ctr">
              <a:lnSpc>
                <a:spcPct val="108000"/>
              </a:lnSpc>
              <a:spcBef>
                <a:spcPts val="0"/>
              </a:spcBef>
              <a:spcAft>
                <a:spcPts val="0"/>
              </a:spcAft>
            </a:pPr>
            <a:r>
              <a:rPr sz="1350" b="0" lang="ko-KR">
                <a:solidFill>
                  <a:srgbClr val="333333"/>
                </a:solidFill>
                <a:latin typeface="Segoe UI"/>
                <a:ea typeface="Malgun Gothic"/>
                <a:cs typeface="Segoe UI"/>
              </a:rPr>
              <a:t>권한 · 감사 · 회전</a:t>
            </a:r>
          </a:p>
        </p:txBody>
      </p:sp>
      <p:cxnSp>
        <p:nvCxnSpPr>
          <p:cNvPr id="9" name="Connector 8"/>
          <p:cNvCxnSpPr/>
          <p:nvPr/>
        </p:nvCxnSpPr>
        <p:spPr>
          <a:xfrm>
            <a:off x="3557016" y="3072384"/>
            <a:ext cx="1069848"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557016" y="2724912"/>
            <a:ext cx="1069847" cy="274320"/>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0078D4"/>
                </a:solidFill>
                <a:latin typeface="Segoe UI Semibold"/>
                <a:ea typeface="Malgun Gothic"/>
                <a:cs typeface="Segoe UI"/>
              </a:rPr>
              <a:t>TLS</a:t>
            </a:r>
          </a:p>
        </p:txBody>
      </p:sp>
      <p:sp>
        <p:nvSpPr>
          <p:cNvPr id="11" name="Rounded Rectangle 10"/>
          <p:cNvSpPr/>
          <p:nvPr/>
        </p:nvSpPr>
        <p:spPr>
          <a:xfrm>
            <a:off x="4681728" y="1874519"/>
            <a:ext cx="2834640" cy="24140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82896" y="2139696"/>
            <a:ext cx="2432304" cy="338328"/>
          </a:xfrm>
          <a:prstGeom prst="rect">
            <a:avLst/>
          </a:prstGeom>
          <a:noFill/>
        </p:spPr>
        <p:txBody>
          <a:bodyPr wrap="square" lIns="0" rIns="0" tIns="0" bIns="0">
            <a:spAutoFit/>
          </a:bodyPr>
          <a:lstStyle/>
          <a:p>
            <a:pPr algn="ctr">
              <a:lnSpc>
                <a:spcPct val="108000"/>
              </a:lnSpc>
              <a:spcBef>
                <a:spcPts val="0"/>
              </a:spcBef>
              <a:spcAft>
                <a:spcPts val="0"/>
              </a:spcAft>
            </a:pPr>
            <a:r>
              <a:rPr sz="1800" b="1" lang="ko-KR">
                <a:solidFill>
                  <a:srgbClr val="0078D4"/>
                </a:solidFill>
                <a:latin typeface="Segoe UI Semibold"/>
                <a:ea typeface="Malgun Gothic"/>
                <a:cs typeface="Segoe UI"/>
              </a:rPr>
              <a:t>애플리케이션</a:t>
            </a:r>
          </a:p>
        </p:txBody>
      </p:sp>
      <p:sp>
        <p:nvSpPr>
          <p:cNvPr id="13" name="TextBox 12"/>
          <p:cNvSpPr txBox="1"/>
          <p:nvPr/>
        </p:nvSpPr>
        <p:spPr>
          <a:xfrm>
            <a:off x="4882896" y="2843784"/>
            <a:ext cx="2432304" cy="694944"/>
          </a:xfrm>
          <a:prstGeom prst="rect">
            <a:avLst/>
          </a:prstGeom>
          <a:noFill/>
        </p:spPr>
        <p:txBody>
          <a:bodyPr wrap="square" lIns="0" rIns="0" tIns="0" bIns="0">
            <a:spAutoFit/>
          </a:bodyPr>
          <a:lstStyle/>
          <a:p>
            <a:pPr algn="ctr">
              <a:lnSpc>
                <a:spcPct val="108000"/>
              </a:lnSpc>
              <a:spcBef>
                <a:spcPts val="0"/>
              </a:spcBef>
              <a:spcAft>
                <a:spcPts val="0"/>
              </a:spcAft>
            </a:pPr>
            <a:r>
              <a:rPr sz="1350" b="0" lang="ko-KR">
                <a:solidFill>
                  <a:srgbClr val="333333"/>
                </a:solidFill>
                <a:latin typeface="Segoe UI"/>
                <a:ea typeface="Malgun Gothic"/>
                <a:cs typeface="Segoe UI"/>
              </a:rPr>
              <a:t>앱 계층에서는 복호화된 값</a:t>
            </a:r>
          </a:p>
          <a:p>
            <a:pPr algn="ctr">
              <a:lnSpc>
                <a:spcPct val="108000"/>
              </a:lnSpc>
              <a:spcBef>
                <a:spcPts val="0"/>
              </a:spcBef>
              <a:spcAft>
                <a:spcPts val="0"/>
              </a:spcAft>
            </a:pPr>
            <a:r>
              <a:rPr sz="1350" b="0" lang="ko-KR">
                <a:solidFill>
                  <a:srgbClr val="333333"/>
                </a:solidFill>
                <a:latin typeface="Segoe UI"/>
                <a:ea typeface="Malgun Gothic"/>
                <a:cs typeface="Segoe UI"/>
              </a:rPr>
              <a:t>프로세스 메모리 캐시</a:t>
            </a:r>
          </a:p>
        </p:txBody>
      </p:sp>
      <p:cxnSp>
        <p:nvCxnSpPr>
          <p:cNvPr id="14" name="Connector 13"/>
          <p:cNvCxnSpPr/>
          <p:nvPr/>
        </p:nvCxnSpPr>
        <p:spPr>
          <a:xfrm>
            <a:off x="7653527" y="3072384"/>
            <a:ext cx="1069849" cy="0"/>
          </a:xfrm>
          <a:prstGeom prst="line">
            <a:avLst/>
          </a:prstGeom>
          <a:ln w="25400">
            <a:solidFill>
              <a:srgbClr val="C75B12"/>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653527" y="2724912"/>
            <a:ext cx="1069848" cy="274320"/>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C75B12"/>
                </a:solidFill>
                <a:latin typeface="Segoe UI Semibold"/>
                <a:ea typeface="Malgun Gothic"/>
                <a:cs typeface="Segoe UI"/>
              </a:rPr>
              <a:t>복제?</a:t>
            </a:r>
          </a:p>
        </p:txBody>
      </p:sp>
      <p:sp>
        <p:nvSpPr>
          <p:cNvPr id="16" name="Rounded Rectangle 15"/>
          <p:cNvSpPr/>
          <p:nvPr/>
        </p:nvSpPr>
        <p:spPr>
          <a:xfrm>
            <a:off x="8778240" y="1874519"/>
            <a:ext cx="2825496" cy="2414016"/>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79408" y="2139696"/>
            <a:ext cx="2423160" cy="338328"/>
          </a:xfrm>
          <a:prstGeom prst="rect">
            <a:avLst/>
          </a:prstGeom>
          <a:noFill/>
        </p:spPr>
        <p:txBody>
          <a:bodyPr wrap="square" lIns="0" rIns="0" tIns="0" bIns="0">
            <a:spAutoFit/>
          </a:bodyPr>
          <a:lstStyle/>
          <a:p>
            <a:pPr algn="ctr">
              <a:lnSpc>
                <a:spcPct val="108000"/>
              </a:lnSpc>
              <a:spcBef>
                <a:spcPts val="0"/>
              </a:spcBef>
              <a:spcAft>
                <a:spcPts val="0"/>
              </a:spcAft>
            </a:pPr>
            <a:r>
              <a:rPr sz="1800" b="1" lang="ko-KR">
                <a:solidFill>
                  <a:srgbClr val="C75B12"/>
                </a:solidFill>
                <a:latin typeface="Segoe UI Semibold"/>
                <a:ea typeface="Malgun Gothic"/>
                <a:cs typeface="Segoe UI"/>
              </a:rPr>
              <a:t>Redis</a:t>
            </a:r>
          </a:p>
        </p:txBody>
      </p:sp>
      <p:sp>
        <p:nvSpPr>
          <p:cNvPr id="18" name="TextBox 17"/>
          <p:cNvSpPr txBox="1"/>
          <p:nvPr/>
        </p:nvSpPr>
        <p:spPr>
          <a:xfrm>
            <a:off x="8979408" y="2843784"/>
            <a:ext cx="2423160" cy="694944"/>
          </a:xfrm>
          <a:prstGeom prst="rect">
            <a:avLst/>
          </a:prstGeom>
          <a:noFill/>
        </p:spPr>
        <p:txBody>
          <a:bodyPr wrap="square" lIns="0" rIns="0" tIns="0" bIns="0">
            <a:spAutoFit/>
          </a:bodyPr>
          <a:lstStyle/>
          <a:p>
            <a:pPr algn="ctr">
              <a:lnSpc>
                <a:spcPct val="108000"/>
              </a:lnSpc>
              <a:spcBef>
                <a:spcPts val="0"/>
              </a:spcBef>
              <a:spcAft>
                <a:spcPts val="0"/>
              </a:spcAft>
            </a:pPr>
            <a:r>
              <a:rPr sz="1350" b="0" lang="ko-KR">
                <a:solidFill>
                  <a:srgbClr val="333333"/>
                </a:solidFill>
                <a:latin typeface="Segoe UI"/>
                <a:ea typeface="Malgun Gothic"/>
                <a:cs typeface="Segoe UI"/>
              </a:rPr>
              <a:t>두 번째 Secret 저장소</a:t>
            </a:r>
          </a:p>
          <a:p>
            <a:pPr algn="ctr">
              <a:lnSpc>
                <a:spcPct val="108000"/>
              </a:lnSpc>
              <a:spcBef>
                <a:spcPts val="0"/>
              </a:spcBef>
              <a:spcAft>
                <a:spcPts val="0"/>
              </a:spcAft>
            </a:pPr>
            <a:r>
              <a:rPr sz="1350" b="0" lang="ko-KR">
                <a:solidFill>
                  <a:srgbClr val="333333"/>
                </a:solidFill>
                <a:latin typeface="Segoe UI"/>
                <a:ea typeface="Malgun Gothic"/>
                <a:cs typeface="Segoe UI"/>
              </a:rPr>
              <a:t>권한 · 암호화 · 운영 추가</a:t>
            </a:r>
          </a:p>
        </p:txBody>
      </p:sp>
      <p:sp>
        <p:nvSpPr>
          <p:cNvPr id="19" name="TextBox 18"/>
          <p:cNvSpPr txBox="1"/>
          <p:nvPr/>
        </p:nvSpPr>
        <p:spPr>
          <a:xfrm>
            <a:off x="658368" y="4700016"/>
            <a:ext cx="10808208" cy="411480"/>
          </a:xfrm>
          <a:prstGeom prst="rect">
            <a:avLst/>
          </a:prstGeom>
          <a:noFill/>
        </p:spPr>
        <p:txBody>
          <a:bodyPr wrap="square" lIns="0" rIns="0" tIns="0" bIns="0">
            <a:spAutoFit/>
          </a:bodyPr>
          <a:lstStyle/>
          <a:p>
            <a:pPr algn="ctr">
              <a:lnSpc>
                <a:spcPct val="108000"/>
              </a:lnSpc>
              <a:spcBef>
                <a:spcPts val="0"/>
              </a:spcBef>
              <a:spcAft>
                <a:spcPts val="0"/>
              </a:spcAft>
            </a:pPr>
            <a:r>
              <a:rPr sz="1450" b="1" lang="ko-KR">
                <a:solidFill>
                  <a:srgbClr val="243A5E"/>
                </a:solidFill>
                <a:latin typeface="Segoe UI Semibold"/>
                <a:ea typeface="Malgun Gothic"/>
                <a:cs typeface="Segoe UI"/>
              </a:rPr>
              <a:t>Secret은 네트워크에서 평문 전송되지 않습니다. TLS 내부에서 전달되고 앱 계층에서 값으로 사용됩니다.</a:t>
            </a:r>
          </a:p>
        </p:txBody>
      </p:sp>
      <p:sp>
        <p:nvSpPr>
          <p:cNvPr id="20" name="Rectangle 19"/>
          <p:cNvSpPr/>
          <p:nvPr/>
        </p:nvSpPr>
        <p:spPr>
          <a:xfrm>
            <a:off x="585216" y="5797296"/>
            <a:ext cx="11018520" cy="448056"/>
          </a:xfrm>
          <a:prstGeom prst="rect">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 y="5797296"/>
            <a:ext cx="50292" cy="44805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C75B12"/>
                </a:solidFill>
                <a:latin typeface="Segoe UI"/>
                <a:ea typeface="Malgun Gothic"/>
                <a:cs typeface="Segoe UI"/>
              </a:rPr>
              <a:t>별도 위협 모델과 승인 없이 Redis에 Secret 값을 평문 형태로 복제하지 않습니다.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3000" b="1" lang="ko-KR">
                <a:solidFill>
                  <a:srgbClr val="243A5E"/>
                </a:solidFill>
                <a:latin typeface="Segoe UI Semibold"/>
                <a:ea typeface="Malgun Gothic"/>
                <a:cs typeface="Segoe UI"/>
              </a:rPr>
              <a:t>경계를 나누고, 필요한 값만, 한 번씩 조회합니다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마무리 · Lab 02 캐시와 Lab 04 throttling으로 확인</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Scale &amp; Cache</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20</a:t>
            </a:r>
          </a:p>
        </p:txBody>
      </p:sp>
      <p:sp>
        <p:nvSpPr>
          <p:cNvPr id="6" name="Oval 5"/>
          <p:cNvSpPr/>
          <p:nvPr/>
        </p:nvSpPr>
        <p:spPr>
          <a:xfrm>
            <a:off x="2139696" y="1856231"/>
            <a:ext cx="438912" cy="438912"/>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39696" y="1920239"/>
            <a:ext cx="438912"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1</a:t>
            </a:r>
          </a:p>
        </p:txBody>
      </p:sp>
      <p:sp>
        <p:nvSpPr>
          <p:cNvPr id="8" name="Rounded Rectangle 7"/>
          <p:cNvSpPr/>
          <p:nvPr/>
        </p:nvSpPr>
        <p:spPr>
          <a:xfrm>
            <a:off x="585216" y="2542032"/>
            <a:ext cx="3511296" cy="179222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2542032"/>
            <a:ext cx="50292" cy="1792224"/>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724912"/>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경계</a:t>
            </a:r>
          </a:p>
        </p:txBody>
      </p:sp>
      <p:sp>
        <p:nvSpPr>
          <p:cNvPr id="11" name="TextBox 10"/>
          <p:cNvSpPr txBox="1"/>
          <p:nvPr/>
        </p:nvSpPr>
        <p:spPr>
          <a:xfrm>
            <a:off x="795528" y="3291839"/>
            <a:ext cx="3090672" cy="87782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환경 → 앱/업무 도메인</a:t>
            </a:r>
          </a:p>
          <a:p>
            <a:pPr algn="l">
              <a:lnSpc>
                <a:spcPct val="108000"/>
              </a:lnSpc>
              <a:spcBef>
                <a:spcPts val="0"/>
              </a:spcBef>
              <a:spcAft>
                <a:spcPts val="0"/>
              </a:spcAft>
            </a:pPr>
            <a:r>
              <a:rPr sz="1350" b="0" lang="ko-KR">
                <a:solidFill>
                  <a:srgbClr val="333333"/>
                </a:solidFill>
                <a:latin typeface="Segoe UI"/>
                <a:ea typeface="Malgun Gothic"/>
                <a:cs typeface="Segoe UI"/>
              </a:rPr>
              <a:t>권한·장애·트래픽 분리</a:t>
            </a:r>
          </a:p>
        </p:txBody>
      </p:sp>
      <p:sp>
        <p:nvSpPr>
          <p:cNvPr id="12" name="Oval 11"/>
          <p:cNvSpPr/>
          <p:nvPr/>
        </p:nvSpPr>
        <p:spPr>
          <a:xfrm>
            <a:off x="5888736" y="1856231"/>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88736" y="1920239"/>
            <a:ext cx="438912"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2</a:t>
            </a:r>
          </a:p>
        </p:txBody>
      </p:sp>
      <p:sp>
        <p:nvSpPr>
          <p:cNvPr id="14" name="Rounded Rectangle 13"/>
          <p:cNvSpPr/>
          <p:nvPr/>
        </p:nvSpPr>
        <p:spPr>
          <a:xfrm>
            <a:off x="4334255" y="2542032"/>
            <a:ext cx="3511296" cy="179222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34255" y="2542032"/>
            <a:ext cx="50292" cy="179222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2724912"/>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조회</a:t>
            </a:r>
          </a:p>
        </p:txBody>
      </p:sp>
      <p:sp>
        <p:nvSpPr>
          <p:cNvPr id="17" name="TextBox 16"/>
          <p:cNvSpPr txBox="1"/>
          <p:nvPr/>
        </p:nvSpPr>
        <p:spPr>
          <a:xfrm>
            <a:off x="4544568" y="3291839"/>
            <a:ext cx="3090672" cy="87782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알려진 이름 직접 Get</a:t>
            </a:r>
          </a:p>
          <a:p>
            <a:pPr algn="l">
              <a:lnSpc>
                <a:spcPct val="108000"/>
              </a:lnSpc>
              <a:spcBef>
                <a:spcPts val="0"/>
              </a:spcBef>
              <a:spcAft>
                <a:spcPts val="0"/>
              </a:spcAft>
            </a:pPr>
            <a:r>
              <a:rPr sz="1350" b="0" lang="ko-KR">
                <a:solidFill>
                  <a:srgbClr val="333333"/>
                </a:solidFill>
                <a:latin typeface="Segoe UI"/>
                <a:ea typeface="Malgun Gothic"/>
                <a:cs typeface="Segoe UI"/>
              </a:rPr>
              <a:t>또는 제한된 Provider</a:t>
            </a:r>
          </a:p>
        </p:txBody>
      </p:sp>
      <p:sp>
        <p:nvSpPr>
          <p:cNvPr id="18" name="Oval 17"/>
          <p:cNvSpPr/>
          <p:nvPr/>
        </p:nvSpPr>
        <p:spPr>
          <a:xfrm>
            <a:off x="9637776" y="1856231"/>
            <a:ext cx="438912" cy="438912"/>
          </a:xfrm>
          <a:prstGeom prst="ellipse">
            <a:avLst/>
          </a:prstGeom>
          <a:solidFill>
            <a:srgbClr val="008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37776" y="1920239"/>
            <a:ext cx="438912" cy="201168"/>
          </a:xfrm>
          <a:prstGeom prst="rect">
            <a:avLst/>
          </a:prstGeom>
          <a:noFill/>
        </p:spPr>
        <p:txBody>
          <a:bodyPr wrap="square" lIns="0" rIns="0" tIns="0" bIns="0">
            <a:spAutoFit/>
          </a:bodyPr>
          <a:lstStyle/>
          <a:p>
            <a:pPr algn="ctr">
              <a:lnSpc>
                <a:spcPct val="108000"/>
              </a:lnSpc>
              <a:spcBef>
                <a:spcPts val="0"/>
              </a:spcBef>
              <a:spcAft>
                <a:spcPts val="0"/>
              </a:spcAft>
            </a:pPr>
            <a:r>
              <a:rPr sz="1150" b="1" lang="ko-KR">
                <a:solidFill>
                  <a:srgbClr val="FFFFFF"/>
                </a:solidFill>
                <a:latin typeface="Segoe UI Semibold"/>
                <a:ea typeface="Malgun Gothic"/>
                <a:cs typeface="Segoe UI"/>
              </a:rPr>
              <a:t>3</a:t>
            </a:r>
          </a:p>
        </p:txBody>
      </p:sp>
      <p:sp>
        <p:nvSpPr>
          <p:cNvPr id="20" name="Rounded Rectangle 19"/>
          <p:cNvSpPr/>
          <p:nvPr/>
        </p:nvSpPr>
        <p:spPr>
          <a:xfrm>
            <a:off x="8083296" y="2542032"/>
            <a:ext cx="3511296" cy="179222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83296" y="2542032"/>
            <a:ext cx="50292" cy="1792224"/>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2724912"/>
            <a:ext cx="3090672"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최적화</a:t>
            </a:r>
          </a:p>
        </p:txBody>
      </p:sp>
      <p:sp>
        <p:nvSpPr>
          <p:cNvPr id="23" name="TextBox 22"/>
          <p:cNvSpPr txBox="1"/>
          <p:nvPr/>
        </p:nvSpPr>
        <p:spPr>
          <a:xfrm>
            <a:off x="8293608" y="3291839"/>
            <a:ext cx="3090672" cy="87782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TTL · Single-flight · Jitter</a:t>
            </a:r>
          </a:p>
          <a:p>
            <a:pPr algn="l">
              <a:lnSpc>
                <a:spcPct val="108000"/>
              </a:lnSpc>
              <a:spcBef>
                <a:spcPts val="0"/>
              </a:spcBef>
              <a:spcAft>
                <a:spcPts val="0"/>
              </a:spcAft>
            </a:pPr>
            <a:r>
              <a:rPr sz="1350" b="0" lang="ko-KR">
                <a:solidFill>
                  <a:srgbClr val="333333"/>
                </a:solidFill>
                <a:latin typeface="Segoe UI"/>
                <a:ea typeface="Malgun Gothic"/>
                <a:cs typeface="Segoe UI"/>
              </a:rPr>
              <a:t>갱신 주인은 하나</a:t>
            </a:r>
          </a:p>
        </p:txBody>
      </p:sp>
      <p:sp>
        <p:nvSpPr>
          <p:cNvPr id="24" name="Rounded Rectangle 23"/>
          <p:cNvSpPr/>
          <p:nvPr/>
        </p:nvSpPr>
        <p:spPr>
          <a:xfrm>
            <a:off x="585216" y="4754880"/>
            <a:ext cx="5330952" cy="87782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5216" y="4754880"/>
            <a:ext cx="50292" cy="87782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4956048"/>
            <a:ext cx="4910328" cy="566927"/>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0078D4"/>
                </a:solidFill>
                <a:latin typeface="Segoe UI Semibold"/>
                <a:ea typeface="Malgun Gothic"/>
                <a:cs typeface="Segoe UI"/>
              </a:rPr>
              <a:t>Lab 02 · 캐시 없음/있음 · TTL 이후 갱신</a:t>
            </a:r>
          </a:p>
        </p:txBody>
      </p:sp>
      <p:sp>
        <p:nvSpPr>
          <p:cNvPr id="27" name="Rounded Rectangle 26"/>
          <p:cNvSpPr/>
          <p:nvPr/>
        </p:nvSpPr>
        <p:spPr>
          <a:xfrm>
            <a:off x="6245352" y="4754880"/>
            <a:ext cx="5358384" cy="87782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5352" y="4754880"/>
            <a:ext cx="50292" cy="877824"/>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5664" y="4956048"/>
            <a:ext cx="4937760" cy="566927"/>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008575"/>
                </a:solidFill>
                <a:latin typeface="Segoe UI Semibold"/>
                <a:ea typeface="Malgun Gothic"/>
                <a:cs typeface="Segoe UI"/>
              </a:rPr>
              <a:t>Lab 04 · 실제 429 · SDK 재시도 · Metrics</a:t>
            </a:r>
          </a:p>
        </p:txBody>
      </p:sp>
      <p:sp>
        <p:nvSpPr>
          <p:cNvPr id="30" name="Rectangle 29"/>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008575"/>
                </a:solidFill>
                <a:latin typeface="Segoe UI"/>
                <a:ea typeface="Malgun Gothic"/>
                <a:cs typeface="Segoe UI"/>
              </a:rPr>
              <a:t>새 실습을 추가하지 않고 기존 Lab 02와 Lab 04에서 호출량과 throttling을 연결합니다.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800" b="1" lang="ko-KR">
                <a:solidFill>
                  <a:srgbClr val="243A5E"/>
                </a:solidFill>
                <a:latin typeface="Segoe UI Semibold"/>
                <a:ea typeface="Malgun Gothic"/>
                <a:cs typeface="Segoe UI"/>
              </a:rPr>
              <a:t>Provider 구조와 직접 Get의 차이</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부록 A1 · 대표 C# · 개념 확장 코드는 요청 구조 설명용</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21</a:t>
            </a:r>
          </a:p>
        </p:txBody>
      </p:sp>
      <p:sp>
        <p:nvSpPr>
          <p:cNvPr id="6" name="Rounded Rectangle 5"/>
          <p:cNvSpPr/>
          <p:nvPr/>
        </p:nvSpPr>
        <p:spPr>
          <a:xfrm>
            <a:off x="585216" y="1746504"/>
            <a:ext cx="5321808" cy="3803904"/>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746504"/>
            <a:ext cx="50292" cy="38039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892807"/>
            <a:ext cx="4956048" cy="3529584"/>
          </a:xfrm>
          <a:prstGeom prst="rect">
            <a:avLst/>
          </a:prstGeom>
          <a:noFill/>
        </p:spPr>
        <p:txBody>
          <a:bodyPr wrap="square" lIns="0" rIns="0" tIns="0" bIns="0">
            <a:spAutoFit/>
          </a:bodyPr>
          <a:lstStyle/>
          <a:p>
            <a:pPr algn="l">
              <a:lnSpc>
                <a:spcPct val="108000"/>
              </a:lnSpc>
              <a:spcBef>
                <a:spcPts val="0"/>
              </a:spcBef>
              <a:spcAft>
                <a:spcPts val="0"/>
              </a:spcAft>
            </a:pPr>
            <a:r>
              <a:rPr sz="1160" b="0" lang="ko-KR">
                <a:solidFill>
                  <a:srgbClr val="333333"/>
                </a:solidFill>
                <a:latin typeface="Consolas"/>
                <a:ea typeface="Malgun Gothic"/>
                <a:cs typeface="Segoe UI"/>
              </a:rPr>
              <a:t>builder.Configuration.AddAzureKeyVault(</a:t>
            </a:r>
          </a:p>
          <a:p>
            <a:pPr algn="l">
              <a:lnSpc>
                <a:spcPct val="108000"/>
              </a:lnSpc>
              <a:spcBef>
                <a:spcPts val="0"/>
              </a:spcBef>
              <a:spcAft>
                <a:spcPts val="0"/>
              </a:spcAft>
            </a:pPr>
            <a:r>
              <a:rPr sz="1160" b="0" lang="ko-KR">
                <a:solidFill>
                  <a:srgbClr val="333333"/>
                </a:solidFill>
                <a:latin typeface="Consolas"/>
                <a:ea typeface="Malgun Gothic"/>
                <a:cs typeface="Segoe UI"/>
              </a:rPr>
              <a:t>    new Uri(vaultUri), credential);</a:t>
            </a:r>
          </a:p>
          <a:p>
            <a:pPr algn="l">
              <a:lnSpc>
                <a:spcPct val="108000"/>
              </a:lnSpc>
              <a:spcBef>
                <a:spcPts val="0"/>
              </a:spcBef>
              <a:spcAft>
                <a:spcPts val="0"/>
              </a:spcAft>
            </a:pPr>
            <a:r>
              <a:rPr sz="1160" b="0" lang="ko-KR">
                <a:solidFill>
                  <a:srgbClr val="333333"/>
                </a:solidFill>
                <a:latin typeface="Consolas"/>
                <a:ea typeface="Malgun Gothic"/>
                <a:cs typeface="Segoe UI"/>
              </a:rPr>
              <a:t/>
            </a:r>
          </a:p>
          <a:p>
            <a:pPr algn="l">
              <a:lnSpc>
                <a:spcPct val="108000"/>
              </a:lnSpc>
              <a:spcBef>
                <a:spcPts val="0"/>
              </a:spcBef>
              <a:spcAft>
                <a:spcPts val="0"/>
              </a:spcAft>
            </a:pPr>
            <a:r>
              <a:rPr sz="1160" b="0" lang="ko-KR">
                <a:solidFill>
                  <a:srgbClr val="333333"/>
                </a:solidFill>
                <a:latin typeface="Consolas"/>
                <a:ea typeface="Malgun Gothic"/>
                <a:cs typeface="Segoe UI"/>
              </a:rPr>
              <a:t>// 개념적 요청 구조: 일반 앱에서</a:t>
            </a:r>
          </a:p>
          <a:p>
            <a:pPr algn="l">
              <a:lnSpc>
                <a:spcPct val="108000"/>
              </a:lnSpc>
              <a:spcBef>
                <a:spcPts val="0"/>
              </a:spcBef>
              <a:spcAft>
                <a:spcPts val="0"/>
              </a:spcAft>
            </a:pPr>
            <a:r>
              <a:rPr sz="1160" b="0" lang="ko-KR">
                <a:solidFill>
                  <a:srgbClr val="333333"/>
                </a:solidFill>
                <a:latin typeface="Consolas"/>
                <a:ea typeface="Malgun Gothic"/>
                <a:cs typeface="Segoe UI"/>
              </a:rPr>
              <a:t>// 직접 작성하는 경우는 드뭅니다.</a:t>
            </a:r>
          </a:p>
          <a:p>
            <a:pPr algn="l">
              <a:lnSpc>
                <a:spcPct val="108000"/>
              </a:lnSpc>
              <a:spcBef>
                <a:spcPts val="0"/>
              </a:spcBef>
              <a:spcAft>
                <a:spcPts val="0"/>
              </a:spcAft>
            </a:pPr>
            <a:r>
              <a:rPr sz="1160" b="0" lang="ko-KR">
                <a:solidFill>
                  <a:srgbClr val="333333"/>
                </a:solidFill>
                <a:latin typeface="Consolas"/>
                <a:ea typeface="Malgun Gothic"/>
                <a:cs typeface="Segoe UI"/>
              </a:rPr>
              <a:t>await foreach (var p in</a:t>
            </a:r>
          </a:p>
          <a:p>
            <a:pPr algn="l">
              <a:lnSpc>
                <a:spcPct val="108000"/>
              </a:lnSpc>
              <a:spcBef>
                <a:spcPts val="0"/>
              </a:spcBef>
              <a:spcAft>
                <a:spcPts val="0"/>
              </a:spcAft>
            </a:pPr>
            <a:r>
              <a:rPr sz="1160" b="0" lang="ko-KR">
                <a:solidFill>
                  <a:srgbClr val="333333"/>
                </a:solidFill>
                <a:latin typeface="Consolas"/>
                <a:ea typeface="Malgun Gothic"/>
                <a:cs typeface="Segoe UI"/>
              </a:rPr>
              <a:t>    client.GetPropertiesOfSecretsAsync())</a:t>
            </a:r>
          </a:p>
          <a:p>
            <a:pPr algn="l">
              <a:lnSpc>
                <a:spcPct val="108000"/>
              </a:lnSpc>
              <a:spcBef>
                <a:spcPts val="0"/>
              </a:spcBef>
              <a:spcAft>
                <a:spcPts val="0"/>
              </a:spcAft>
            </a:pPr>
            <a:r>
              <a:rPr sz="1160" b="0" lang="ko-KR">
                <a:solidFill>
                  <a:srgbClr val="333333"/>
                </a:solidFill>
                <a:latin typeface="Consolas"/>
                <a:ea typeface="Malgun Gothic"/>
                <a:cs typeface="Segoe UI"/>
              </a:rPr>
              <a:t>{</a:t>
            </a:r>
          </a:p>
          <a:p>
            <a:pPr algn="l">
              <a:lnSpc>
                <a:spcPct val="108000"/>
              </a:lnSpc>
              <a:spcBef>
                <a:spcPts val="0"/>
              </a:spcBef>
              <a:spcAft>
                <a:spcPts val="0"/>
              </a:spcAft>
            </a:pPr>
            <a:r>
              <a:rPr sz="1160" b="0" lang="ko-KR">
                <a:solidFill>
                  <a:srgbClr val="333333"/>
                </a:solidFill>
                <a:latin typeface="Consolas"/>
                <a:ea typeface="Malgun Gothic"/>
                <a:cs typeface="Segoe UI"/>
              </a:rPr>
              <a:t>    if (p.Enabled != false)</a:t>
            </a:r>
          </a:p>
          <a:p>
            <a:pPr algn="l">
              <a:lnSpc>
                <a:spcPct val="108000"/>
              </a:lnSpc>
              <a:spcBef>
                <a:spcPts val="0"/>
              </a:spcBef>
              <a:spcAft>
                <a:spcPts val="0"/>
              </a:spcAft>
            </a:pPr>
            <a:r>
              <a:rPr sz="1160" b="0" lang="ko-KR">
                <a:solidFill>
                  <a:srgbClr val="333333"/>
                </a:solidFill>
                <a:latin typeface="Consolas"/>
                <a:ea typeface="Malgun Gothic"/>
                <a:cs typeface="Segoe UI"/>
              </a:rPr>
              <a:t>        await client.GetSecretAsync(p.Name);</a:t>
            </a:r>
          </a:p>
          <a:p>
            <a:pPr algn="l">
              <a:lnSpc>
                <a:spcPct val="108000"/>
              </a:lnSpc>
              <a:spcBef>
                <a:spcPts val="0"/>
              </a:spcBef>
              <a:spcAft>
                <a:spcPts val="0"/>
              </a:spcAft>
            </a:pPr>
            <a:r>
              <a:rPr sz="1160" b="0" lang="ko-KR">
                <a:solidFill>
                  <a:srgbClr val="333333"/>
                </a:solidFill>
                <a:latin typeface="Consolas"/>
                <a:ea typeface="Malgun Gothic"/>
                <a:cs typeface="Segoe UI"/>
              </a:rPr>
              <a:t>}</a:t>
            </a:r>
          </a:p>
        </p:txBody>
      </p:sp>
      <p:sp>
        <p:nvSpPr>
          <p:cNvPr id="9" name="Rounded Rectangle 8"/>
          <p:cNvSpPr/>
          <p:nvPr/>
        </p:nvSpPr>
        <p:spPr>
          <a:xfrm>
            <a:off x="6245352" y="1746504"/>
            <a:ext cx="5358384" cy="1984248"/>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45352" y="1746504"/>
            <a:ext cx="50292" cy="198424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892807"/>
            <a:ext cx="4992624" cy="1709928"/>
          </a:xfrm>
          <a:prstGeom prst="rect">
            <a:avLst/>
          </a:prstGeom>
          <a:noFill/>
        </p:spPr>
        <p:txBody>
          <a:bodyPr wrap="square" lIns="0" rIns="0" tIns="0" bIns="0">
            <a:spAutoFit/>
          </a:bodyPr>
          <a:lstStyle/>
          <a:p>
            <a:pPr algn="l">
              <a:lnSpc>
                <a:spcPct val="108000"/>
              </a:lnSpc>
              <a:spcBef>
                <a:spcPts val="0"/>
              </a:spcBef>
              <a:spcAft>
                <a:spcPts val="0"/>
              </a:spcAft>
            </a:pPr>
            <a:r>
              <a:rPr sz="1180" b="0" lang="ko-KR">
                <a:solidFill>
                  <a:srgbClr val="333333"/>
                </a:solidFill>
                <a:latin typeface="Consolas"/>
                <a:ea typeface="Malgun Gothic"/>
                <a:cs typeface="Segoe UI"/>
              </a:rPr>
              <a:t>var client = new SecretClient(</a:t>
            </a:r>
          </a:p>
          <a:p>
            <a:pPr algn="l">
              <a:lnSpc>
                <a:spcPct val="108000"/>
              </a:lnSpc>
              <a:spcBef>
                <a:spcPts val="0"/>
              </a:spcBef>
              <a:spcAft>
                <a:spcPts val="0"/>
              </a:spcAft>
            </a:pPr>
            <a:r>
              <a:rPr sz="1180" b="0" lang="ko-KR">
                <a:solidFill>
                  <a:srgbClr val="333333"/>
                </a:solidFill>
                <a:latin typeface="Consolas"/>
                <a:ea typeface="Malgun Gothic"/>
                <a:cs typeface="Segoe UI"/>
              </a:rPr>
              <a:t>    new Uri(vaultUri), credential);</a:t>
            </a:r>
          </a:p>
          <a:p>
            <a:pPr algn="l">
              <a:lnSpc>
                <a:spcPct val="108000"/>
              </a:lnSpc>
              <a:spcBef>
                <a:spcPts val="0"/>
              </a:spcBef>
              <a:spcAft>
                <a:spcPts val="0"/>
              </a:spcAft>
            </a:pPr>
            <a:r>
              <a:rPr sz="1180" b="0" lang="ko-KR">
                <a:solidFill>
                  <a:srgbClr val="333333"/>
                </a:solidFill>
                <a:latin typeface="Consolas"/>
                <a:ea typeface="Malgun Gothic"/>
                <a:cs typeface="Segoe UI"/>
              </a:rPr>
              <a:t/>
            </a:r>
          </a:p>
          <a:p>
            <a:pPr algn="l">
              <a:lnSpc>
                <a:spcPct val="108000"/>
              </a:lnSpc>
              <a:spcBef>
                <a:spcPts val="0"/>
              </a:spcBef>
              <a:spcAft>
                <a:spcPts val="0"/>
              </a:spcAft>
            </a:pPr>
            <a:r>
              <a:rPr sz="1180" b="0" lang="ko-KR">
                <a:solidFill>
                  <a:srgbClr val="333333"/>
                </a:solidFill>
                <a:latin typeface="Consolas"/>
                <a:ea typeface="Malgun Gothic"/>
                <a:cs typeface="Segoe UI"/>
              </a:rPr>
              <a:t>KeyVaultSecret secret =</a:t>
            </a:r>
          </a:p>
          <a:p>
            <a:pPr algn="l">
              <a:lnSpc>
                <a:spcPct val="108000"/>
              </a:lnSpc>
              <a:spcBef>
                <a:spcPts val="0"/>
              </a:spcBef>
              <a:spcAft>
                <a:spcPts val="0"/>
              </a:spcAft>
            </a:pPr>
            <a:r>
              <a:rPr sz="1180" b="0" lang="ko-KR">
                <a:solidFill>
                  <a:srgbClr val="333333"/>
                </a:solidFill>
                <a:latin typeface="Consolas"/>
                <a:ea typeface="Malgun Gothic"/>
                <a:cs typeface="Segoe UI"/>
              </a:rPr>
              <a:t>    (await client.GetSecretAsync(</a:t>
            </a:r>
          </a:p>
          <a:p>
            <a:pPr algn="l">
              <a:lnSpc>
                <a:spcPct val="108000"/>
              </a:lnSpc>
              <a:spcBef>
                <a:spcPts val="0"/>
              </a:spcBef>
              <a:spcAft>
                <a:spcPts val="0"/>
              </a:spcAft>
            </a:pPr>
            <a:r>
              <a:rPr sz="1180" b="0" lang="ko-KR">
                <a:solidFill>
                  <a:srgbClr val="333333"/>
                </a:solidFill>
                <a:latin typeface="Consolas"/>
                <a:ea typeface="Malgun Gothic"/>
                <a:cs typeface="Segoe UI"/>
              </a:rPr>
              <a:t>        "orders-db-password")).Value;</a:t>
            </a:r>
          </a:p>
        </p:txBody>
      </p:sp>
      <p:sp>
        <p:nvSpPr>
          <p:cNvPr id="12" name="Rounded Rectangle 11"/>
          <p:cNvSpPr/>
          <p:nvPr/>
        </p:nvSpPr>
        <p:spPr>
          <a:xfrm>
            <a:off x="6245352" y="4050791"/>
            <a:ext cx="5358384" cy="14996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4050791"/>
            <a:ext cx="50292" cy="149961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4233672"/>
            <a:ext cx="4937760"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선택 기준</a:t>
            </a:r>
          </a:p>
        </p:txBody>
      </p:sp>
      <p:sp>
        <p:nvSpPr>
          <p:cNvPr id="15" name="TextBox 14"/>
          <p:cNvSpPr txBox="1"/>
          <p:nvPr/>
        </p:nvSpPr>
        <p:spPr>
          <a:xfrm>
            <a:off x="6455664" y="4800600"/>
            <a:ext cx="4937760" cy="585215"/>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작은 앱 전용 Vault → Provider 적합</a:t>
            </a:r>
          </a:p>
          <a:p>
            <a:pPr algn="l">
              <a:lnSpc>
                <a:spcPct val="108000"/>
              </a:lnSpc>
              <a:spcBef>
                <a:spcPts val="0"/>
              </a:spcBef>
              <a:spcAft>
                <a:spcPts val="0"/>
              </a:spcAft>
            </a:pPr>
            <a:r>
              <a:rPr sz="1350" b="0" lang="ko-KR">
                <a:solidFill>
                  <a:srgbClr val="333333"/>
                </a:solidFill>
                <a:latin typeface="Segoe UI"/>
                <a:ea typeface="Malgun Gothic"/>
                <a:cs typeface="Segoe UI"/>
              </a:rPr>
              <a:t>대형 공유 Vault + 최소 권한 → 직접 Get 검토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800" b="1" lang="ko-KR">
                <a:solidFill>
                  <a:srgbClr val="243A5E"/>
                </a:solidFill>
                <a:latin typeface="Segoe UI Semibold"/>
                <a:ea typeface="Malgun Gothic"/>
                <a:cs typeface="Segoe UI"/>
              </a:rPr>
              <a:t>KeyVaultSecretManager는 허용 이름만 Get합니다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부록 A2 · 필터 코드와 metadata List 주의</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22</a:t>
            </a:r>
          </a:p>
        </p:txBody>
      </p:sp>
      <p:sp>
        <p:nvSpPr>
          <p:cNvPr id="6" name="Rounded Rectangle 5"/>
          <p:cNvSpPr/>
          <p:nvPr/>
        </p:nvSpPr>
        <p:spPr>
          <a:xfrm>
            <a:off x="585216" y="1737360"/>
            <a:ext cx="6720840" cy="3931920"/>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737360"/>
            <a:ext cx="50292" cy="393192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883664"/>
            <a:ext cx="6355079" cy="3657600"/>
          </a:xfrm>
          <a:prstGeom prst="rect">
            <a:avLst/>
          </a:prstGeom>
          <a:noFill/>
        </p:spPr>
        <p:txBody>
          <a:bodyPr wrap="square" lIns="0" rIns="0" tIns="0" bIns="0">
            <a:spAutoFit/>
          </a:bodyPr>
          <a:lstStyle/>
          <a:p>
            <a:pPr algn="l">
              <a:lnSpc>
                <a:spcPct val="108000"/>
              </a:lnSpc>
              <a:spcBef>
                <a:spcPts val="0"/>
              </a:spcBef>
              <a:spcAft>
                <a:spcPts val="0"/>
              </a:spcAft>
            </a:pPr>
            <a:r>
              <a:rPr sz="1150" b="0" lang="ko-KR">
                <a:solidFill>
                  <a:srgbClr val="333333"/>
                </a:solidFill>
                <a:latin typeface="Consolas"/>
                <a:ea typeface="Malgun Gothic"/>
                <a:cs typeface="Segoe UI"/>
              </a:rPr>
              <a:t>internal sealed class OrdersSecretManager</a:t>
            </a:r>
          </a:p>
          <a:p>
            <a:pPr algn="l">
              <a:lnSpc>
                <a:spcPct val="108000"/>
              </a:lnSpc>
              <a:spcBef>
                <a:spcPts val="0"/>
              </a:spcBef>
              <a:spcAft>
                <a:spcPts val="0"/>
              </a:spcAft>
            </a:pPr>
            <a:r>
              <a:rPr sz="1150" b="0" lang="ko-KR">
                <a:solidFill>
                  <a:srgbClr val="333333"/>
                </a:solidFill>
                <a:latin typeface="Consolas"/>
                <a:ea typeface="Malgun Gothic"/>
                <a:cs typeface="Segoe UI"/>
              </a:rPr>
              <a:t>    : KeyVaultSecretManager</a:t>
            </a:r>
          </a:p>
          <a:p>
            <a:pPr algn="l">
              <a:lnSpc>
                <a:spcPct val="108000"/>
              </a:lnSpc>
              <a:spcBef>
                <a:spcPts val="0"/>
              </a:spcBef>
              <a:spcAft>
                <a:spcPts val="0"/>
              </a:spcAft>
            </a:pPr>
            <a:r>
              <a:rPr sz="1150" b="0" lang="ko-KR">
                <a:solidFill>
                  <a:srgbClr val="333333"/>
                </a:solidFill>
                <a:latin typeface="Consolas"/>
                <a:ea typeface="Malgun Gothic"/>
                <a:cs typeface="Segoe UI"/>
              </a:rPr>
              <a:t>{</a:t>
            </a:r>
          </a:p>
          <a:p>
            <a:pPr algn="l">
              <a:lnSpc>
                <a:spcPct val="108000"/>
              </a:lnSpc>
              <a:spcBef>
                <a:spcPts val="0"/>
              </a:spcBef>
              <a:spcAft>
                <a:spcPts val="0"/>
              </a:spcAft>
            </a:pPr>
            <a:r>
              <a:rPr sz="1150" b="0" lang="ko-KR">
                <a:solidFill>
                  <a:srgbClr val="333333"/>
                </a:solidFill>
                <a:latin typeface="Consolas"/>
                <a:ea typeface="Malgun Gothic"/>
                <a:cs typeface="Segoe UI"/>
              </a:rPr>
              <a:t>    private static readonly HashSet&lt;string&gt; Allowed =</a:t>
            </a:r>
          </a:p>
          <a:p>
            <a:pPr algn="l">
              <a:lnSpc>
                <a:spcPct val="108000"/>
              </a:lnSpc>
              <a:spcBef>
                <a:spcPts val="0"/>
              </a:spcBef>
              <a:spcAft>
                <a:spcPts val="0"/>
              </a:spcAft>
            </a:pPr>
            <a:r>
              <a:rPr sz="1150" b="0" lang="ko-KR">
                <a:solidFill>
                  <a:srgbClr val="333333"/>
                </a:solidFill>
                <a:latin typeface="Consolas"/>
                <a:ea typeface="Malgun Gothic"/>
                <a:cs typeface="Segoe UI"/>
              </a:rPr>
              <a:t>        new(StringComparer.OrdinalIgnoreCase)</a:t>
            </a:r>
          </a:p>
          <a:p>
            <a:pPr algn="l">
              <a:lnSpc>
                <a:spcPct val="108000"/>
              </a:lnSpc>
              <a:spcBef>
                <a:spcPts val="0"/>
              </a:spcBef>
              <a:spcAft>
                <a:spcPts val="0"/>
              </a:spcAft>
            </a:pPr>
            <a:r>
              <a:rPr sz="1150" b="0" lang="ko-KR">
                <a:solidFill>
                  <a:srgbClr val="333333"/>
                </a:solidFill>
                <a:latin typeface="Consolas"/>
                <a:ea typeface="Malgun Gothic"/>
                <a:cs typeface="Segoe UI"/>
              </a:rPr>
              <a:t>        { "orders-db-password",</a:t>
            </a:r>
          </a:p>
          <a:p>
            <a:pPr algn="l">
              <a:lnSpc>
                <a:spcPct val="108000"/>
              </a:lnSpc>
              <a:spcBef>
                <a:spcPts val="0"/>
              </a:spcBef>
              <a:spcAft>
                <a:spcPts val="0"/>
              </a:spcAft>
            </a:pPr>
            <a:r>
              <a:rPr sz="1150" b="0" lang="ko-KR">
                <a:solidFill>
                  <a:srgbClr val="333333"/>
                </a:solidFill>
                <a:latin typeface="Consolas"/>
                <a:ea typeface="Malgun Gothic"/>
                <a:cs typeface="Segoe UI"/>
              </a:rPr>
              <a:t>          "orders-api-key" };</a:t>
            </a:r>
          </a:p>
          <a:p>
            <a:pPr algn="l">
              <a:lnSpc>
                <a:spcPct val="108000"/>
              </a:lnSpc>
              <a:spcBef>
                <a:spcPts val="0"/>
              </a:spcBef>
              <a:spcAft>
                <a:spcPts val="0"/>
              </a:spcAft>
            </a:pPr>
            <a:r>
              <a:rPr sz="1150" b="0" lang="ko-KR">
                <a:solidFill>
                  <a:srgbClr val="333333"/>
                </a:solidFill>
                <a:latin typeface="Consolas"/>
                <a:ea typeface="Malgun Gothic"/>
                <a:cs typeface="Segoe UI"/>
              </a:rPr>
              <a:t/>
            </a:r>
          </a:p>
          <a:p>
            <a:pPr algn="l">
              <a:lnSpc>
                <a:spcPct val="108000"/>
              </a:lnSpc>
              <a:spcBef>
                <a:spcPts val="0"/>
              </a:spcBef>
              <a:spcAft>
                <a:spcPts val="0"/>
              </a:spcAft>
            </a:pPr>
            <a:r>
              <a:rPr sz="1150" b="0" lang="ko-KR">
                <a:solidFill>
                  <a:srgbClr val="333333"/>
                </a:solidFill>
                <a:latin typeface="Consolas"/>
                <a:ea typeface="Malgun Gothic"/>
                <a:cs typeface="Segoe UI"/>
              </a:rPr>
              <a:t>    public override bool Load(SecretProperties secret) =&gt;</a:t>
            </a:r>
          </a:p>
          <a:p>
            <a:pPr algn="l">
              <a:lnSpc>
                <a:spcPct val="108000"/>
              </a:lnSpc>
              <a:spcBef>
                <a:spcPts val="0"/>
              </a:spcBef>
              <a:spcAft>
                <a:spcPts val="0"/>
              </a:spcAft>
            </a:pPr>
            <a:r>
              <a:rPr sz="1150" b="0" lang="ko-KR">
                <a:solidFill>
                  <a:srgbClr val="333333"/>
                </a:solidFill>
                <a:latin typeface="Consolas"/>
                <a:ea typeface="Malgun Gothic"/>
                <a:cs typeface="Segoe UI"/>
              </a:rPr>
              <a:t>        Allowed.Contains(secret.Name);</a:t>
            </a:r>
          </a:p>
          <a:p>
            <a:pPr algn="l">
              <a:lnSpc>
                <a:spcPct val="108000"/>
              </a:lnSpc>
              <a:spcBef>
                <a:spcPts val="0"/>
              </a:spcBef>
              <a:spcAft>
                <a:spcPts val="0"/>
              </a:spcAft>
            </a:pPr>
            <a:r>
              <a:rPr sz="1150" b="0" lang="ko-KR">
                <a:solidFill>
                  <a:srgbClr val="333333"/>
                </a:solidFill>
                <a:latin typeface="Consolas"/>
                <a:ea typeface="Malgun Gothic"/>
                <a:cs typeface="Segoe UI"/>
              </a:rPr>
              <a:t>}</a:t>
            </a:r>
          </a:p>
        </p:txBody>
      </p:sp>
      <p:sp>
        <p:nvSpPr>
          <p:cNvPr id="9" name="Rounded Rectangle 8"/>
          <p:cNvSpPr/>
          <p:nvPr/>
        </p:nvSpPr>
        <p:spPr>
          <a:xfrm>
            <a:off x="7571231" y="1737360"/>
            <a:ext cx="4032504" cy="135331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71231" y="1737360"/>
            <a:ext cx="50292" cy="135331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81544" y="1920240"/>
            <a:ext cx="3611880"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효과</a:t>
            </a:r>
          </a:p>
        </p:txBody>
      </p:sp>
      <p:sp>
        <p:nvSpPr>
          <p:cNvPr id="12" name="TextBox 11"/>
          <p:cNvSpPr txBox="1"/>
          <p:nvPr/>
        </p:nvSpPr>
        <p:spPr>
          <a:xfrm>
            <a:off x="7781544" y="2487168"/>
            <a:ext cx="3611880" cy="438912"/>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허용되지 않은 값 Get 감소</a:t>
            </a:r>
          </a:p>
        </p:txBody>
      </p:sp>
      <p:sp>
        <p:nvSpPr>
          <p:cNvPr id="13" name="Rounded Rectangle 12"/>
          <p:cNvSpPr/>
          <p:nvPr/>
        </p:nvSpPr>
        <p:spPr>
          <a:xfrm>
            <a:off x="7571231" y="3364992"/>
            <a:ext cx="4032504" cy="135331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71231" y="3364992"/>
            <a:ext cx="50292" cy="135331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81544" y="3547872"/>
            <a:ext cx="3611880"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남는 요청</a:t>
            </a:r>
          </a:p>
        </p:txBody>
      </p:sp>
      <p:sp>
        <p:nvSpPr>
          <p:cNvPr id="16" name="TextBox 15"/>
          <p:cNvSpPr txBox="1"/>
          <p:nvPr/>
        </p:nvSpPr>
        <p:spPr>
          <a:xfrm>
            <a:off x="7781544" y="4114800"/>
            <a:ext cx="3611880" cy="438912"/>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Secret properties List</a:t>
            </a:r>
          </a:p>
        </p:txBody>
      </p:sp>
      <p:sp>
        <p:nvSpPr>
          <p:cNvPr id="17" name="Rounded Rectangle 16"/>
          <p:cNvSpPr/>
          <p:nvPr/>
        </p:nvSpPr>
        <p:spPr>
          <a:xfrm>
            <a:off x="7571231" y="4992624"/>
            <a:ext cx="4032504" cy="676656"/>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71231" y="4992624"/>
            <a:ext cx="50292" cy="67665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81544" y="5193792"/>
            <a:ext cx="3611880" cy="365759"/>
          </a:xfrm>
          <a:prstGeom prst="rect">
            <a:avLst/>
          </a:prstGeom>
          <a:noFill/>
        </p:spPr>
        <p:txBody>
          <a:bodyPr wrap="square" lIns="0" rIns="0" tIns="0" bIns="0">
            <a:spAutoFit/>
          </a:bodyPr>
          <a:lstStyle/>
          <a:p>
            <a:pPr algn="l">
              <a:lnSpc>
                <a:spcPct val="108000"/>
              </a:lnSpc>
              <a:spcBef>
                <a:spcPts val="0"/>
              </a:spcBef>
              <a:spcAft>
                <a:spcPts val="0"/>
              </a:spcAft>
            </a:pPr>
            <a:r>
              <a:rPr sz="1320" b="1" lang="ko-KR">
                <a:solidFill>
                  <a:srgbClr val="C75B12"/>
                </a:solidFill>
                <a:latin typeface="Segoe UI Semibold"/>
                <a:ea typeface="Malgun Gothic"/>
                <a:cs typeface="Segoe UI"/>
              </a:rPr>
              <a:t>주의 · RBAC를 대신하지 않음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800" b="1" lang="ko-KR">
                <a:solidFill>
                  <a:srgbClr val="243A5E"/>
                </a:solidFill>
                <a:latin typeface="Segoe UI Semibold"/>
                <a:ea typeface="Malgun Gothic"/>
                <a:cs typeface="Segoe UI"/>
              </a:rPr>
              <a:t>TTL + Single-flight 핵심 구현</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부록 A3 · secretName 파라미터 → 이름별 Entry → Gate 안의 재확인</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23</a:t>
            </a:r>
          </a:p>
        </p:txBody>
      </p:sp>
      <p:sp>
        <p:nvSpPr>
          <p:cNvPr id="6" name="TextBox 5"/>
          <p:cNvSpPr txBox="1"/>
          <p:nvPr/>
        </p:nvSpPr>
        <p:spPr>
          <a:xfrm>
            <a:off x="585216" y="1609344"/>
            <a:ext cx="5303520" cy="274320"/>
          </a:xfrm>
          <a:prstGeom prst="rect">
            <a:avLst/>
          </a:prstGeom>
          <a:noFill/>
        </p:spPr>
        <p:txBody>
          <a:bodyPr wrap="square" lIns="0" rIns="0" tIns="0" bIns="0">
            <a:spAutoFit/>
          </a:bodyPr>
          <a:lstStyle/>
          <a:p>
            <a:pPr algn="l">
              <a:lnSpc>
                <a:spcPct val="108000"/>
              </a:lnSpc>
              <a:spcBef>
                <a:spcPts val="0"/>
              </a:spcBef>
              <a:spcAft>
                <a:spcPts val="0"/>
              </a:spcAft>
            </a:pPr>
            <a:r>
              <a:rPr sz="1300" b="1" lang="ko-KR">
                <a:solidFill>
                  <a:srgbClr val="0078D4"/>
                </a:solidFill>
                <a:latin typeface="Segoe UI Semibold"/>
                <a:ea typeface="Malgun Gothic"/>
                <a:cs typeface="Segoe UI"/>
              </a:rPr>
              <a:t>1. 이름별 Entry 선택 · 요청 간 캐시 객체 공유</a:t>
            </a:r>
          </a:p>
        </p:txBody>
      </p:sp>
      <p:sp>
        <p:nvSpPr>
          <p:cNvPr id="7" name="TextBox 6"/>
          <p:cNvSpPr txBox="1"/>
          <p:nvPr/>
        </p:nvSpPr>
        <p:spPr>
          <a:xfrm>
            <a:off x="6190488" y="1609344"/>
            <a:ext cx="5394960" cy="274320"/>
          </a:xfrm>
          <a:prstGeom prst="rect">
            <a:avLst/>
          </a:prstGeom>
          <a:noFill/>
        </p:spPr>
        <p:txBody>
          <a:bodyPr wrap="square" lIns="0" rIns="0" tIns="0" bIns="0">
            <a:spAutoFit/>
          </a:bodyPr>
          <a:lstStyle/>
          <a:p>
            <a:pPr algn="l">
              <a:lnSpc>
                <a:spcPct val="108000"/>
              </a:lnSpc>
              <a:spcBef>
                <a:spcPts val="0"/>
              </a:spcBef>
              <a:spcAft>
                <a:spcPts val="0"/>
              </a:spcAft>
            </a:pPr>
            <a:r>
              <a:rPr sz="1300" b="1" lang="ko-KR">
                <a:solidFill>
                  <a:srgbClr val="008575"/>
                </a:solidFill>
                <a:latin typeface="Segoe UI Semibold"/>
                <a:ea typeface="Malgun Gothic"/>
                <a:cs typeface="Segoe UI"/>
              </a:rPr>
              <a:t>2. Gate 안에서 재확인 · 성공 결과 공유</a:t>
            </a:r>
          </a:p>
        </p:txBody>
      </p:sp>
      <p:sp>
        <p:nvSpPr>
          <p:cNvPr id="8" name="Rounded Rectangle 7"/>
          <p:cNvSpPr/>
          <p:nvPr/>
        </p:nvSpPr>
        <p:spPr>
          <a:xfrm>
            <a:off x="585216" y="1984248"/>
            <a:ext cx="5394960" cy="3867912"/>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 y="1984248"/>
            <a:ext cx="50292" cy="386791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130552"/>
            <a:ext cx="5029200" cy="3593592"/>
          </a:xfrm>
          <a:prstGeom prst="rect">
            <a:avLst/>
          </a:prstGeom>
          <a:noFill/>
        </p:spPr>
        <p:txBody>
          <a:bodyPr wrap="square" lIns="0" rIns="0" tIns="0" bIns="0">
            <a:spAutoFit/>
          </a:bodyPr>
          <a:lstStyle/>
          <a:p>
            <a:pPr algn="l">
              <a:lnSpc>
                <a:spcPct val="108000"/>
              </a:lnSpc>
              <a:spcBef>
                <a:spcPts val="0"/>
              </a:spcBef>
              <a:spcAft>
                <a:spcPts val="0"/>
              </a:spcAft>
            </a:pPr>
            <a:r>
              <a:rPr sz="1100" b="0" lang="ko-KR">
                <a:solidFill>
                  <a:srgbClr val="333333"/>
                </a:solidFill>
                <a:latin typeface="Consolas"/>
                <a:ea typeface="Malgun Gothic"/>
                <a:cs typeface="Segoe UI"/>
              </a:rPr>
              <a:t>private sealed class Entry</a:t>
            </a:r>
          </a:p>
          <a:p>
            <a:pPr algn="l">
              <a:lnSpc>
                <a:spcPct val="108000"/>
              </a:lnSpc>
              <a:spcBef>
                <a:spcPts val="0"/>
              </a:spcBef>
              <a:spcAft>
                <a:spcPts val="0"/>
              </a:spcAft>
            </a:pPr>
            <a:r>
              <a:rPr sz="1100" b="0" lang="ko-KR">
                <a:solidFill>
                  <a:srgbClr val="333333"/>
                </a:solidFill>
                <a:latin typeface="Consolas"/>
                <a:ea typeface="Malgun Gothic"/>
                <a:cs typeface="Segoe UI"/>
              </a:rPr>
              <a:t>{</a:t>
            </a:r>
          </a:p>
          <a:p>
            <a:pPr algn="l">
              <a:lnSpc>
                <a:spcPct val="108000"/>
              </a:lnSpc>
              <a:spcBef>
                <a:spcPts val="0"/>
              </a:spcBef>
              <a:spcAft>
                <a:spcPts val="0"/>
              </a:spcAft>
            </a:pPr>
            <a:r>
              <a:rPr sz="1100" b="0" lang="ko-KR">
                <a:solidFill>
                  <a:srgbClr val="333333"/>
                </a:solidFill>
                <a:latin typeface="Consolas"/>
                <a:ea typeface="Malgun Gothic"/>
                <a:cs typeface="Segoe UI"/>
              </a:rPr>
              <a:t>    public readonly SemaphoreSlim Gate = new(1, 1);</a:t>
            </a:r>
          </a:p>
          <a:p>
            <a:pPr algn="l">
              <a:lnSpc>
                <a:spcPct val="108000"/>
              </a:lnSpc>
              <a:spcBef>
                <a:spcPts val="0"/>
              </a:spcBef>
              <a:spcAft>
                <a:spcPts val="0"/>
              </a:spcAft>
            </a:pPr>
            <a:r>
              <a:rPr sz="1100" b="0" lang="ko-KR">
                <a:solidFill>
                  <a:srgbClr val="333333"/>
                </a:solidFill>
                <a:latin typeface="Consolas"/>
                <a:ea typeface="Malgun Gothic"/>
                <a:cs typeface="Segoe UI"/>
              </a:rPr>
              <a:t>    public KeyVaultSecret? Secret;</a:t>
            </a:r>
          </a:p>
          <a:p>
            <a:pPr algn="l">
              <a:lnSpc>
                <a:spcPct val="108000"/>
              </a:lnSpc>
              <a:spcBef>
                <a:spcPts val="0"/>
              </a:spcBef>
              <a:spcAft>
                <a:spcPts val="0"/>
              </a:spcAft>
            </a:pPr>
            <a:r>
              <a:rPr sz="1100" b="0" lang="ko-KR">
                <a:solidFill>
                  <a:srgbClr val="333333"/>
                </a:solidFill>
                <a:latin typeface="Consolas"/>
                <a:ea typeface="Malgun Gothic"/>
                <a:cs typeface="Segoe UI"/>
              </a:rPr>
              <a:t>    public DateTimeOffset RefreshAfter;</a:t>
            </a:r>
          </a:p>
          <a:p>
            <a:pPr algn="l">
              <a:lnSpc>
                <a:spcPct val="108000"/>
              </a:lnSpc>
              <a:spcBef>
                <a:spcPts val="0"/>
              </a:spcBef>
              <a:spcAft>
                <a:spcPts val="0"/>
              </a:spcAft>
            </a:pPr>
            <a:r>
              <a:rPr sz="1100" b="0" lang="ko-KR">
                <a:solidFill>
                  <a:srgbClr val="333333"/>
                </a:solidFill>
                <a:latin typeface="Consolas"/>
                <a:ea typeface="Malgun Gothic"/>
                <a:cs typeface="Segoe UI"/>
              </a:rPr>
              <a:t>}</a:t>
            </a:r>
          </a:p>
          <a:p>
            <a:pPr algn="l">
              <a:lnSpc>
                <a:spcPct val="108000"/>
              </a:lnSpc>
              <a:spcBef>
                <a:spcPts val="0"/>
              </a:spcBef>
              <a:spcAft>
                <a:spcPts val="0"/>
              </a:spcAft>
            </a:pPr>
            <a:r>
              <a:rPr sz="1100" b="0" lang="ko-KR">
                <a:solidFill>
                  <a:srgbClr val="333333"/>
                </a:solidFill>
                <a:latin typeface="Consolas"/>
                <a:ea typeface="Malgun Gothic"/>
                <a:cs typeface="Segoe UI"/>
              </a:rPr>
              <a:t>private readonly ConcurrentDictionary&lt;string, Entry&gt;</a:t>
            </a:r>
          </a:p>
          <a:p>
            <a:pPr algn="l">
              <a:lnSpc>
                <a:spcPct val="108000"/>
              </a:lnSpc>
              <a:spcBef>
                <a:spcPts val="0"/>
              </a:spcBef>
              <a:spcAft>
                <a:spcPts val="0"/>
              </a:spcAft>
            </a:pPr>
            <a:r>
              <a:rPr sz="1100" b="0" lang="ko-KR">
                <a:solidFill>
                  <a:srgbClr val="333333"/>
                </a:solidFill>
                <a:latin typeface="Consolas"/>
                <a:ea typeface="Malgun Gothic"/>
                <a:cs typeface="Segoe UI"/>
              </a:rPr>
              <a:t>    entries = new(StringComparer.OrdinalIgnoreCase);</a:t>
            </a:r>
          </a:p>
          <a:p>
            <a:pPr algn="l">
              <a:lnSpc>
                <a:spcPct val="108000"/>
              </a:lnSpc>
              <a:spcBef>
                <a:spcPts val="0"/>
              </a:spcBef>
              <a:spcAft>
                <a:spcPts val="0"/>
              </a:spcAft>
            </a:pPr>
            <a:r>
              <a:rPr sz="1100" b="0" lang="ko-KR">
                <a:solidFill>
                  <a:srgbClr val="333333"/>
                </a:solidFill>
                <a:latin typeface="Consolas"/>
                <a:ea typeface="Malgun Gothic"/>
                <a:cs typeface="Segoe UI"/>
              </a:rPr>
              <a:t/>
            </a:r>
          </a:p>
          <a:p>
            <a:pPr algn="l">
              <a:lnSpc>
                <a:spcPct val="108000"/>
              </a:lnSpc>
              <a:spcBef>
                <a:spcPts val="0"/>
              </a:spcBef>
              <a:spcAft>
                <a:spcPts val="0"/>
              </a:spcAft>
            </a:pPr>
            <a:r>
              <a:rPr sz="1100" b="0" lang="ko-KR">
                <a:solidFill>
                  <a:srgbClr val="333333"/>
                </a:solidFill>
                <a:latin typeface="Consolas"/>
                <a:ea typeface="Malgun Gothic"/>
                <a:cs typeface="Segoe UI"/>
              </a:rPr>
              <a:t>public async Task&lt;KeyVaultSecret&gt; GetSecretAsync(</a:t>
            </a:r>
          </a:p>
          <a:p>
            <a:pPr algn="l">
              <a:lnSpc>
                <a:spcPct val="108000"/>
              </a:lnSpc>
              <a:spcBef>
                <a:spcPts val="0"/>
              </a:spcBef>
              <a:spcAft>
                <a:spcPts val="0"/>
              </a:spcAft>
            </a:pPr>
            <a:r>
              <a:rPr sz="1100" b="0" lang="ko-KR">
                <a:solidFill>
                  <a:srgbClr val="333333"/>
                </a:solidFill>
                <a:latin typeface="Consolas"/>
                <a:ea typeface="Malgun Gothic"/>
                <a:cs typeface="Segoe UI"/>
              </a:rPr>
              <a:t>    string secretName,</a:t>
            </a:r>
          </a:p>
          <a:p>
            <a:pPr algn="l">
              <a:lnSpc>
                <a:spcPct val="108000"/>
              </a:lnSpc>
              <a:spcBef>
                <a:spcPts val="0"/>
              </a:spcBef>
              <a:spcAft>
                <a:spcPts val="0"/>
              </a:spcAft>
            </a:pPr>
            <a:r>
              <a:rPr sz="1100" b="0" lang="ko-KR">
                <a:solidFill>
                  <a:srgbClr val="333333"/>
                </a:solidFill>
                <a:latin typeface="Consolas"/>
                <a:ea typeface="Malgun Gothic"/>
                <a:cs typeface="Segoe UI"/>
              </a:rPr>
              <a:t>    CancellationToken cancellationToken = default)</a:t>
            </a:r>
          </a:p>
          <a:p>
            <a:pPr algn="l">
              <a:lnSpc>
                <a:spcPct val="108000"/>
              </a:lnSpc>
              <a:spcBef>
                <a:spcPts val="0"/>
              </a:spcBef>
              <a:spcAft>
                <a:spcPts val="0"/>
              </a:spcAft>
            </a:pPr>
            <a:r>
              <a:rPr sz="1100" b="0" lang="ko-KR">
                <a:solidFill>
                  <a:srgbClr val="333333"/>
                </a:solidFill>
                <a:latin typeface="Consolas"/>
                <a:ea typeface="Malgun Gothic"/>
                <a:cs typeface="Segoe UI"/>
              </a:rPr>
              <a:t>{</a:t>
            </a:r>
          </a:p>
          <a:p>
            <a:pPr algn="l">
              <a:lnSpc>
                <a:spcPct val="108000"/>
              </a:lnSpc>
              <a:spcBef>
                <a:spcPts val="0"/>
              </a:spcBef>
              <a:spcAft>
                <a:spcPts val="0"/>
              </a:spcAft>
            </a:pPr>
            <a:r>
              <a:rPr sz="1100" b="0" lang="ko-KR">
                <a:solidFill>
                  <a:srgbClr val="333333"/>
                </a:solidFill>
                <a:latin typeface="Consolas"/>
                <a:ea typeface="Malgun Gothic"/>
                <a:cs typeface="Segoe UI"/>
              </a:rPr>
              <a:t>    Entry entry = entries.GetOrAdd(</a:t>
            </a:r>
          </a:p>
          <a:p>
            <a:pPr algn="l">
              <a:lnSpc>
                <a:spcPct val="108000"/>
              </a:lnSpc>
              <a:spcBef>
                <a:spcPts val="0"/>
              </a:spcBef>
              <a:spcAft>
                <a:spcPts val="0"/>
              </a:spcAft>
            </a:pPr>
            <a:r>
              <a:rPr sz="1100" b="0" lang="ko-KR">
                <a:solidFill>
                  <a:srgbClr val="333333"/>
                </a:solidFill>
                <a:latin typeface="Consolas"/>
                <a:ea typeface="Malgun Gothic"/>
                <a:cs typeface="Segoe UI"/>
              </a:rPr>
              <a:t>        secretName, _ =&gt; new Entry());</a:t>
            </a:r>
          </a:p>
          <a:p>
            <a:pPr algn="l">
              <a:lnSpc>
                <a:spcPct val="108000"/>
              </a:lnSpc>
              <a:spcBef>
                <a:spcPts val="0"/>
              </a:spcBef>
              <a:spcAft>
                <a:spcPts val="0"/>
              </a:spcAft>
            </a:pPr>
            <a:r>
              <a:rPr sz="1100" b="0" lang="ko-KR">
                <a:solidFill>
                  <a:srgbClr val="333333"/>
                </a:solidFill>
                <a:latin typeface="Consolas"/>
                <a:ea typeface="Malgun Gothic"/>
                <a:cs typeface="Segoe UI"/>
              </a:rPr>
              <a:t>    // 이어지는 처리는 오른쪽 코드 참고</a:t>
            </a:r>
          </a:p>
          <a:p>
            <a:pPr algn="l">
              <a:lnSpc>
                <a:spcPct val="108000"/>
              </a:lnSpc>
              <a:spcBef>
                <a:spcPts val="0"/>
              </a:spcBef>
              <a:spcAft>
                <a:spcPts val="0"/>
              </a:spcAft>
            </a:pPr>
            <a:r>
              <a:rPr sz="1100" b="0" lang="ko-KR">
                <a:solidFill>
                  <a:srgbClr val="333333"/>
                </a:solidFill>
                <a:latin typeface="Consolas"/>
                <a:ea typeface="Malgun Gothic"/>
                <a:cs typeface="Segoe UI"/>
              </a:rPr>
              <a:t>}</a:t>
            </a:r>
          </a:p>
        </p:txBody>
      </p:sp>
      <p:sp>
        <p:nvSpPr>
          <p:cNvPr id="11" name="Rounded Rectangle 10"/>
          <p:cNvSpPr/>
          <p:nvPr/>
        </p:nvSpPr>
        <p:spPr>
          <a:xfrm>
            <a:off x="6190488" y="1984248"/>
            <a:ext cx="5413248" cy="3867912"/>
          </a:xfrm>
          <a:prstGeom prst="roundRect">
            <a:avLst>
              <a:gd name="adj" fmla="val 4000"/>
            </a:avLst>
          </a:prstGeom>
          <a:solidFill>
            <a:srgbClr val="F7F9FB"/>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984248"/>
            <a:ext cx="50292" cy="386791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2130552"/>
            <a:ext cx="5047488" cy="3593592"/>
          </a:xfrm>
          <a:prstGeom prst="rect">
            <a:avLst/>
          </a:prstGeom>
          <a:noFill/>
        </p:spPr>
        <p:txBody>
          <a:bodyPr wrap="square" lIns="0" rIns="0" tIns="0" bIns="0">
            <a:spAutoFit/>
          </a:bodyPr>
          <a:lstStyle/>
          <a:p>
            <a:pPr algn="l">
              <a:lnSpc>
                <a:spcPct val="108000"/>
              </a:lnSpc>
              <a:spcBef>
                <a:spcPts val="0"/>
              </a:spcBef>
              <a:spcAft>
                <a:spcPts val="0"/>
              </a:spcAft>
            </a:pPr>
            <a:r>
              <a:rPr sz="1050" b="0" lang="ko-KR">
                <a:solidFill>
                  <a:srgbClr val="333333"/>
                </a:solidFill>
                <a:latin typeface="Consolas"/>
                <a:ea typeface="Malgun Gothic"/>
                <a:cs typeface="Segoe UI"/>
              </a:rPr>
              <a:t>await entry.Gate.WaitAsync(cancellationToken);</a:t>
            </a:r>
          </a:p>
          <a:p>
            <a:pPr algn="l">
              <a:lnSpc>
                <a:spcPct val="108000"/>
              </a:lnSpc>
              <a:spcBef>
                <a:spcPts val="0"/>
              </a:spcBef>
              <a:spcAft>
                <a:spcPts val="0"/>
              </a:spcAft>
            </a:pPr>
            <a:r>
              <a:rPr sz="1050" b="0" lang="ko-KR">
                <a:solidFill>
                  <a:srgbClr val="333333"/>
                </a:solidFill>
                <a:latin typeface="Consolas"/>
                <a:ea typeface="Malgun Gothic"/>
                <a:cs typeface="Segoe UI"/>
              </a:rPr>
              <a:t>try</a:t>
            </a:r>
          </a:p>
          <a:p>
            <a:pPr algn="l">
              <a:lnSpc>
                <a:spcPct val="108000"/>
              </a:lnSpc>
              <a:spcBef>
                <a:spcPts val="0"/>
              </a:spcBef>
              <a:spcAft>
                <a:spcPts val="0"/>
              </a:spcAft>
            </a:pPr>
            <a:r>
              <a:rPr sz="1050" b="0" lang="ko-KR">
                <a:solidFill>
                  <a:srgbClr val="333333"/>
                </a:solidFill>
                <a:latin typeface="Consolas"/>
                <a:ea typeface="Malgun Gothic"/>
                <a:cs typeface="Segoe UI"/>
              </a:rPr>
              <a:t>{</a:t>
            </a:r>
          </a:p>
          <a:p>
            <a:pPr algn="l">
              <a:lnSpc>
                <a:spcPct val="108000"/>
              </a:lnSpc>
              <a:spcBef>
                <a:spcPts val="0"/>
              </a:spcBef>
              <a:spcAft>
                <a:spcPts val="0"/>
              </a:spcAft>
            </a:pPr>
            <a:r>
              <a:rPr sz="1050" b="0" lang="ko-KR">
                <a:solidFill>
                  <a:srgbClr val="333333"/>
                </a:solidFill>
                <a:latin typeface="Consolas"/>
                <a:ea typeface="Malgun Gothic"/>
                <a:cs typeface="Segoe UI"/>
              </a:rPr>
              <a:t>    var now = DateTimeOffset.UtcNow;</a:t>
            </a:r>
          </a:p>
          <a:p>
            <a:pPr algn="l">
              <a:lnSpc>
                <a:spcPct val="108000"/>
              </a:lnSpc>
              <a:spcBef>
                <a:spcPts val="0"/>
              </a:spcBef>
              <a:spcAft>
                <a:spcPts val="0"/>
              </a:spcAft>
            </a:pPr>
            <a:r>
              <a:rPr sz="1050" b="0" lang="ko-KR">
                <a:solidFill>
                  <a:srgbClr val="333333"/>
                </a:solidFill>
                <a:latin typeface="Consolas"/>
                <a:ea typeface="Malgun Gothic"/>
                <a:cs typeface="Segoe UI"/>
              </a:rPr>
              <a:t>    if (entry.Secret != null &amp;&amp; now &lt; entry.RefreshAfter)</a:t>
            </a:r>
          </a:p>
          <a:p>
            <a:pPr algn="l">
              <a:lnSpc>
                <a:spcPct val="108000"/>
              </a:lnSpc>
              <a:spcBef>
                <a:spcPts val="0"/>
              </a:spcBef>
              <a:spcAft>
                <a:spcPts val="0"/>
              </a:spcAft>
            </a:pPr>
            <a:r>
              <a:rPr sz="1050" b="0" lang="ko-KR">
                <a:solidFill>
                  <a:srgbClr val="333333"/>
                </a:solidFill>
                <a:latin typeface="Consolas"/>
                <a:ea typeface="Malgun Gothic"/>
                <a:cs typeface="Segoe UI"/>
              </a:rPr>
              <a:t>        return entry.Secret;</a:t>
            </a:r>
          </a:p>
          <a:p>
            <a:pPr algn="l">
              <a:lnSpc>
                <a:spcPct val="108000"/>
              </a:lnSpc>
              <a:spcBef>
                <a:spcPts val="0"/>
              </a:spcBef>
              <a:spcAft>
                <a:spcPts val="0"/>
              </a:spcAft>
            </a:pPr>
            <a:r>
              <a:rPr sz="1050" b="0" lang="ko-KR">
                <a:solidFill>
                  <a:srgbClr val="333333"/>
                </a:solidFill>
                <a:latin typeface="Consolas"/>
                <a:ea typeface="Malgun Gothic"/>
                <a:cs typeface="Segoe UI"/>
              </a:rPr>
              <a:t>    var secret = (await secretClient.GetSecretAsync(</a:t>
            </a:r>
          </a:p>
          <a:p>
            <a:pPr algn="l">
              <a:lnSpc>
                <a:spcPct val="108000"/>
              </a:lnSpc>
              <a:spcBef>
                <a:spcPts val="0"/>
              </a:spcBef>
              <a:spcAft>
                <a:spcPts val="0"/>
              </a:spcAft>
            </a:pPr>
            <a:r>
              <a:rPr sz="1050" b="0" lang="ko-KR">
                <a:solidFill>
                  <a:srgbClr val="333333"/>
                </a:solidFill>
                <a:latin typeface="Consolas"/>
                <a:ea typeface="Malgun Gothic"/>
                <a:cs typeface="Segoe UI"/>
              </a:rPr>
              <a:t>        secretName,</a:t>
            </a:r>
          </a:p>
          <a:p>
            <a:pPr algn="l">
              <a:lnSpc>
                <a:spcPct val="108000"/>
              </a:lnSpc>
              <a:spcBef>
                <a:spcPts val="0"/>
              </a:spcBef>
              <a:spcAft>
                <a:spcPts val="0"/>
              </a:spcAft>
            </a:pPr>
            <a:r>
              <a:rPr sz="1050" b="0" lang="ko-KR">
                <a:solidFill>
                  <a:srgbClr val="333333"/>
                </a:solidFill>
                <a:latin typeface="Consolas"/>
                <a:ea typeface="Malgun Gothic"/>
                <a:cs typeface="Segoe UI"/>
              </a:rPr>
              <a:t>        cancellationToken: cancellationToken)).Value;</a:t>
            </a:r>
          </a:p>
          <a:p>
            <a:pPr algn="l">
              <a:lnSpc>
                <a:spcPct val="108000"/>
              </a:lnSpc>
              <a:spcBef>
                <a:spcPts val="0"/>
              </a:spcBef>
              <a:spcAft>
                <a:spcPts val="0"/>
              </a:spcAft>
            </a:pPr>
            <a:r>
              <a:rPr sz="1050" b="0" lang="ko-KR">
                <a:solidFill>
                  <a:srgbClr val="333333"/>
                </a:solidFill>
                <a:latin typeface="Consolas"/>
                <a:ea typeface="Malgun Gothic"/>
                <a:cs typeface="Segoe UI"/>
              </a:rPr>
              <a:t>    var refreshAfter = DateTimeOffset.UtcNow.Add(ttl);</a:t>
            </a:r>
          </a:p>
          <a:p>
            <a:pPr algn="l">
              <a:lnSpc>
                <a:spcPct val="108000"/>
              </a:lnSpc>
              <a:spcBef>
                <a:spcPts val="0"/>
              </a:spcBef>
              <a:spcAft>
                <a:spcPts val="0"/>
              </a:spcAft>
            </a:pPr>
            <a:r>
              <a:rPr sz="1050" b="0" lang="ko-KR">
                <a:solidFill>
                  <a:srgbClr val="333333"/>
                </a:solidFill>
                <a:latin typeface="Consolas"/>
                <a:ea typeface="Malgun Gothic"/>
                <a:cs typeface="Segoe UI"/>
              </a:rPr>
              <a:t>    if (secret.Properties.ExpiresOn is { } exp</a:t>
            </a:r>
          </a:p>
          <a:p>
            <a:pPr algn="l">
              <a:lnSpc>
                <a:spcPct val="108000"/>
              </a:lnSpc>
              <a:spcBef>
                <a:spcPts val="0"/>
              </a:spcBef>
              <a:spcAft>
                <a:spcPts val="0"/>
              </a:spcAft>
            </a:pPr>
            <a:r>
              <a:rPr sz="1050" b="0" lang="ko-KR">
                <a:solidFill>
                  <a:srgbClr val="333333"/>
                </a:solidFill>
                <a:latin typeface="Consolas"/>
                <a:ea typeface="Malgun Gothic"/>
                <a:cs typeface="Segoe UI"/>
              </a:rPr>
              <a:t>        &amp;&amp; exp &lt; refreshAfter)</a:t>
            </a:r>
          </a:p>
          <a:p>
            <a:pPr algn="l">
              <a:lnSpc>
                <a:spcPct val="108000"/>
              </a:lnSpc>
              <a:spcBef>
                <a:spcPts val="0"/>
              </a:spcBef>
              <a:spcAft>
                <a:spcPts val="0"/>
              </a:spcAft>
            </a:pPr>
            <a:r>
              <a:rPr sz="1050" b="0" lang="ko-KR">
                <a:solidFill>
                  <a:srgbClr val="333333"/>
                </a:solidFill>
                <a:latin typeface="Consolas"/>
                <a:ea typeface="Malgun Gothic"/>
                <a:cs typeface="Segoe UI"/>
              </a:rPr>
              <a:t>        refreshAfter = exp;</a:t>
            </a:r>
          </a:p>
          <a:p>
            <a:pPr algn="l">
              <a:lnSpc>
                <a:spcPct val="108000"/>
              </a:lnSpc>
              <a:spcBef>
                <a:spcPts val="0"/>
              </a:spcBef>
              <a:spcAft>
                <a:spcPts val="0"/>
              </a:spcAft>
            </a:pPr>
            <a:r>
              <a:rPr sz="1050" b="0" lang="ko-KR">
                <a:solidFill>
                  <a:srgbClr val="333333"/>
                </a:solidFill>
                <a:latin typeface="Consolas"/>
                <a:ea typeface="Malgun Gothic"/>
                <a:cs typeface="Segoe UI"/>
              </a:rPr>
              <a:t>    entry.Secret = secret;</a:t>
            </a:r>
          </a:p>
          <a:p>
            <a:pPr algn="l">
              <a:lnSpc>
                <a:spcPct val="108000"/>
              </a:lnSpc>
              <a:spcBef>
                <a:spcPts val="0"/>
              </a:spcBef>
              <a:spcAft>
                <a:spcPts val="0"/>
              </a:spcAft>
            </a:pPr>
            <a:r>
              <a:rPr sz="1050" b="0" lang="ko-KR">
                <a:solidFill>
                  <a:srgbClr val="333333"/>
                </a:solidFill>
                <a:latin typeface="Consolas"/>
                <a:ea typeface="Malgun Gothic"/>
                <a:cs typeface="Segoe UI"/>
              </a:rPr>
              <a:t>    entry.RefreshAfter = refreshAfter;</a:t>
            </a:r>
          </a:p>
          <a:p>
            <a:pPr algn="l">
              <a:lnSpc>
                <a:spcPct val="108000"/>
              </a:lnSpc>
              <a:spcBef>
                <a:spcPts val="0"/>
              </a:spcBef>
              <a:spcAft>
                <a:spcPts val="0"/>
              </a:spcAft>
            </a:pPr>
            <a:r>
              <a:rPr sz="1050" b="0" lang="ko-KR">
                <a:solidFill>
                  <a:srgbClr val="333333"/>
                </a:solidFill>
                <a:latin typeface="Consolas"/>
                <a:ea typeface="Malgun Gothic"/>
                <a:cs typeface="Segoe UI"/>
              </a:rPr>
              <a:t>    return secret;</a:t>
            </a:r>
          </a:p>
          <a:p>
            <a:pPr algn="l">
              <a:lnSpc>
                <a:spcPct val="108000"/>
              </a:lnSpc>
              <a:spcBef>
                <a:spcPts val="0"/>
              </a:spcBef>
              <a:spcAft>
                <a:spcPts val="0"/>
              </a:spcAft>
            </a:pPr>
            <a:r>
              <a:rPr sz="1050" b="0" lang="ko-KR">
                <a:solidFill>
                  <a:srgbClr val="333333"/>
                </a:solidFill>
                <a:latin typeface="Consolas"/>
                <a:ea typeface="Malgun Gothic"/>
                <a:cs typeface="Segoe UI"/>
              </a:rPr>
              <a:t>}</a:t>
            </a:r>
          </a:p>
          <a:p>
            <a:pPr algn="l">
              <a:lnSpc>
                <a:spcPct val="108000"/>
              </a:lnSpc>
              <a:spcBef>
                <a:spcPts val="0"/>
              </a:spcBef>
              <a:spcAft>
                <a:spcPts val="0"/>
              </a:spcAft>
            </a:pPr>
            <a:r>
              <a:rPr sz="1050" b="0" lang="ko-KR">
                <a:solidFill>
                  <a:srgbClr val="333333"/>
                </a:solidFill>
                <a:latin typeface="Consolas"/>
                <a:ea typeface="Malgun Gothic"/>
                <a:cs typeface="Segoe UI"/>
              </a:rPr>
              <a:t>finally { entry.Gate.Release(); }</a:t>
            </a:r>
          </a:p>
        </p:txBody>
      </p:sp>
      <p:sp>
        <p:nvSpPr>
          <p:cNvPr id="14" name="TextBox 13"/>
          <p:cNvSpPr txBox="1"/>
          <p:nvPr/>
        </p:nvSpPr>
        <p:spPr>
          <a:xfrm>
            <a:off x="585216" y="5971032"/>
            <a:ext cx="11018520" cy="292608"/>
          </a:xfrm>
          <a:prstGeom prst="rect">
            <a:avLst/>
          </a:prstGeom>
          <a:noFill/>
        </p:spPr>
        <p:txBody>
          <a:bodyPr wrap="square" lIns="0" rIns="0" tIns="0" bIns="0">
            <a:spAutoFit/>
          </a:bodyPr>
          <a:lstStyle/>
          <a:p>
            <a:pPr algn="l">
              <a:lnSpc>
                <a:spcPct val="108000"/>
              </a:lnSpc>
              <a:spcBef>
                <a:spcPts val="0"/>
              </a:spcBef>
              <a:spcAft>
                <a:spcPts val="0"/>
              </a:spcAft>
            </a:pPr>
            <a:r>
              <a:rPr sz="1200" b="0" lang="ko-KR">
                <a:solidFill>
                  <a:srgbClr val="737373"/>
                </a:solidFill>
                <a:latin typeface="Segoe UI"/>
                <a:ea typeface="Malgun Gothic"/>
                <a:cs typeface="Segoe UI"/>
              </a:rPr>
              <a:t>같은 이름 → 같은 Gate / 다른 이름 → 병렬 조회 · 같은 캐시 인스턴스를 공유하는 프로세스 내부에만 적용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08000"/>
              </a:lnSpc>
              <a:spcBef>
                <a:spcPts val="0"/>
              </a:spcBef>
              <a:spcAft>
                <a:spcPts val="0"/>
              </a:spcAft>
            </a:pPr>
            <a:r>
              <a:rPr sz="2800" b="1" lang="ko-KR">
                <a:solidFill>
                  <a:srgbClr val="243A5E"/>
                </a:solidFill>
                <a:latin typeface="Segoe UI Semibold"/>
                <a:ea typeface="Malgun Gothic"/>
                <a:cs typeface="Segoe UI"/>
              </a:rPr>
              <a:t>한도와 운영 체크리스트</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737373"/>
                </a:solidFill>
                <a:latin typeface="Segoe UI"/>
                <a:ea typeface="Malgun Gothic"/>
                <a:cs typeface="Segoe UI"/>
              </a:rPr>
              <a:t>부록 A4 · 공식 수치 · Redis 복제는 기본값이 아님</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08000"/>
              </a:lnSpc>
              <a:spcBef>
                <a:spcPts val="0"/>
              </a:spcBef>
              <a:spcAft>
                <a:spcPts val="0"/>
              </a:spcAft>
            </a:pPr>
            <a:r>
              <a:rPr sz="950" b="0" lang="ko-KR">
                <a:solidFill>
                  <a:srgbClr val="737373"/>
                </a:solidFill>
                <a:latin typeface="Segoe UI"/>
                <a:ea typeface="Malgun Gothic"/>
                <a:cs typeface="Segoe UI"/>
              </a:rPr>
              <a:t>MODULE 03  ·  상세 참조 부록</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08000"/>
              </a:lnSpc>
              <a:spcBef>
                <a:spcPts val="0"/>
              </a:spcBef>
              <a:spcAft>
                <a:spcPts val="0"/>
              </a:spcAft>
            </a:pPr>
            <a:r>
              <a:rPr sz="1000" b="0" lang="ko-KR">
                <a:solidFill>
                  <a:srgbClr val="737373"/>
                </a:solidFill>
                <a:latin typeface="Segoe UI"/>
                <a:ea typeface="Malgun Gothic"/>
                <a:cs typeface="Segoe UI"/>
              </a:rPr>
              <a:t>24</a:t>
            </a:r>
          </a:p>
        </p:txBody>
      </p:sp>
      <p:graphicFrame>
        <p:nvGraphicFramePr>
          <p:cNvPr id="6" name="Table 5"/>
          <p:cNvGraphicFramePr>
            <a:graphicFrameLocks noGrp="1"/>
          </p:cNvGraphicFramePr>
          <p:nvPr/>
        </p:nvGraphicFramePr>
        <p:xfrm>
          <a:off x="585216" y="1719072"/>
          <a:ext cx="11018520" cy="2066544"/>
        </p:xfrm>
        <a:graphic>
          <a:graphicData uri="http://schemas.openxmlformats.org/drawingml/2006/table">
            <a:tbl>
              <a:tblPr firstRow="1" bandRow="1">
                <a:tableStyleId>{5C22544A-7EE6-4342-B048-85BDC9FD1C3A}</a:tableStyleId>
              </a:tblPr>
              <a:tblGrid>
                <a:gridCol w="4261104"/>
                <a:gridCol w="3374136"/>
                <a:gridCol w="3383280"/>
              </a:tblGrid>
              <a:tr h="411480">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항목</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Vault·리전</a:t>
                      </a:r>
                    </a:p>
                  </a:txBody>
                  <a:tcPr marL="118872" marR="118872" marT="45720" marB="45720">
                    <a:solidFill>
                      <a:srgbClr val="243A5E"/>
                    </a:solidFill>
                  </a:tcPr>
                </a:tc>
                <a:tc>
                  <a:txBody>
                    <a:bodyPr anchor="ctr" wrap="square" lIns="0" rIns="0" tIns="0" bIns="0"/>
                    <a:lstStyle/>
                    <a:p>
                      <a:pPr algn="l">
                        <a:lnSpc>
                          <a:spcPct val="108000"/>
                        </a:lnSpc>
                        <a:spcBef>
                          <a:spcPts val="0"/>
                        </a:spcBef>
                        <a:spcAft>
                          <a:spcPts val="0"/>
                        </a:spcAft>
                      </a:pPr>
                      <a:r>
                        <a:rPr sz="1180" b="1" lang="ko-KR">
                          <a:solidFill>
                            <a:srgbClr val="FFFFFF"/>
                          </a:solidFill>
                          <a:latin typeface="Segoe UI Semibold"/>
                          <a:ea typeface="Malgun Gothic"/>
                          <a:cs typeface="Segoe UI"/>
                        </a:rPr>
                        <a:t>구독·리전</a:t>
                      </a:r>
                    </a:p>
                  </a:txBody>
                  <a:tcPr marL="118872" marR="118872" marT="45720" marB="45720">
                    <a:solidFill>
                      <a:srgbClr val="243A5E"/>
                    </a:solidFill>
                  </a:tcPr>
                </a:tc>
              </a:tr>
              <a:tr h="530352">
                <a:tc>
                  <a:txBody>
                    <a:bodyPr anchor="ctr" wrap="square" lIns="0" rIns="0" tIns="0" bIns="0"/>
                    <a:lstStyle/>
                    <a:p>
                      <a:pPr algn="l">
                        <a:lnSpc>
                          <a:spcPct val="108000"/>
                        </a:lnSpc>
                        <a:spcBef>
                          <a:spcPts val="0"/>
                        </a:spcBef>
                        <a:spcAft>
                          <a:spcPts val="0"/>
                        </a:spcAft>
                      </a:pPr>
                      <a:r>
                        <a:rPr sz="1210" b="1" lang="ko-KR">
                          <a:solidFill>
                            <a:srgbClr val="0078D4"/>
                          </a:solidFill>
                          <a:latin typeface="Segoe UI Semibold"/>
                          <a:ea typeface="Malgun Gothic"/>
                          <a:cs typeface="Segoe UI"/>
                        </a:rPr>
                        <a:t>Secret Create / 10초</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300</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1,500</a:t>
                      </a:r>
                    </a:p>
                  </a:txBody>
                  <a:tcPr marL="118872" marR="118872" marT="45720" marB="45720">
                    <a:solidFill>
                      <a:srgbClr val="F2F6FA"/>
                    </a:solidFill>
                  </a:tcPr>
                </a:tc>
              </a:tr>
              <a:tr h="530352">
                <a:tc>
                  <a:txBody>
                    <a:bodyPr anchor="ctr" wrap="square" lIns="0" rIns="0" tIns="0" bIns="0"/>
                    <a:lstStyle/>
                    <a:p>
                      <a:pPr algn="l">
                        <a:lnSpc>
                          <a:spcPct val="108000"/>
                        </a:lnSpc>
                        <a:spcBef>
                          <a:spcPts val="0"/>
                        </a:spcBef>
                        <a:spcAft>
                          <a:spcPts val="0"/>
                        </a:spcAft>
                      </a:pPr>
                      <a:r>
                        <a:rPr sz="1210" b="1" lang="ko-KR">
                          <a:solidFill>
                            <a:srgbClr val="0078D4"/>
                          </a:solidFill>
                          <a:latin typeface="Segoe UI Semibold"/>
                          <a:ea typeface="Malgun Gothic"/>
                          <a:cs typeface="Segoe UI"/>
                        </a:rPr>
                        <a:t>Get · List 등 / 10초</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4,000</a:t>
                      </a:r>
                    </a:p>
                  </a:txBody>
                  <a:tcPr marL="118872" marR="118872" marT="45720" marB="45720">
                    <a:solidFill>
                      <a:srgbClr val="FFFFFF"/>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20,000</a:t>
                      </a:r>
                    </a:p>
                  </a:txBody>
                  <a:tcPr marL="118872" marR="118872" marT="45720" marB="45720">
                    <a:solidFill>
                      <a:srgbClr val="FFFFFF"/>
                    </a:solidFill>
                  </a:tcPr>
                </a:tc>
              </a:tr>
              <a:tr h="594360">
                <a:tc>
                  <a:txBody>
                    <a:bodyPr anchor="ctr" wrap="square" lIns="0" rIns="0" tIns="0" bIns="0"/>
                    <a:lstStyle/>
                    <a:p>
                      <a:pPr algn="l">
                        <a:lnSpc>
                          <a:spcPct val="108000"/>
                        </a:lnSpc>
                        <a:spcBef>
                          <a:spcPts val="0"/>
                        </a:spcBef>
                        <a:spcAft>
                          <a:spcPts val="0"/>
                        </a:spcAft>
                      </a:pPr>
                      <a:r>
                        <a:rPr sz="1210" b="1" lang="ko-KR">
                          <a:solidFill>
                            <a:srgbClr val="0078D4"/>
                          </a:solidFill>
                          <a:latin typeface="Segoe UI Semibold"/>
                          <a:ea typeface="Malgun Gothic"/>
                          <a:cs typeface="Segoe UI"/>
                        </a:rPr>
                        <a:t>개별 객체 백업</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최대 500 버전</a:t>
                      </a:r>
                    </a:p>
                  </a:txBody>
                  <a:tcPr marL="118872" marR="118872" marT="45720" marB="45720">
                    <a:solidFill>
                      <a:srgbClr val="F2F6FA"/>
                    </a:solidFill>
                  </a:tcPr>
                </a:tc>
                <a:tc>
                  <a:txBody>
                    <a:bodyPr anchor="ctr" wrap="square" lIns="0" rIns="0" tIns="0" bIns="0"/>
                    <a:lstStyle/>
                    <a:p>
                      <a:pPr algn="l">
                        <a:lnSpc>
                          <a:spcPct val="108000"/>
                        </a:lnSpc>
                        <a:spcBef>
                          <a:spcPts val="0"/>
                        </a:spcBef>
                        <a:spcAft>
                          <a:spcPts val="0"/>
                        </a:spcAft>
                      </a:pPr>
                      <a:r>
                        <a:rPr sz="1210" b="0" lang="ko-KR">
                          <a:solidFill>
                            <a:srgbClr val="333333"/>
                          </a:solidFill>
                          <a:latin typeface="Segoe UI"/>
                          <a:ea typeface="Malgun Gothic"/>
                          <a:cs typeface="Segoe UI"/>
                        </a:rPr>
                        <a:t>해당 없음</a:t>
                      </a:r>
                    </a:p>
                  </a:txBody>
                  <a:tcPr marL="118872" marR="118872" marT="45720" marB="45720">
                    <a:solidFill>
                      <a:srgbClr val="F2F6FA"/>
                    </a:solidFill>
                  </a:tcPr>
                </a:tc>
              </a:tr>
            </a:tbl>
          </a:graphicData>
        </a:graphic>
      </p:graphicFrame>
      <p:sp>
        <p:nvSpPr>
          <p:cNvPr id="7" name="Rounded Rectangle 6"/>
          <p:cNvSpPr/>
          <p:nvPr/>
        </p:nvSpPr>
        <p:spPr>
          <a:xfrm>
            <a:off x="585216" y="4078224"/>
            <a:ext cx="5330952" cy="142646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216" y="4078224"/>
            <a:ext cx="50292" cy="142646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4261104"/>
            <a:ext cx="4910328"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운영 체크</a:t>
            </a:r>
          </a:p>
        </p:txBody>
      </p:sp>
      <p:sp>
        <p:nvSpPr>
          <p:cNvPr id="10" name="TextBox 9"/>
          <p:cNvSpPr txBox="1"/>
          <p:nvPr/>
        </p:nvSpPr>
        <p:spPr>
          <a:xfrm>
            <a:off x="795528" y="4828032"/>
            <a:ext cx="4910328" cy="5120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경계 · 권한 · 네트워크 · 10초 집중도</a:t>
            </a:r>
          </a:p>
          <a:p>
            <a:pPr algn="l">
              <a:lnSpc>
                <a:spcPct val="108000"/>
              </a:lnSpc>
              <a:spcBef>
                <a:spcPts val="0"/>
              </a:spcBef>
              <a:spcAft>
                <a:spcPts val="0"/>
              </a:spcAft>
            </a:pPr>
            <a:r>
              <a:rPr sz="1350" b="0" lang="ko-KR">
                <a:solidFill>
                  <a:srgbClr val="333333"/>
                </a:solidFill>
                <a:latin typeface="Segoe UI"/>
                <a:ea typeface="Malgun Gothic"/>
                <a:cs typeface="Segoe UI"/>
              </a:rPr>
              <a:t>회전 overlap · Metrics · 429 재시도</a:t>
            </a:r>
          </a:p>
        </p:txBody>
      </p:sp>
      <p:sp>
        <p:nvSpPr>
          <p:cNvPr id="11" name="Rounded Rectangle 10"/>
          <p:cNvSpPr/>
          <p:nvPr/>
        </p:nvSpPr>
        <p:spPr>
          <a:xfrm>
            <a:off x="6245352" y="4078224"/>
            <a:ext cx="5358384" cy="1426464"/>
          </a:xfrm>
          <a:prstGeom prst="roundRect">
            <a:avLst>
              <a:gd name="adj" fmla="val 4000"/>
            </a:avLst>
          </a:prstGeom>
          <a:solidFill>
            <a:srgbClr val="FFF4E8"/>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4078224"/>
            <a:ext cx="50292" cy="1426464"/>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4261104"/>
            <a:ext cx="4937760" cy="384048"/>
          </a:xfrm>
          <a:prstGeom prst="rect">
            <a:avLst/>
          </a:prstGeom>
          <a:noFill/>
        </p:spPr>
        <p:txBody>
          <a:bodyPr wrap="square" lIns="0" rIns="0" tIns="0" bIns="0">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Redis 체크</a:t>
            </a:r>
          </a:p>
        </p:txBody>
      </p:sp>
      <p:sp>
        <p:nvSpPr>
          <p:cNvPr id="14" name="TextBox 13"/>
          <p:cNvSpPr txBox="1"/>
          <p:nvPr/>
        </p:nvSpPr>
        <p:spPr>
          <a:xfrm>
            <a:off x="6455664" y="4828032"/>
            <a:ext cx="4937760" cy="512064"/>
          </a:xfrm>
          <a:prstGeom prst="rect">
            <a:avLst/>
          </a:prstGeom>
          <a:noFill/>
        </p:spPr>
        <p:txBody>
          <a:bodyPr wrap="square" lIns="0" rIns="0" tIns="0" bIns="0">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두 번째 저장소 승인 · 권한 · 암호화</a:t>
            </a:r>
          </a:p>
          <a:p>
            <a:pPr algn="l">
              <a:lnSpc>
                <a:spcPct val="108000"/>
              </a:lnSpc>
              <a:spcBef>
                <a:spcPts val="0"/>
              </a:spcBef>
              <a:spcAft>
                <a:spcPts val="0"/>
              </a:spcAft>
            </a:pPr>
            <a:r>
              <a:rPr sz="1350" b="0" lang="ko-KR">
                <a:solidFill>
                  <a:srgbClr val="333333"/>
                </a:solidFill>
                <a:latin typeface="Segoe UI"/>
                <a:ea typeface="Malgun Gothic"/>
                <a:cs typeface="Segoe UI"/>
              </a:rPr>
              <a:t>백업/복제/로그의 Secret 노출 방지</a:t>
            </a:r>
          </a:p>
        </p:txBody>
      </p:sp>
      <p:sp>
        <p:nvSpPr>
          <p:cNvPr id="15" name="Rectangle 14"/>
          <p:cNvSpPr/>
          <p:nvPr/>
        </p:nvSpPr>
        <p:spPr>
          <a:xfrm>
            <a:off x="585216" y="5797296"/>
            <a:ext cx="11018520" cy="448056"/>
          </a:xfrm>
          <a:prstGeom prst="rect">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5216" y="5797296"/>
            <a:ext cx="50292" cy="448056"/>
          </a:xfrm>
          <a:prstGeom prst="rect">
            <a:avLst/>
          </a:prstGeom>
          <a:solidFill>
            <a:srgbClr val="C75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5888736"/>
            <a:ext cx="10570464" cy="283464"/>
          </a:xfrm>
          <a:prstGeom prst="rect">
            <a:avLst/>
          </a:prstGeom>
          <a:noFill/>
        </p:spPr>
        <p:txBody>
          <a:bodyPr wrap="square" lIns="0" rIns="0" tIns="0" bIns="0">
            <a:spAutoFit/>
          </a:bodyPr>
          <a:lstStyle/>
          <a:p>
            <a:pPr algn="l">
              <a:lnSpc>
                <a:spcPct val="108000"/>
              </a:lnSpc>
              <a:spcBef>
                <a:spcPts val="0"/>
              </a:spcBef>
              <a:spcAft>
                <a:spcPts val="0"/>
              </a:spcAft>
            </a:pPr>
            <a:r>
              <a:rPr sz="1320" b="0" lang="ko-KR">
                <a:solidFill>
                  <a:srgbClr val="C75B12"/>
                </a:solidFill>
                <a:latin typeface="Segoe UI"/>
                <a:ea typeface="Malgun Gothic"/>
                <a:cs typeface="Segoe UI"/>
              </a:rPr>
              <a:t>저장 개수 무제한은 무제한 공유 권장이 아닙니다.</a:t>
            </a:r>
          </a:p>
        </p:txBody>
      </p:sp>
    </p:spTree>
  </p:cSld>
  <p:clrMapOvr>
    <a:masterClrMapping/>
  </p:clrMapOvr>
</p:sld>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2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3.xml><?xml version="1.0" encoding="utf-8"?>
<a:theme xmlns:a="http://schemas.openxmlformats.org/drawingml/2006/main" name="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BLACK Microsoft template BLUE Accent_10-20.potx" id="{936FC27D-29D7-439A-9712-BFAF6C362AAB}" vid="{D99BA823-0B64-4A5D-8684-9480EA3FB95C}"/>
    </a:ext>
  </a:extLst>
</a:theme>
</file>

<file path=ppt/theme/theme4.xml><?xml version="1.0" encoding="utf-8"?>
<a:theme xmlns:a="http://schemas.openxmlformats.org/drawingml/2006/main" name="Dark 16x9">
  <a:themeElements>
    <a:clrScheme name="Theme Colors Dark">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59ED7"/>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rand template starter - 16x9 v02.potx" id="{9DE343BB-684C-4E39-9ABE-CA20EBB6B8E9}" vid="{2DADB89F-2F3A-458B-84CE-11ACB76D7223}"/>
    </a:ext>
  </a:extLst>
</a:theme>
</file>

<file path=ppt/theme/theme5.xml><?xml version="1.0" encoding="utf-8"?>
<a:theme xmlns:a="http://schemas.openxmlformats.org/drawingml/2006/main" name="Test">
  <a:themeElements>
    <a:clrScheme name="MCAPS">
      <a:dk1>
        <a:srgbClr val="000000"/>
      </a:dk1>
      <a:lt1>
        <a:srgbClr val="FFFFFF"/>
      </a:lt1>
      <a:dk2>
        <a:srgbClr val="3B2E58"/>
      </a:dk2>
      <a:lt2>
        <a:srgbClr val="E6E6E6"/>
      </a:lt2>
      <a:accent1>
        <a:srgbClr val="8661C5"/>
      </a:accent1>
      <a:accent2>
        <a:srgbClr val="0A1F2B"/>
      </a:accent2>
      <a:accent3>
        <a:srgbClr val="0078D4"/>
      </a:accent3>
      <a:accent4>
        <a:srgbClr val="FFB900"/>
      </a:accent4>
      <a:accent5>
        <a:srgbClr val="F4364C"/>
      </a:accent5>
      <a:accent6>
        <a:srgbClr val="D59DFF"/>
      </a:accent6>
      <a:hlink>
        <a:srgbClr val="0078D4"/>
      </a:hlink>
      <a:folHlink>
        <a:srgbClr val="0078D4"/>
      </a:folHlink>
    </a:clrScheme>
    <a:fontScheme name="Custom 5">
      <a:majorFont>
        <a:latin typeface="Segoe UI Variable Display"/>
        <a:ea typeface=""/>
        <a:cs typeface=""/>
      </a:majorFont>
      <a:minorFont>
        <a:latin typeface="Segoe UI Variable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32000">
              <a:srgbClr val="C03BC4"/>
            </a:gs>
            <a:gs pos="100000">
              <a:srgbClr val="399A91"/>
            </a:gs>
            <a:gs pos="68000">
              <a:srgbClr val="0078D4"/>
            </a:gs>
            <a:gs pos="0">
              <a:srgbClr val="FF5C39"/>
            </a:gs>
          </a:gsLst>
          <a:path path="circle">
            <a:fillToRect l="100000" t="100000"/>
          </a:path>
        </a:gradFill>
        <a:ln w="25400">
          <a:noFill/>
          <a:headEnd type="none" w="med" len="med"/>
          <a:tailEnd type="none" w="med" len="med"/>
        </a:ln>
        <a:effectLst/>
      </a:spPr>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marL="0" marR="0" indent="0" algn="ctr" defTabSz="932472" rtl="0" eaLnBrk="1" fontAlgn="base" latinLnBrk="0" hangingPunct="1">
          <a:lnSpc>
            <a:spcPct val="100000"/>
          </a:lnSpc>
          <a:spcBef>
            <a:spcPct val="0"/>
          </a:spcBef>
          <a:spcAft>
            <a:spcPct val="0"/>
          </a:spcAft>
          <a:buClrTx/>
          <a:buSzTx/>
          <a:buFontTx/>
          <a:buNone/>
          <a:tabLst/>
          <a:defRPr kumimoji="0" sz="1800" b="1" i="0" u="none" strike="noStrike" kern="1200" cap="none" spc="0" normalizeH="0" baseline="0" noProof="0" dirty="0">
            <a:ln>
              <a:noFill/>
            </a:ln>
            <a:solidFill>
              <a:schemeClr val="tx1"/>
            </a:solidFill>
            <a:effectLst/>
            <a:uLnTx/>
            <a:uFillTx/>
            <a:latin typeface="Segoe UI"/>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Test" id="{14D6B222-068A-4F98-B2D8-20284718B742}" vid="{D72A4739-C47D-4CE1-8FB6-CA1FBE049EE8}"/>
    </a:ext>
  </a:extLst>
</a:theme>
</file>

<file path=ppt/theme/theme6.xml><?xml version="1.0" encoding="utf-8"?>
<a:theme xmlns:a="http://schemas.openxmlformats.org/drawingml/2006/main" name="1_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BLACK Microsoft template BLUE Accent_10-20.potx" id="{936FC27D-29D7-439A-9712-BFAF6C362AAB}" vid="{D99BA823-0B64-4A5D-8684-9480EA3FB95C}"/>
    </a:ext>
  </a:extLst>
</a:theme>
</file>

<file path=ppt/theme/theme7.xml><?xml version="1.0" encoding="utf-8"?>
<a:theme xmlns:a="http://schemas.openxmlformats.org/drawingml/2006/main" name="1_Build 2019 Black">
  <a:themeElements>
    <a:clrScheme name="Azure">
      <a:dk1>
        <a:sysClr val="windowText" lastClr="000000"/>
      </a:dk1>
      <a:lt1>
        <a:sysClr val="window" lastClr="FFFFFF"/>
      </a:lt1>
      <a:dk2>
        <a:srgbClr val="000000"/>
      </a:dk2>
      <a:lt2>
        <a:srgbClr val="FFFFFF"/>
      </a:lt2>
      <a:accent1>
        <a:srgbClr val="0078D4"/>
      </a:accent1>
      <a:accent2>
        <a:srgbClr val="50E6FF"/>
      </a:accent2>
      <a:accent3>
        <a:srgbClr val="3C3C41"/>
      </a:accent3>
      <a:accent4>
        <a:srgbClr val="75757A"/>
      </a:accent4>
      <a:accent5>
        <a:srgbClr val="EBEBEB"/>
      </a:accent5>
      <a:accent6>
        <a:srgbClr val="FFFFFF"/>
      </a:accent6>
      <a:hlink>
        <a:srgbClr val="0078D4"/>
      </a:hlink>
      <a:folHlink>
        <a:srgbClr val="954F72"/>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9_Breakout_Template_FINAL.potx" id="{F8CBCD3C-F346-4704-9E55-7681191E3DC9}" vid="{9B198E64-13BA-4121-B286-122848D264C2}"/>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9421e1-74d8-4915-bb0d-c72892872ba0">
      <Terms xmlns="http://schemas.microsoft.com/office/infopath/2007/PartnerControls"/>
    </lcf76f155ced4ddcb4097134ff3c332f>
    <TaxCatchAll xmlns="230e9df3-be65-4c73-a93b-d1236ebd677e" xsi:nil="true"/>
  </documentManagement>
</p:properties>
</file>

<file path=customXml/item3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EF4AA5EB-A638-4D3A-B852-E71E18ED4953}">
  <ds:schemaRefs>
    <ds:schemaRef ds:uri="Strauss.PersonalizationDefinition"/>
  </ds:schemaRefs>
</ds:datastoreItem>
</file>

<file path=customXml/itemProps2.xml><?xml version="1.0" encoding="utf-8"?>
<ds:datastoreItem xmlns:ds="http://schemas.openxmlformats.org/officeDocument/2006/customXml" ds:itemID="{13A5538B-5199-4900-941A-B01E377F2065}">
  <ds:schemaRefs>
    <ds:schemaRef ds:uri="Strauss.PersonalizationDefinition"/>
  </ds:schemaRefs>
</ds:datastoreItem>
</file>

<file path=customXml/itemProps3.xml><?xml version="1.0" encoding="utf-8"?>
<ds:datastoreItem xmlns:ds="http://schemas.openxmlformats.org/officeDocument/2006/customXml" ds:itemID="{DF333A1B-0A9C-4DA8-ADAB-4378B69FDC48}">
  <ds:schemaRefs>
    <ds:schemaRef ds:uri="Strauss.PersonalizationDefinition"/>
  </ds:schemaRefs>
</ds:datastoreItem>
</file>

<file path=customXml/itemProps4.xml><?xml version="1.0" encoding="utf-8"?>
<ds:datastoreItem xmlns:ds="http://schemas.openxmlformats.org/officeDocument/2006/customXml" ds:itemID="{DE0DC7DC-A960-4E6E-BF1B-D3D906B081A2}">
  <ds:schemaRefs>
    <ds:schemaRef ds:uri="Strauss.PersonalizationDefinition"/>
  </ds:schemaRefs>
</ds:datastoreItem>
</file>

<file path=customXml/itemProps5.xml><?xml version="1.0" encoding="utf-8"?>
<ds:datastoreItem xmlns:ds="http://schemas.openxmlformats.org/officeDocument/2006/customXml" ds:itemID="{A09B3D8F-A36C-4B6D-871D-C53F61DFD219}">
  <ds:schemaRefs>
    <ds:schemaRef ds:uri="Strauss.PersonalizationDefinition"/>
  </ds:schemaRefs>
</ds:datastoreItem>
</file>

<file path=customXml/itemProps6.xml><?xml version="1.0" encoding="utf-8"?>
<ds:datastoreItem xmlns:ds="http://schemas.openxmlformats.org/officeDocument/2006/customXml" ds:itemID="{4EA01338-72BB-48B6-B6A4-05B31FE21105}">
  <ds:schemaRefs>
    <ds:schemaRef ds:uri="Strauss.PersonalizationDefinition"/>
  </ds:schemaRefs>
</ds:datastoreItem>
</file>

<file path=customXml/itemProps7.xml><?xml version="1.0" encoding="utf-8"?>
<ds:datastoreItem xmlns:ds="http://schemas.openxmlformats.org/officeDocument/2006/customXml" ds:itemID="{712108F3-86F2-4B95-AF2D-FE4E45965FCC}">
  <ds:schemaRefs>
    <ds:schemaRef ds:uri="Strauss.PersonalizationDefinition"/>
  </ds:schemaRefs>
</ds:datastoreItem>
</file>

<file path=customXml/itemProps8.xml><?xml version="1.0" encoding="utf-8"?>
<ds:datastoreItem xmlns:ds="http://schemas.openxmlformats.org/officeDocument/2006/customXml" ds:itemID="{B72F138C-EF79-4F9F-A08B-397C52E81F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9421e1-74d8-4915-bb0d-c72892872ba0"/>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9.xml><?xml version="1.0" encoding="utf-8"?>
<ds:datastoreItem xmlns:ds="http://schemas.openxmlformats.org/officeDocument/2006/customXml" ds:itemID="{628127A0-F2C3-45C3-BB9F-5B29A6B848BE}">
  <ds:schemaRefs>
    <ds:schemaRef ds:uri="Strauss.PersonalizationDefinition"/>
  </ds:schemaRefs>
</ds:datastoreItem>
</file>

<file path=customXml/itemProps10.xml><?xml version="1.0" encoding="utf-8"?>
<ds:datastoreItem xmlns:ds="http://schemas.openxmlformats.org/officeDocument/2006/customXml" ds:itemID="{08068EAD-DA6C-4DC8-843E-9CB0982D15F3}">
  <ds:schemaRefs>
    <ds:schemaRef ds:uri="Strauss.PersonalizationDefinition"/>
  </ds:schemaRefs>
</ds:datastoreItem>
</file>

<file path=customXml/itemProps11.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2.xml><?xml version="1.0" encoding="utf-8"?>
<ds:datastoreItem xmlns:ds="http://schemas.openxmlformats.org/officeDocument/2006/customXml" ds:itemID="{68BE9F8F-073F-46B7-B2D0-86DC8E2E9DCE}">
  <ds:schemaRefs>
    <ds:schemaRef ds:uri="Strauss.PersonalizationDefinition"/>
  </ds:schemaRefs>
</ds:datastoreItem>
</file>

<file path=customXml/itemProps13.xml><?xml version="1.0" encoding="utf-8"?>
<ds:datastoreItem xmlns:ds="http://schemas.openxmlformats.org/officeDocument/2006/customXml" ds:itemID="{103AB8E4-C30A-4895-9606-8D77F2E70F19}">
  <ds:schemaRefs>
    <ds:schemaRef ds:uri="Strauss.PersonalizationDefinition"/>
  </ds:schemaRefs>
</ds:datastoreItem>
</file>

<file path=customXml/itemProps14.xml><?xml version="1.0" encoding="utf-8"?>
<ds:datastoreItem xmlns:ds="http://schemas.openxmlformats.org/officeDocument/2006/customXml" ds:itemID="{FBC13881-F2DC-4AA3-88C8-97C40CA1EBC7}">
  <ds:schemaRefs>
    <ds:schemaRef ds:uri="Strauss.PersonalizationDefinition"/>
  </ds:schemaRefs>
</ds:datastoreItem>
</file>

<file path=customXml/itemProps15.xml><?xml version="1.0" encoding="utf-8"?>
<ds:datastoreItem xmlns:ds="http://schemas.openxmlformats.org/officeDocument/2006/customXml" ds:itemID="{2BCFCE7B-4A43-491B-887D-365E2A1C50B2}">
  <ds:schemaRefs>
    <ds:schemaRef ds:uri="Strauss.PersonalizationDefinition"/>
  </ds:schemaRefs>
</ds:datastoreItem>
</file>

<file path=customXml/itemProps16.xml><?xml version="1.0" encoding="utf-8"?>
<ds:datastoreItem xmlns:ds="http://schemas.openxmlformats.org/officeDocument/2006/customXml" ds:itemID="{FC25CD5D-A9DA-407F-9106-47BDA14BCED9}">
  <ds:schemaRefs>
    <ds:schemaRef ds:uri="Strauss.PersonalizationDefinition"/>
  </ds:schemaRefs>
</ds:datastoreItem>
</file>

<file path=customXml/itemProps17.xml><?xml version="1.0" encoding="utf-8"?>
<ds:datastoreItem xmlns:ds="http://schemas.openxmlformats.org/officeDocument/2006/customXml" ds:itemID="{C1060A51-5976-4775-97EE-ABE1B1E4972A}">
  <ds:schemaRefs>
    <ds:schemaRef ds:uri="Strauss.PersonalizationDefinition"/>
  </ds:schemaRefs>
</ds:datastoreItem>
</file>

<file path=customXml/itemProps18.xml><?xml version="1.0" encoding="utf-8"?>
<ds:datastoreItem xmlns:ds="http://schemas.openxmlformats.org/officeDocument/2006/customXml" ds:itemID="{D55AC15F-0A03-4D96-AA43-65FC3DCE2717}">
  <ds:schemaRefs>
    <ds:schemaRef ds:uri="Strauss.PersonalizationDefinition"/>
  </ds:schemaRefs>
</ds:datastoreItem>
</file>

<file path=customXml/itemProps19.xml><?xml version="1.0" encoding="utf-8"?>
<ds:datastoreItem xmlns:ds="http://schemas.openxmlformats.org/officeDocument/2006/customXml" ds:itemID="{D7FDC28F-4CBD-40ED-9D33-0A1360D5DEC4}">
  <ds:schemaRefs>
    <ds:schemaRef ds:uri="Strauss.PersonalizationDefinition"/>
  </ds:schemaRefs>
</ds:datastoreItem>
</file>

<file path=customXml/itemProps20.xml><?xml version="1.0" encoding="utf-8"?>
<ds:datastoreItem xmlns:ds="http://schemas.openxmlformats.org/officeDocument/2006/customXml" ds:itemID="{EDFBA6C8-3A38-44F0-B645-B6B0034983DA}">
  <ds:schemaRefs>
    <ds:schemaRef ds:uri="Strauss.PersonalizationDefinition"/>
  </ds:schemaRefs>
</ds:datastoreItem>
</file>

<file path=customXml/itemProps21.xml><?xml version="1.0" encoding="utf-8"?>
<ds:datastoreItem xmlns:ds="http://schemas.openxmlformats.org/officeDocument/2006/customXml" ds:itemID="{4C485A9E-99A8-4277-BE90-E837A967DB2E}">
  <ds:schemaRefs>
    <ds:schemaRef ds:uri="Strauss.PersonalizationDefinition"/>
  </ds:schemaRefs>
</ds:datastoreItem>
</file>

<file path=customXml/itemProps22.xml><?xml version="1.0" encoding="utf-8"?>
<ds:datastoreItem xmlns:ds="http://schemas.openxmlformats.org/officeDocument/2006/customXml" ds:itemID="{5C919DC8-E31E-42F0-9621-B916C2E029BA}">
  <ds:schemaRefs>
    <ds:schemaRef ds:uri="Strauss.PersonalizationDefinition"/>
  </ds:schemaRefs>
</ds:datastoreItem>
</file>

<file path=customXml/itemProps23.xml><?xml version="1.0" encoding="utf-8"?>
<ds:datastoreItem xmlns:ds="http://schemas.openxmlformats.org/officeDocument/2006/customXml" ds:itemID="{82C716E8-B770-4139-99B0-F35B9C64B90F}">
  <ds:schemaRefs>
    <ds:schemaRef ds:uri="Strauss.PersonalizationDefinition"/>
  </ds:schemaRefs>
</ds:datastoreItem>
</file>

<file path=customXml/itemProps24.xml><?xml version="1.0" encoding="utf-8"?>
<ds:datastoreItem xmlns:ds="http://schemas.openxmlformats.org/officeDocument/2006/customXml" ds:itemID="{32920470-F086-4197-B6FE-12027DE25DCC}">
  <ds:schemaRefs>
    <ds:schemaRef ds:uri="Strauss.PersonalizationDefinition"/>
  </ds:schemaRefs>
</ds:datastoreItem>
</file>

<file path=customXml/itemProps25.xml><?xml version="1.0" encoding="utf-8"?>
<ds:datastoreItem xmlns:ds="http://schemas.openxmlformats.org/officeDocument/2006/customXml" ds:itemID="{6F485757-9F3C-4A1E-9E86-E1C1551910BA}">
  <ds:schemaRefs>
    <ds:schemaRef ds:uri="Strauss.PersonalizationDefinition"/>
  </ds:schemaRefs>
</ds:datastoreItem>
</file>

<file path=customXml/itemProps26.xml><?xml version="1.0" encoding="utf-8"?>
<ds:datastoreItem xmlns:ds="http://schemas.openxmlformats.org/officeDocument/2006/customXml" ds:itemID="{BC268A45-186B-46A3-937F-0E016CEA70C1}">
  <ds:schemaRefs>
    <ds:schemaRef ds:uri="Strauss.PersonalizationDefinition"/>
  </ds:schemaRefs>
</ds:datastoreItem>
</file>

<file path=customXml/itemProps27.xml><?xml version="1.0" encoding="utf-8"?>
<ds:datastoreItem xmlns:ds="http://schemas.openxmlformats.org/officeDocument/2006/customXml" ds:itemID="{E7EBEF02-C69B-46E0-B38A-E51611CE5254}">
  <ds:schemaRefs>
    <ds:schemaRef ds:uri="Strauss.PersonalizationDefinition"/>
  </ds:schemaRefs>
</ds:datastoreItem>
</file>

<file path=customXml/itemProps28.xml><?xml version="1.0" encoding="utf-8"?>
<ds:datastoreItem xmlns:ds="http://schemas.openxmlformats.org/officeDocument/2006/customXml" ds:itemID="{406127A5-B8F7-4F8A-95A9-8E20F72EA129}">
  <ds:schemaRefs>
    <ds:schemaRef ds:uri="Strauss.PersonalizationDefinition"/>
  </ds:schemaRefs>
</ds:datastoreItem>
</file>

<file path=customXml/itemProps29.xml><?xml version="1.0" encoding="utf-8"?>
<ds:datastoreItem xmlns:ds="http://schemas.openxmlformats.org/officeDocument/2006/customXml" ds:itemID="{F56EB5D8-3CD5-48EE-9536-13CF2B9AC25D}">
  <ds:schemaRefs>
    <ds:schemaRef ds:uri="Strauss.PersonalizationDefinition"/>
  </ds:schemaRefs>
</ds:datastoreItem>
</file>

<file path=customXml/itemProps30.xml><?xml version="1.0" encoding="utf-8"?>
<ds:datastoreItem xmlns:ds="http://schemas.openxmlformats.org/officeDocument/2006/customXml" ds:itemID="{7BE5F28F-50CA-40F1-A02E-E794FE33362D}">
  <ds:schemaRefs>
    <ds:schemaRef ds:uri="Strauss.PersonalizationDefinition"/>
  </ds:schemaRefs>
</ds:datastoreItem>
</file>

<file path=customXml/itemProps31.xml><?xml version="1.0" encoding="utf-8"?>
<ds:datastoreItem xmlns:ds="http://schemas.openxmlformats.org/officeDocument/2006/customXml" ds:itemID="{734F6CED-B619-41E0-BEDE-58B64D5F5EB2}">
  <ds:schemaRefs>
    <ds:schemaRef ds:uri="Strauss.PersonalizationDefinition"/>
  </ds:schemaRefs>
</ds:datastoreItem>
</file>

<file path=customXml/itemProps32.xml><?xml version="1.0" encoding="utf-8"?>
<ds:datastoreItem xmlns:ds="http://schemas.openxmlformats.org/officeDocument/2006/customXml" ds:itemID="{B228D3F7-8445-4CE7-92DC-AC7FE2D5A2AF}">
  <ds:schemaRefs>
    <ds:schemaRef ds:uri="Strauss.PersonalizationDefinition"/>
  </ds:schemaRefs>
</ds:datastoreItem>
</file>

<file path=customXml/itemProps33.xml><?xml version="1.0" encoding="utf-8"?>
<ds:datastoreItem xmlns:ds="http://schemas.openxmlformats.org/officeDocument/2006/customXml" ds:itemID="{AC7687D8-5695-4F99-A8BA-1D247B418C22}">
  <ds:schemaRefs>
    <ds:schemaRef ds:uri="http://schemas.openxmlformats.org/package/2006/metadata/core-properties"/>
    <ds:schemaRef ds:uri="cea7764e-6bf9-427d-be15-e74097e0a61c"/>
    <ds:schemaRef ds:uri="http://schemas.microsoft.com/sharepoint/v3"/>
    <ds:schemaRef ds:uri="http://schemas.microsoft.com/office/2006/metadata/properties"/>
    <ds:schemaRef ds:uri="http://www.w3.org/XML/1998/namespace"/>
    <ds:schemaRef ds:uri="fb9ea31f-0ab8-44ff-80d1-5777f6d9d945"/>
    <ds:schemaRef ds:uri="http://schemas.microsoft.com/office/infopath/2007/PartnerControls"/>
    <ds:schemaRef ds:uri="http://purl.org/dc/elements/1.1/"/>
    <ds:schemaRef ds:uri="http://schemas.microsoft.com/office/2006/documentManagement/types"/>
    <ds:schemaRef ds:uri="230e9df3-be65-4c73-a93b-d1236ebd677e"/>
    <ds:schemaRef ds:uri="http://purl.org/dc/dcmitype/"/>
    <ds:schemaRef ds:uri="http://purl.org/dc/terms/"/>
    <ds:schemaRef ds:uri="a29421e1-74d8-4915-bb0d-c72892872ba0"/>
  </ds:schemaRefs>
</ds:datastoreItem>
</file>

<file path=customXml/itemProps34.xml><?xml version="1.0" encoding="utf-8"?>
<ds:datastoreItem xmlns:ds="http://schemas.openxmlformats.org/officeDocument/2006/customXml" ds:itemID="{6552B3D2-5F72-49FB-8B35-AFE12BF36804}">
  <ds:schemaRefs>
    <ds:schemaRef ds:uri="Strauss.PersonalizationDefinition"/>
  </ds:schemaRefs>
</ds:datastoreItem>
</file>

<file path=customXml/itemProps35.xml><?xml version="1.0" encoding="utf-8"?>
<ds:datastoreItem xmlns:ds="http://schemas.openxmlformats.org/officeDocument/2006/customXml" ds:itemID="{B09E3EAE-66CA-4A91-A5FE-A34A70B099ED}">
  <ds:schemaRefs>
    <ds:schemaRef ds:uri="Strauss.PersonalizationDefinition"/>
  </ds:schemaRefs>
</ds:datastoreItem>
</file>

<file path=customXml/itemProps36.xml><?xml version="1.0" encoding="utf-8"?>
<ds:datastoreItem xmlns:ds="http://schemas.openxmlformats.org/officeDocument/2006/customXml" ds:itemID="{541D4602-AC17-4CBD-B95E-D5B3D757BC54}">
  <ds:schemaRefs>
    <ds:schemaRef ds:uri="Strauss.PersonalizationDefinition"/>
  </ds:schemaRefs>
</ds:datastoreItem>
</file>

<file path=customXml/itemProps37.xml><?xml version="1.0" encoding="utf-8"?>
<ds:datastoreItem xmlns:ds="http://schemas.openxmlformats.org/officeDocument/2006/customXml" ds:itemID="{ECCE7DC3-F525-4E76-8812-56FCA2D21E50}">
  <ds:schemaRefs>
    <ds:schemaRef ds:uri="Strauss.PersonalizationDefinition"/>
  </ds:schemaRefs>
</ds:datastoreItem>
</file>

<file path=customXml/itemProps38.xml><?xml version="1.0" encoding="utf-8"?>
<ds:datastoreItem xmlns:ds="http://schemas.openxmlformats.org/officeDocument/2006/customXml" ds:itemID="{4A3F169F-E27D-4A25-888C-4C5D83BAC082}">
  <ds:schemaRefs>
    <ds:schemaRef ds:uri="Strauss.PersonalizationDefinition"/>
  </ds:schemaRefs>
</ds:datastoreItem>
</file>

<file path=customXml/itemProps39.xml><?xml version="1.0" encoding="utf-8"?>
<ds:datastoreItem xmlns:ds="http://schemas.openxmlformats.org/officeDocument/2006/customXml" ds:itemID="{11767EAE-0FC6-472D-9D35-EB3533243F22}">
  <ds:schemaRefs>
    <ds:schemaRef ds:uri="Strauss.PersonalizationDefinition"/>
  </ds:schemaRefs>
</ds:datastoreItem>
</file>

<file path=customXml/itemProps40.xml><?xml version="1.0" encoding="utf-8"?>
<ds:datastoreItem xmlns:ds="http://schemas.openxmlformats.org/officeDocument/2006/customXml" ds:itemID="{BC8D21B8-CC7A-47A5-8D21-CC643F0F4B3B}">
  <ds:schemaRefs>
    <ds:schemaRef ds:uri="Strauss.PersonalizationDefinition"/>
  </ds:schemaRefs>
</ds:datastoreItem>
</file>

<file path=customXml/itemProps41.xml><?xml version="1.0" encoding="utf-8"?>
<ds:datastoreItem xmlns:ds="http://schemas.openxmlformats.org/officeDocument/2006/customXml" ds:itemID="{FCAA2A99-6BF1-4F8C-822A-43FEE4D21DBD}">
  <ds:schemaRefs>
    <ds:schemaRef ds:uri="Strauss.PersonalizationDefinition"/>
  </ds:schemaRefs>
</ds:datastoreItem>
</file>

<file path=customXml/itemProps42.xml><?xml version="1.0" encoding="utf-8"?>
<ds:datastoreItem xmlns:ds="http://schemas.openxmlformats.org/officeDocument/2006/customXml" ds:itemID="{CEDD01A4-653E-4446-B29C-C3F1C33BD0E2}">
  <ds:schemaRefs>
    <ds:schemaRef ds:uri="Strauss.PersonalizationDefinition"/>
  </ds:schemaRefs>
</ds:datastoreItem>
</file>

<file path=customXml/itemProps43.xml><?xml version="1.0" encoding="utf-8"?>
<ds:datastoreItem xmlns:ds="http://schemas.openxmlformats.org/officeDocument/2006/customXml" ds:itemID="{733F9BED-2234-4BE7-A3B8-CC015E5060AB}">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15185</Words>
  <Application>Microsoft Office PowerPoint</Application>
  <PresentationFormat>Widescreen</PresentationFormat>
  <Paragraphs>1483</Paragraphs>
  <Slides>80</Slides>
  <Notes>66</Notes>
  <HiddenSlides>5</HiddenSlides>
  <MMClips>0</MMClips>
  <ScaleCrop>false</ScaleCrop>
  <HeadingPairs>
    <vt:vector size="4" baseType="variant">
      <vt:variant>
        <vt:lpstr>Theme</vt:lpstr>
      </vt:variant>
      <vt:variant>
        <vt:i4>7</vt:i4>
      </vt:variant>
      <vt:variant>
        <vt:lpstr>Slide Titles</vt:lpstr>
      </vt:variant>
      <vt:variant>
        <vt:i4>80</vt:i4>
      </vt:variant>
    </vt:vector>
  </HeadingPairs>
  <TitlesOfParts>
    <vt:vector size="87" baseType="lpstr">
      <vt:lpstr>White Template</vt:lpstr>
      <vt:lpstr>2_Microsoft Build 16:9 Template Dark</vt:lpstr>
      <vt:lpstr>Black Template</vt:lpstr>
      <vt:lpstr>Dark 16x9</vt:lpstr>
      <vt:lpstr>Test</vt:lpstr>
      <vt:lpstr>1_Black Template</vt:lpstr>
      <vt:lpstr>1_Build 2019 Black</vt:lpstr>
      <vt:lpstr>Workshop ​ Building AI Apps &amp; Agents</vt:lpstr>
      <vt:lpstr>Conditions and terms of use</vt:lpstr>
      <vt:lpstr>Learning Units covered  in this Module  </vt:lpstr>
      <vt:lpstr>Understanding  Retrieval Augmented Generation </vt:lpstr>
      <vt:lpstr>The limitations of LLMs</vt:lpstr>
      <vt:lpstr>Bringing domain knowledge to LLMs</vt:lpstr>
      <vt:lpstr>Retrieval augmented generation: bring your data to the prompt</vt:lpstr>
      <vt:lpstr>RAG: Retrieval Augmented Generation</vt:lpstr>
      <vt:lpstr>Simple Anatomy of a RAG app</vt:lpstr>
      <vt:lpstr>Retrieval Augmented Generation with Azure AI Search Grounding for intelligent applications</vt:lpstr>
      <vt:lpstr>RAG components</vt:lpstr>
      <vt:lpstr>RAG data sources</vt:lpstr>
      <vt:lpstr>Anatomy of RAG (unstructured data)</vt:lpstr>
      <vt:lpstr>Robust retrieval for RAG apps</vt:lpstr>
      <vt:lpstr>Why do we need to split documents?</vt:lpstr>
      <vt:lpstr>Optimal size of document chunk</vt:lpstr>
      <vt:lpstr>Retrieval strategies</vt:lpstr>
      <vt:lpstr>The technology behind Azure AI Search</vt:lpstr>
      <vt:lpstr>PowerPoint Presentation</vt:lpstr>
      <vt:lpstr>PowerPoint Presentation</vt:lpstr>
      <vt:lpstr>Retrieval and Vectors</vt:lpstr>
      <vt:lpstr>Let’s review the basics! Traditional information retrieval</vt:lpstr>
      <vt:lpstr>Let’s review the basics! Search via Inverted Indexes</vt:lpstr>
      <vt:lpstr>Let’s review the basics! Ranking &amp; Relevance in Traditional Search </vt:lpstr>
      <vt:lpstr>Combining Lexical and Semantic Representations for Optimal Recall Leveraging the Strengths of Lexical and Semantic Approaches in Retrieval</vt:lpstr>
      <vt:lpstr>Embeddings</vt:lpstr>
      <vt:lpstr>Embeddings make it possible to map content to a “semantic space”</vt:lpstr>
      <vt:lpstr>Vector embeddings</vt:lpstr>
      <vt:lpstr>Embedding models</vt:lpstr>
      <vt:lpstr>Similarity Search with embeddings</vt:lpstr>
      <vt:lpstr>Vector similarity</vt:lpstr>
      <vt:lpstr>Vector search</vt:lpstr>
      <vt:lpstr>Vector search strategies</vt:lpstr>
      <vt:lpstr>Rich vector search query capabilities</vt:lpstr>
      <vt:lpstr>Search multi-modal vectors</vt:lpstr>
      <vt:lpstr>Optimal relevance: Hybrid search + Semantic ranker </vt:lpstr>
      <vt:lpstr>Retrieval relevance across methods</vt:lpstr>
      <vt:lpstr>Impact of query types on relevance</vt:lpstr>
      <vt:lpstr>PowerPoint Presentation</vt:lpstr>
      <vt:lpstr>RAG patterns in action</vt:lpstr>
      <vt:lpstr>PowerPoint Presentation</vt:lpstr>
      <vt:lpstr>Demo</vt:lpstr>
      <vt:lpstr>PowerPoint Presentation</vt:lpstr>
      <vt:lpstr>GPT Retrieval Augmented Generation (GPT-RAG)</vt:lpstr>
      <vt:lpstr>Diagram</vt:lpstr>
      <vt:lpstr>Azure OpenAI End-to-end baseline</vt:lpstr>
      <vt:lpstr>Extract and analyze call center data</vt:lpstr>
      <vt:lpstr>Azure AI Search</vt:lpstr>
      <vt:lpstr>Diagram</vt:lpstr>
      <vt:lpstr>Diagram</vt:lpstr>
      <vt:lpstr>Build language model pipelines with memory</vt:lpstr>
      <vt:lpstr>Conversation Summarization</vt:lpstr>
      <vt:lpstr>Diagram</vt:lpstr>
      <vt:lpstr>Retrieval and Data engineering for RAG scenarios</vt:lpstr>
      <vt:lpstr>Choosing an embedding model Key factors for selecting the optimal model for your use case</vt:lpstr>
      <vt:lpstr>The dream scenario for Vector Search Effortless data management and relevant search results</vt:lpstr>
      <vt:lpstr>Scalability in Vector Search Key questions and considerations for efficient scaling</vt:lpstr>
      <vt:lpstr>Preprocessing &amp; document Chunking  Optimizing data preparation for efficient Vector Search</vt:lpstr>
      <vt:lpstr>Challenge of embedding management Overcoming embedding management in Vector Search</vt:lpstr>
      <vt:lpstr>Addressing the query language challenge Enhancing Vector Search through improved query understanding</vt:lpstr>
      <vt:lpstr>Enhancing search relevance in Vector Search Achieving accurate ranking, result diversity, and adaptability</vt:lpstr>
      <vt:lpstr>PowerPoint Presentation</vt:lpstr>
      <vt:lpstr>Lab: Guided implementation </vt:lpstr>
      <vt:lpstr>Questions?</vt:lpstr>
      <vt:lpstr>Thank you!</vt:lpstr>
      <vt:lpstr>Appendix</vt:lpstr>
      <vt:lpstr>RAG on documents</vt:lpstr>
      <vt:lpstr>Components of a high-quality RAG</vt:lpstr>
      <vt:lpstr>Retrieval Augmented Generation – HLA for private documents</vt:lpstr>
      <vt:lpstr>Chunking</vt:lpstr>
      <vt:lpstr>Data ingestion process</vt:lpstr>
      <vt:lpstr>Integrated vectorization</vt:lpstr>
      <vt:lpstr>Common applications of Azure AI Search</vt:lpstr>
      <vt:lpstr>Search + AI Better together</vt:lpstr>
      <vt:lpstr>Vector Search at a High Level </vt:lpstr>
      <vt:lpstr>Vector Search: Deeper Dive </vt:lpstr>
      <vt:lpstr>The Dream Scenario for Vector Search Effortless Data Management and Relevant Search Results</vt:lpstr>
      <vt:lpstr>Scalability Preprocessing Splitting/Chunking Embedding management </vt:lpstr>
      <vt:lpstr>Query understanding Query flexibility</vt:lpstr>
      <vt:lpstr>Ranking accuracy Result Diversity  Search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03 | 수천 개의 Secrets를 효율적으로 사용하는 방법</dc:title>
  <dc:creator>Azure Key Vault Workshop</dc:creator>
  <cp:lastModifiedBy>Davide Antelmo</cp:lastModifiedBy>
  <cp:revision>14</cp:revision>
  <dcterms:created xsi:type="dcterms:W3CDTF">2019-02-08T20:09:46Z</dcterms:created>
  <dcterms:modified xsi:type="dcterms:W3CDTF">2026-07-30T06:50:42Z</dcterms:modified>
  <dc:subject>본문 20장 + 상세 참조 부록 4장</dc:subject>
  <cp:keywords>Key Vault, Secrets, Keys, Certificates, RBAC, Service Principal</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Lead Signoff">
    <vt:bool>false</vt:bool>
  </property>
  <property fmtid="{D5CDD505-2E9C-101B-9397-08002B2CF9AE}" pid="21" name="Title URL">
    <vt:lpwstr>, </vt:lpwstr>
  </property>
  <property fmtid="{D5CDD505-2E9C-101B-9397-08002B2CF9AE}" pid="22" name="Mail Sent">
    <vt:bool>false</vt:bool>
  </property>
  <property fmtid="{D5CDD505-2E9C-101B-9397-08002B2CF9AE}" pid="23" name="State">
    <vt:lpwstr>Open</vt:lpwstr>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_ExtendedDescription">
    <vt:lpwstr/>
  </property>
  <property fmtid="{D5CDD505-2E9C-101B-9397-08002B2CF9AE}" pid="30" name="xd_Signature">
    <vt:lpwstr/>
  </property>
  <property fmtid="{D5CDD505-2E9C-101B-9397-08002B2CF9AE}" pid="31" name="TriggerFlowInfo">
    <vt:lpwstr/>
  </property>
</Properties>
</file>