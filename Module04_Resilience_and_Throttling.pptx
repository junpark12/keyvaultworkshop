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media/image2.svg" ContentType="image/svg+xml"/>
  <Override PartName="/ppt/media/image6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4"/>
    <p:sldMasterId id="2147484099" r:id="rId45"/>
    <p:sldMasterId id="2147484151" r:id="rId46"/>
    <p:sldMasterId id="2147484206" r:id="rId47"/>
    <p:sldMasterId id="2147484259" r:id="rId48"/>
    <p:sldMasterId id="2147484304" r:id="rId49"/>
    <p:sldMasterId id="2147484362" r:id="rId50"/>
  </p:sldMasterIdLst>
  <p:notesMasterIdLst>
    <p:notesMasterId r:id="rId131"/>
  </p:notesMasterIdLst>
  <p:sldIdLst>
    <p:sldId id="256" r:id="rId59"/>
    <p:sldId id="257" r:id="rId60"/>
    <p:sldId id="258" r:id="rId61"/>
    <p:sldId id="259" r:id="rId62"/>
    <p:sldId id="260" r:id="rId63"/>
    <p:sldId id="261" r:id="rId64"/>
    <p:sldId id="262" r:id="rId65"/>
    <p:sldId id="263" r:id="rId66"/>
    <p:sldId id="264" r:id="rId67"/>
    <p:sldId id="265" r:id="rId68"/>
    <p:sldId id="266" r:id="rId69"/>
    <p:sldId id="267" r:id="rId70"/>
    <p:sldId id="268" r:id="rId71"/>
    <p:sldId id="269" r:id="rId72"/>
    <p:sldId id="270" r:id="rId73"/>
    <p:sldId id="271" r:id="rId74"/>
    <p:sldId id="272" r:id="rId75"/>
    <p:sldId id="273" r:id="rId76"/>
    <p:sldId id="274" r:id="rId77"/>
    <p:sldId id="275" r:id="rId78"/>
    <p:sldId id="276" r:id="rId79"/>
    <p:sldId id="277" r:id="rId80"/>
    <p:sldId id="278" r:id="rId81"/>
    <p:sldId id="279"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 id="{526DF9A2-33C5-A206-06EC-FB815EEEF4C6}" name="Pamela Fox" initials="PF" userId="S::pamelafox@microsoft.com::05c421f6-d446-4f2a-8ee0-1060b47b154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3D3"/>
    <a:srgbClr val="6089B4"/>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DFFF37-9078-5E31-C47B-DBDF2141256F}" v="6" dt="2026-03-16T14:22:27.354"/>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34" autoAdjust="0"/>
    <p:restoredTop sz="78182" autoAdjust="0"/>
  </p:normalViewPr>
  <p:slideViewPr>
    <p:cSldViewPr snapToGrid="0">
      <p:cViewPr varScale="1">
        <p:scale>
          <a:sx n="78" d="100"/>
          <a:sy n="78" d="100"/>
        </p:scale>
        <p:origin x="1632" y="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customXml" Target="../customXml/item16.xml"/><Relationship Id="rId17" Type="http://schemas.openxmlformats.org/officeDocument/2006/relationships/customXml" Target="../customXml/item17.xml"/><Relationship Id="rId18" Type="http://schemas.openxmlformats.org/officeDocument/2006/relationships/customXml" Target="../customXml/item18.xml"/><Relationship Id="rId19" Type="http://schemas.openxmlformats.org/officeDocument/2006/relationships/customXml" Target="../customXml/item19.xml"/><Relationship Id="rId20" Type="http://schemas.openxmlformats.org/officeDocument/2006/relationships/customXml" Target="../customXml/item20.xml"/><Relationship Id="rId21" Type="http://schemas.openxmlformats.org/officeDocument/2006/relationships/customXml" Target="../customXml/item21.xml"/><Relationship Id="rId22" Type="http://schemas.openxmlformats.org/officeDocument/2006/relationships/customXml" Target="../customXml/item22.xml"/><Relationship Id="rId23" Type="http://schemas.openxmlformats.org/officeDocument/2006/relationships/customXml" Target="../customXml/item23.xml"/><Relationship Id="rId24" Type="http://schemas.openxmlformats.org/officeDocument/2006/relationships/customXml" Target="../customXml/item24.xml"/><Relationship Id="rId25" Type="http://schemas.openxmlformats.org/officeDocument/2006/relationships/customXml" Target="../customXml/item25.xml"/><Relationship Id="rId26" Type="http://schemas.openxmlformats.org/officeDocument/2006/relationships/customXml" Target="../customXml/item26.xml"/><Relationship Id="rId27" Type="http://schemas.openxmlformats.org/officeDocument/2006/relationships/customXml" Target="../customXml/item27.xml"/><Relationship Id="rId28" Type="http://schemas.openxmlformats.org/officeDocument/2006/relationships/customXml" Target="../customXml/item28.xml"/><Relationship Id="rId29" Type="http://schemas.openxmlformats.org/officeDocument/2006/relationships/customXml" Target="../customXml/item29.xml"/><Relationship Id="rId30" Type="http://schemas.openxmlformats.org/officeDocument/2006/relationships/customXml" Target="../customXml/item30.xml"/><Relationship Id="rId31" Type="http://schemas.openxmlformats.org/officeDocument/2006/relationships/customXml" Target="../customXml/item31.xml"/><Relationship Id="rId32" Type="http://schemas.openxmlformats.org/officeDocument/2006/relationships/customXml" Target="../customXml/item32.xml"/><Relationship Id="rId33" Type="http://schemas.openxmlformats.org/officeDocument/2006/relationships/customXml" Target="../customXml/item33.xml"/><Relationship Id="rId34" Type="http://schemas.openxmlformats.org/officeDocument/2006/relationships/customXml" Target="../customXml/item34.xml"/><Relationship Id="rId35" Type="http://schemas.openxmlformats.org/officeDocument/2006/relationships/customXml" Target="../customXml/item35.xml"/><Relationship Id="rId36" Type="http://schemas.openxmlformats.org/officeDocument/2006/relationships/customXml" Target="../customXml/item36.xml"/><Relationship Id="rId37" Type="http://schemas.openxmlformats.org/officeDocument/2006/relationships/customXml" Target="../customXml/item37.xml"/><Relationship Id="rId38" Type="http://schemas.openxmlformats.org/officeDocument/2006/relationships/customXml" Target="../customXml/item38.xml"/><Relationship Id="rId39" Type="http://schemas.openxmlformats.org/officeDocument/2006/relationships/customXml" Target="../customXml/item39.xml"/><Relationship Id="rId40" Type="http://schemas.openxmlformats.org/officeDocument/2006/relationships/customXml" Target="../customXml/item40.xml"/><Relationship Id="rId41" Type="http://schemas.openxmlformats.org/officeDocument/2006/relationships/customXml" Target="../customXml/item41.xml"/><Relationship Id="rId42" Type="http://schemas.openxmlformats.org/officeDocument/2006/relationships/customXml" Target="../customXml/item42.xml"/><Relationship Id="rId43" Type="http://schemas.openxmlformats.org/officeDocument/2006/relationships/customXml" Target="../customXml/item43.xml"/><Relationship Id="rId44" Type="http://schemas.openxmlformats.org/officeDocument/2006/relationships/slideMaster" Target="slideMasters/slideMaster1.xml"/><Relationship Id="rId45" Type="http://schemas.openxmlformats.org/officeDocument/2006/relationships/slideMaster" Target="slideMasters/slideMaster2.xml"/><Relationship Id="rId46" Type="http://schemas.openxmlformats.org/officeDocument/2006/relationships/slideMaster" Target="slideMasters/slideMaster3.xml"/><Relationship Id="rId47" Type="http://schemas.openxmlformats.org/officeDocument/2006/relationships/slideMaster" Target="slideMasters/slideMaster4.xml"/><Relationship Id="rId48" Type="http://schemas.openxmlformats.org/officeDocument/2006/relationships/slideMaster" Target="slideMasters/slideMaster5.xml"/><Relationship Id="rId49" Type="http://schemas.openxmlformats.org/officeDocument/2006/relationships/slideMaster" Target="slideMasters/slideMaster6.xml"/><Relationship Id="rId50" Type="http://schemas.openxmlformats.org/officeDocument/2006/relationships/slideMaster" Target="slideMasters/slideMaster7.xml"/><Relationship Id="rId59" Type="http://schemas.openxmlformats.org/officeDocument/2006/relationships/slide" Target="slides/slide1.xml"/><Relationship Id="rId60" Type="http://schemas.openxmlformats.org/officeDocument/2006/relationships/slide" Target="slides/slide2.xml"/><Relationship Id="rId61" Type="http://schemas.openxmlformats.org/officeDocument/2006/relationships/slide" Target="slides/slide3.xml"/><Relationship Id="rId62" Type="http://schemas.openxmlformats.org/officeDocument/2006/relationships/slide" Target="slides/slide4.xml"/><Relationship Id="rId63" Type="http://schemas.openxmlformats.org/officeDocument/2006/relationships/slide" Target="slides/slide5.xml"/><Relationship Id="rId64" Type="http://schemas.openxmlformats.org/officeDocument/2006/relationships/slide" Target="slides/slide6.xml"/><Relationship Id="rId65" Type="http://schemas.openxmlformats.org/officeDocument/2006/relationships/slide" Target="slides/slide7.xml"/><Relationship Id="rId66" Type="http://schemas.openxmlformats.org/officeDocument/2006/relationships/slide" Target="slides/slide8.xml"/><Relationship Id="rId67" Type="http://schemas.openxmlformats.org/officeDocument/2006/relationships/slide" Target="slides/slide9.xml"/><Relationship Id="rId68" Type="http://schemas.openxmlformats.org/officeDocument/2006/relationships/slide" Target="slides/slide10.xml"/><Relationship Id="rId69" Type="http://schemas.openxmlformats.org/officeDocument/2006/relationships/slide" Target="slides/slide11.xml"/><Relationship Id="rId70" Type="http://schemas.openxmlformats.org/officeDocument/2006/relationships/slide" Target="slides/slide12.xml"/><Relationship Id="rId71" Type="http://schemas.openxmlformats.org/officeDocument/2006/relationships/slide" Target="slides/slide13.xml"/><Relationship Id="rId72" Type="http://schemas.openxmlformats.org/officeDocument/2006/relationships/slide" Target="slides/slide14.xml"/><Relationship Id="rId73" Type="http://schemas.openxmlformats.org/officeDocument/2006/relationships/slide" Target="slides/slide15.xml"/><Relationship Id="rId74" Type="http://schemas.openxmlformats.org/officeDocument/2006/relationships/slide" Target="slides/slide16.xml"/><Relationship Id="rId75" Type="http://schemas.openxmlformats.org/officeDocument/2006/relationships/slide" Target="slides/slide17.xml"/><Relationship Id="rId76" Type="http://schemas.openxmlformats.org/officeDocument/2006/relationships/slide" Target="slides/slide18.xml"/><Relationship Id="rId77" Type="http://schemas.openxmlformats.org/officeDocument/2006/relationships/slide" Target="slides/slide19.xml"/><Relationship Id="rId78" Type="http://schemas.openxmlformats.org/officeDocument/2006/relationships/slide" Target="slides/slide20.xml"/><Relationship Id="rId79" Type="http://schemas.openxmlformats.org/officeDocument/2006/relationships/slide" Target="slides/slide21.xml"/><Relationship Id="rId80" Type="http://schemas.openxmlformats.org/officeDocument/2006/relationships/slide" Target="slides/slide22.xml"/><Relationship Id="rId81" Type="http://schemas.openxmlformats.org/officeDocument/2006/relationships/slide" Target="slides/slide23.xml"/><Relationship Id="rId82" Type="http://schemas.openxmlformats.org/officeDocument/2006/relationships/slide" Target="slides/slide24.xml"/><Relationship Id="rId131" Type="http://schemas.openxmlformats.org/officeDocument/2006/relationships/notesMaster" Target="notesMasters/notesMaster1.xml"/><Relationship Id="rId133" Type="http://schemas.openxmlformats.org/officeDocument/2006/relationships/commentAuthors" Target="commentAuthors.xml"/><Relationship Id="rId134" Type="http://schemas.openxmlformats.org/officeDocument/2006/relationships/presProps" Target="presProps.xml"/><Relationship Id="rId135" Type="http://schemas.openxmlformats.org/officeDocument/2006/relationships/viewProps" Target="viewProps.xml"/><Relationship Id="rId136" Type="http://schemas.openxmlformats.org/officeDocument/2006/relationships/theme" Target="theme/theme1.xml"/><Relationship Id="rId137" Type="http://schemas.openxmlformats.org/officeDocument/2006/relationships/tableStyles" Target="tableStyles.xml"/><Relationship Id="rId138" Type="http://schemas.microsoft.com/office/2015/10/relationships/revisionInfo" Target="revisionInfo.xml"/><Relationship Id="rId139"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7/29/2026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Azure Key Vault Developer Workshop. docs/04-resilience.md 기반.</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a:r>
              <a:t>일시적 오류만 제한적으로 재시도한다.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a:r>
              <a:t>최초 401 challenge 후 토큰을 획득하고 재전송할 수 있다. 참가자 출력에서는 401을 숨기지만 최종 인증 실패는 표시한다.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a:r>
              <a:t>한도 출처: https://learn.microsoft.com/azure/key-vault/general/service-limits . 쓰기 범주는 Secret Create, Certificate Import, Key Import 합산.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a:r>
              <a:t>문서의 기존 샘플은 fail closed 정책이다. 직접 조회가 반드시 기존 값을 버려야 한다는 SDK 제약은 아니다.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docs/04-resilience.md, labs/04-resilience/README.md</a:t>
            </a:r>
          </a:p>
          <a:p/>
          <a:p>
            <a:r>
              <a:t>https://learn.microsoft.com/azure/key-vault/general/service-limits</a:t>
            </a:r>
          </a:p>
          <a:p>
            <a:r>
              <a:t>https://learn.microsoft.com/azure/key-vault/general/overview-throttling</a:t>
            </a:r>
          </a:p>
          <a:p>
            <a:r>
              <a:t>https://learn.microsoft.com/azure/reliability/reliability-key-vault</a:t>
            </a:r>
          </a:p>
          <a:p>
            <a:r>
              <a:t>https://learn.microsoft.com/azure/key-vault/general/logging</a:t>
            </a:r>
          </a:p>
          <a:p>
            <a:r>
              <a:t>https://github.com/Azure/azure-sdk-for-net/blob/main/sdk/core/Azure.Core/src/RetryOptions.cs</a:t>
            </a:r>
          </a:p>
          <a:p>
            <a:r>
              <a:t>https://github.com/Azure/azure-sdk-for-net/blob/main/sdk/extensions/Azure.Extensions.AspNetCore.Configuration.Secrets/src/AzureKeyVaultConfigurationProvider.cs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8.jpe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eg"/><Relationship Id="rId3" Type="http://schemas.openxmlformats.org/officeDocument/2006/relationships/image" Target="../media/image13.jpe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16.jpe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jpeg"/><Relationship Id="rId3" Type="http://schemas.openxmlformats.org/officeDocument/2006/relationships/image" Target="../media/image18.jpeg"/><Relationship Id="rId4" Type="http://schemas.openxmlformats.org/officeDocument/2006/relationships/image" Target="../media/image19.jpeg"/><Relationship Id="rId5" Type="http://schemas.openxmlformats.org/officeDocument/2006/relationships/image" Target="../media/image20.jpe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21.jpe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image" Target="../media/image24.jpeg"/><Relationship Id="rId5" Type="http://schemas.openxmlformats.org/officeDocument/2006/relationships/image" Target="../media/image25.jpeg"/><Relationship Id="rId6" Type="http://schemas.openxmlformats.org/officeDocument/2006/relationships/image" Target="../media/image26.jpe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emf"/></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emf"/></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e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e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e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e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e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jpeg"/><Relationship Id="rId3" Type="http://schemas.openxmlformats.org/officeDocument/2006/relationships/image" Target="../media/image8.jpe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jpeg"/><Relationship Id="rId3" Type="http://schemas.openxmlformats.org/officeDocument/2006/relationships/image" Target="../media/image13.jpe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16.jpe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jpeg"/><Relationship Id="rId3" Type="http://schemas.openxmlformats.org/officeDocument/2006/relationships/image" Target="../media/image18.jpeg"/><Relationship Id="rId4" Type="http://schemas.openxmlformats.org/officeDocument/2006/relationships/image" Target="../media/image19.jpeg"/><Relationship Id="rId5" Type="http://schemas.openxmlformats.org/officeDocument/2006/relationships/image" Target="../media/image20.jpe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21.jpe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21.jpe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emf"/></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emf"/></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emf"/><Relationship Id="rId3" Type="http://schemas.openxmlformats.org/officeDocument/2006/relationships/image" Target="../media/image30.jpe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emf"/><Relationship Id="rId3" Type="http://schemas.openxmlformats.org/officeDocument/2006/relationships/image" Target="../media/image30.jpe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1.png"/><Relationship Id="rId3" Type="http://schemas.microsoft.com/office/2007/relationships/hdphoto" Target="../media/hdphoto1.wdp"/><Relationship Id="rId4" Type="http://schemas.openxmlformats.org/officeDocument/2006/relationships/image" Target="../media/image1.emf"/></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emf"/></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e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e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e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e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e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e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jpe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jpe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jpeg"/><Relationship Id="rId3" Type="http://schemas.openxmlformats.org/officeDocument/2006/relationships/image" Target="../media/image8.jpe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image" Target="../media/image34.jpeg"/><Relationship Id="rId5" Type="http://schemas.openxmlformats.org/officeDocument/2006/relationships/image" Target="../media/image35.jpe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jpeg"/><Relationship Id="rId3" Type="http://schemas.openxmlformats.org/officeDocument/2006/relationships/image" Target="../media/image13.jpe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16.jpe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6.jpeg"/><Relationship Id="rId3" Type="http://schemas.openxmlformats.org/officeDocument/2006/relationships/image" Target="../media/image37.jpeg"/><Relationship Id="rId4" Type="http://schemas.openxmlformats.org/officeDocument/2006/relationships/image" Target="../media/image38.jpeg"/><Relationship Id="rId5" Type="http://schemas.openxmlformats.org/officeDocument/2006/relationships/image" Target="../media/image39.jpe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jpeg"/><Relationship Id="rId3" Type="http://schemas.openxmlformats.org/officeDocument/2006/relationships/image" Target="../media/image41.jpeg"/><Relationship Id="rId4" Type="http://schemas.openxmlformats.org/officeDocument/2006/relationships/image" Target="../media/image42.jpeg"/><Relationship Id="rId5" Type="http://schemas.openxmlformats.org/officeDocument/2006/relationships/image" Target="../media/image43.jpeg"/><Relationship Id="rId6" Type="http://schemas.openxmlformats.org/officeDocument/2006/relationships/image" Target="../media/image44.jpe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5.jpeg"/><Relationship Id="rId3" Type="http://schemas.openxmlformats.org/officeDocument/2006/relationships/image" Target="../media/image46.jpeg"/><Relationship Id="rId4" Type="http://schemas.openxmlformats.org/officeDocument/2006/relationships/image" Target="../media/image47.jpe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5.jpeg"/><Relationship Id="rId3" Type="http://schemas.openxmlformats.org/officeDocument/2006/relationships/image" Target="../media/image46.jpeg"/><Relationship Id="rId4" Type="http://schemas.openxmlformats.org/officeDocument/2006/relationships/image" Target="../media/image47.jpeg"/><Relationship Id="rId5" Type="http://schemas.openxmlformats.org/officeDocument/2006/relationships/image" Target="../media/image48.jpe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9.jpeg"/><Relationship Id="rId3" Type="http://schemas.openxmlformats.org/officeDocument/2006/relationships/image" Target="../media/image50.jpeg"/><Relationship Id="rId4" Type="http://schemas.openxmlformats.org/officeDocument/2006/relationships/image" Target="../media/image51.jpeg"/><Relationship Id="rId5" Type="http://schemas.openxmlformats.org/officeDocument/2006/relationships/image" Target="../media/image52.jpeg"/><Relationship Id="rId6" Type="http://schemas.openxmlformats.org/officeDocument/2006/relationships/image" Target="../media/image53.jpe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emf"/></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4.pn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5.png"/><Relationship Id="rId3" Type="http://schemas.openxmlformats.org/officeDocument/2006/relationships/image" Target="../media/image56.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7.png"/><Relationship Id="rId3" Type="http://schemas.openxmlformats.org/officeDocument/2006/relationships/image" Target="../media/image56.pn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8.pn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9.pn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9.pn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9.pn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0.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2.pn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0.png"/></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3.png"/></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4.png"/></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5.jpeg"/></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emf"/></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emf"/></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eg"/></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eg"/></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eg"/></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jpeg"/></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jpeg"/></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jpeg"/><Relationship Id="rId3" Type="http://schemas.openxmlformats.org/officeDocument/2006/relationships/image" Target="../media/image8.jpeg"/></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2.jpeg"/><Relationship Id="rId3" Type="http://schemas.openxmlformats.org/officeDocument/2006/relationships/image" Target="../media/image13.jpeg"/></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16.jpeg"/></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7.jpeg"/><Relationship Id="rId3" Type="http://schemas.openxmlformats.org/officeDocument/2006/relationships/image" Target="../media/image18.jpeg"/><Relationship Id="rId4" Type="http://schemas.openxmlformats.org/officeDocument/2006/relationships/image" Target="../media/image19.jpeg"/><Relationship Id="rId5" Type="http://schemas.openxmlformats.org/officeDocument/2006/relationships/image" Target="../media/image20.jpeg"/></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21.jpeg"/></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21.jpeg"/></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emf"/></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emf"/></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6.svg"/><Relationship Id="rId3" Type="http://schemas.openxmlformats.org/officeDocument/2006/relationships/image" Target="../media/image1.emf"/></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emf"/></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7.emf"/><Relationship Id="rId3" Type="http://schemas.openxmlformats.org/officeDocument/2006/relationships/image" Target="../media/image1.emf"/></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emf"/></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7.emf"/></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emf"/></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emf"/></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9.png"/><Relationship Id="rId3" Type="http://schemas.openxmlformats.org/officeDocument/2006/relationships/image" Target="../media/image1.emf"/></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0DF85D34-3657-0AC7-566B-40ED30237089}"/>
              </a:ext>
            </a:extLst>
          </p:cNvPr>
          <p:cNvPicPr>
            <a:picLocks noChangeAspect="1"/>
          </p:cNvPicPr>
          <p:nvPr userDrawn="1"/>
        </p:nvPicPr>
        <p:blipFill>
          <a:blip r:embed="rId2"/>
          <a:srcRect/>
          <a:stretch/>
        </p:blipFill>
        <p:spPr>
          <a:xfrm>
            <a:off x="1" y="1"/>
            <a:ext cx="12191998" cy="6857999"/>
          </a:xfrm>
          <a:prstGeom prst="rect">
            <a:avLst/>
          </a:prstGeom>
        </p:spPr>
      </p:pic>
      <p:pic>
        <p:nvPicPr>
          <p:cNvPr id="21" name="MS logo white - EMF" descr="Microsoft logo white text version">
            <a:extLst>
              <a:ext uri="{FF2B5EF4-FFF2-40B4-BE49-F238E27FC236}">
                <a16:creationId xmlns:a16="http://schemas.microsoft.com/office/drawing/2014/main" id="{D8020306-3F04-2E10-3B38-56D82E12BA5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white">
          <a:xfrm>
            <a:off x="584201" y="585789"/>
            <a:ext cx="1366245" cy="292608"/>
          </a:xfrm>
          <a:prstGeom prst="rect">
            <a:avLst/>
          </a:prstGeom>
        </p:spPr>
      </p:pic>
      <p:grpSp>
        <p:nvGrpSpPr>
          <p:cNvPr id="22" name="Group 21">
            <a:extLst>
              <a:ext uri="{FF2B5EF4-FFF2-40B4-BE49-F238E27FC236}">
                <a16:creationId xmlns:a16="http://schemas.microsoft.com/office/drawing/2014/main" id="{978F5790-1680-4D53-DE71-1AF149D2385C}"/>
              </a:ext>
            </a:extLst>
          </p:cNvPr>
          <p:cNvGrpSpPr/>
          <p:nvPr userDrawn="1"/>
        </p:nvGrpSpPr>
        <p:grpSpPr bwMode="white">
          <a:xfrm>
            <a:off x="580572" y="2702874"/>
            <a:ext cx="3265035" cy="1452255"/>
            <a:chOff x="747712" y="1907208"/>
            <a:chExt cx="7227855" cy="3214877"/>
          </a:xfrm>
          <a:gradFill flip="none" rotWithShape="1">
            <a:gsLst>
              <a:gs pos="0">
                <a:srgbClr val="D4EC8E"/>
              </a:gs>
              <a:gs pos="34000">
                <a:srgbClr val="D7E78E"/>
              </a:gs>
              <a:gs pos="69000">
                <a:srgbClr val="FFA48B"/>
              </a:gs>
            </a:gsLst>
            <a:lin ang="2700000" scaled="1"/>
            <a:tileRect/>
          </a:gradFill>
        </p:grpSpPr>
        <p:sp>
          <p:nvSpPr>
            <p:cNvPr id="23" name="Freeform: Shape 22">
              <a:extLst>
                <a:ext uri="{FF2B5EF4-FFF2-40B4-BE49-F238E27FC236}">
                  <a16:creationId xmlns:a16="http://schemas.microsoft.com/office/drawing/2014/main" id="{0BA94CBD-413D-BA88-6C11-4E35B1A638EF}"/>
                </a:ext>
              </a:extLst>
            </p:cNvPr>
            <p:cNvSpPr/>
            <p:nvPr/>
          </p:nvSpPr>
          <p:spPr bwMode="white">
            <a:xfrm>
              <a:off x="747712" y="2000648"/>
              <a:ext cx="1371028" cy="1276731"/>
            </a:xfrm>
            <a:custGeom>
              <a:avLst/>
              <a:gdLst>
                <a:gd name="connsiteX0" fmla="*/ 1371029 w 1371028"/>
                <a:gd name="connsiteY0" fmla="*/ 1276731 h 1276731"/>
                <a:gd name="connsiteX1" fmla="*/ 1160907 w 1371028"/>
                <a:gd name="connsiteY1" fmla="*/ 1276731 h 1276731"/>
                <a:gd name="connsiteX2" fmla="*/ 1160907 w 1371028"/>
                <a:gd name="connsiteY2" fmla="*/ 450533 h 1276731"/>
                <a:gd name="connsiteX3" fmla="*/ 1173385 w 1371028"/>
                <a:gd name="connsiteY3" fmla="*/ 202121 h 1276731"/>
                <a:gd name="connsiteX4" fmla="*/ 1169861 w 1371028"/>
                <a:gd name="connsiteY4" fmla="*/ 202121 h 1276731"/>
                <a:gd name="connsiteX5" fmla="*/ 1135094 w 1371028"/>
                <a:gd name="connsiteY5" fmla="*/ 322326 h 1276731"/>
                <a:gd name="connsiteX6" fmla="*/ 754094 w 1371028"/>
                <a:gd name="connsiteY6" fmla="*/ 1276731 h 1276731"/>
                <a:gd name="connsiteX7" fmla="*/ 608076 w 1371028"/>
                <a:gd name="connsiteY7" fmla="*/ 1276731 h 1276731"/>
                <a:gd name="connsiteX8" fmla="*/ 226124 w 1371028"/>
                <a:gd name="connsiteY8" fmla="*/ 329470 h 1276731"/>
                <a:gd name="connsiteX9" fmla="*/ 192310 w 1371028"/>
                <a:gd name="connsiteY9" fmla="*/ 202121 h 1276731"/>
                <a:gd name="connsiteX10" fmla="*/ 188786 w 1371028"/>
                <a:gd name="connsiteY10" fmla="*/ 202121 h 1276731"/>
                <a:gd name="connsiteX11" fmla="*/ 195929 w 1371028"/>
                <a:gd name="connsiteY11" fmla="*/ 452247 h 1276731"/>
                <a:gd name="connsiteX12" fmla="*/ 195929 w 1371028"/>
                <a:gd name="connsiteY12" fmla="*/ 1276636 h 1276731"/>
                <a:gd name="connsiteX13" fmla="*/ 0 w 1371028"/>
                <a:gd name="connsiteY13" fmla="*/ 1276636 h 1276731"/>
                <a:gd name="connsiteX14" fmla="*/ 0 w 1371028"/>
                <a:gd name="connsiteY14" fmla="*/ 0 h 1276731"/>
                <a:gd name="connsiteX15" fmla="*/ 298228 w 1371028"/>
                <a:gd name="connsiteY15" fmla="*/ 0 h 1276731"/>
                <a:gd name="connsiteX16" fmla="*/ 633889 w 1371028"/>
                <a:gd name="connsiteY16" fmla="*/ 850202 h 1276731"/>
                <a:gd name="connsiteX17" fmla="*/ 683705 w 1371028"/>
                <a:gd name="connsiteY17" fmla="*/ 996220 h 1276731"/>
                <a:gd name="connsiteX18" fmla="*/ 688181 w 1371028"/>
                <a:gd name="connsiteY18" fmla="*/ 996220 h 1276731"/>
                <a:gd name="connsiteX19" fmla="*/ 741617 w 1371028"/>
                <a:gd name="connsiteY19" fmla="*/ 846677 h 1276731"/>
                <a:gd name="connsiteX20" fmla="*/ 1083469 w 1371028"/>
                <a:gd name="connsiteY20" fmla="*/ 0 h 1276731"/>
                <a:gd name="connsiteX21" fmla="*/ 1371029 w 1371028"/>
                <a:gd name="connsiteY21" fmla="*/ 0 h 1276731"/>
                <a:gd name="connsiteX22" fmla="*/ 1371029 w 1371028"/>
                <a:gd name="connsiteY22" fmla="*/ 1276636 h 127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71028" h="1276731">
                  <a:moveTo>
                    <a:pt x="1371029" y="1276731"/>
                  </a:moveTo>
                  <a:lnTo>
                    <a:pt x="1160907" y="1276731"/>
                  </a:lnTo>
                  <a:lnTo>
                    <a:pt x="1160907" y="450533"/>
                  </a:lnTo>
                  <a:cubicBezTo>
                    <a:pt x="1160907" y="382905"/>
                    <a:pt x="1165098" y="300038"/>
                    <a:pt x="1173385" y="202121"/>
                  </a:cubicBezTo>
                  <a:lnTo>
                    <a:pt x="1169861" y="202121"/>
                  </a:lnTo>
                  <a:cubicBezTo>
                    <a:pt x="1156811" y="257937"/>
                    <a:pt x="1145191" y="297942"/>
                    <a:pt x="1135094" y="322326"/>
                  </a:cubicBezTo>
                  <a:lnTo>
                    <a:pt x="754094" y="1276731"/>
                  </a:lnTo>
                  <a:lnTo>
                    <a:pt x="608076" y="1276731"/>
                  </a:lnTo>
                  <a:lnTo>
                    <a:pt x="226124" y="329470"/>
                  </a:lnTo>
                  <a:cubicBezTo>
                    <a:pt x="215456" y="301562"/>
                    <a:pt x="204121" y="259175"/>
                    <a:pt x="192310" y="202121"/>
                  </a:cubicBezTo>
                  <a:lnTo>
                    <a:pt x="188786" y="202121"/>
                  </a:lnTo>
                  <a:cubicBezTo>
                    <a:pt x="193548" y="253174"/>
                    <a:pt x="195929" y="336518"/>
                    <a:pt x="195929" y="452247"/>
                  </a:cubicBezTo>
                  <a:lnTo>
                    <a:pt x="195929" y="1276636"/>
                  </a:lnTo>
                  <a:lnTo>
                    <a:pt x="0" y="1276636"/>
                  </a:lnTo>
                  <a:lnTo>
                    <a:pt x="0" y="0"/>
                  </a:lnTo>
                  <a:lnTo>
                    <a:pt x="298228" y="0"/>
                  </a:lnTo>
                  <a:lnTo>
                    <a:pt x="633889" y="850202"/>
                  </a:lnTo>
                  <a:cubicBezTo>
                    <a:pt x="659416" y="915543"/>
                    <a:pt x="675989" y="964121"/>
                    <a:pt x="683705" y="996220"/>
                  </a:cubicBezTo>
                  <a:lnTo>
                    <a:pt x="688181" y="996220"/>
                  </a:lnTo>
                  <a:cubicBezTo>
                    <a:pt x="710089" y="929164"/>
                    <a:pt x="727901" y="879253"/>
                    <a:pt x="741617" y="846677"/>
                  </a:cubicBezTo>
                  <a:lnTo>
                    <a:pt x="1083469" y="0"/>
                  </a:lnTo>
                  <a:lnTo>
                    <a:pt x="1371029" y="0"/>
                  </a:lnTo>
                  <a:lnTo>
                    <a:pt x="1371029" y="1276636"/>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4" name="Freeform: Shape 23">
              <a:extLst>
                <a:ext uri="{FF2B5EF4-FFF2-40B4-BE49-F238E27FC236}">
                  <a16:creationId xmlns:a16="http://schemas.microsoft.com/office/drawing/2014/main" id="{11B0C5AE-D2E3-4968-6E52-50945EE5BDCB}"/>
                </a:ext>
              </a:extLst>
            </p:cNvPr>
            <p:cNvSpPr/>
            <p:nvPr/>
          </p:nvSpPr>
          <p:spPr bwMode="white">
            <a:xfrm>
              <a:off x="2300001" y="1939211"/>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00"/>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5" name="Freeform: Shape 24">
              <a:extLst>
                <a:ext uri="{FF2B5EF4-FFF2-40B4-BE49-F238E27FC236}">
                  <a16:creationId xmlns:a16="http://schemas.microsoft.com/office/drawing/2014/main" id="{AC8F9B95-3783-5A61-96F1-A60710EFB19E}"/>
                </a:ext>
              </a:extLst>
            </p:cNvPr>
            <p:cNvSpPr/>
            <p:nvPr/>
          </p:nvSpPr>
          <p:spPr bwMode="white">
            <a:xfrm>
              <a:off x="2681572" y="2344310"/>
              <a:ext cx="712279" cy="954500"/>
            </a:xfrm>
            <a:custGeom>
              <a:avLst/>
              <a:gdLst>
                <a:gd name="connsiteX0" fmla="*/ 711327 w 712279"/>
                <a:gd name="connsiteY0" fmla="*/ 891254 h 954500"/>
                <a:gd name="connsiteX1" fmla="*/ 452247 w 712279"/>
                <a:gd name="connsiteY1" fmla="*/ 954500 h 954500"/>
                <a:gd name="connsiteX2" fmla="*/ 124587 w 712279"/>
                <a:gd name="connsiteY2" fmla="*/ 827627 h 954500"/>
                <a:gd name="connsiteX3" fmla="*/ 0 w 712279"/>
                <a:gd name="connsiteY3" fmla="*/ 498634 h 954500"/>
                <a:gd name="connsiteX4" fmla="*/ 134017 w 712279"/>
                <a:gd name="connsiteY4" fmla="*/ 136684 h 954500"/>
                <a:gd name="connsiteX5" fmla="*/ 492347 w 712279"/>
                <a:gd name="connsiteY5" fmla="*/ 0 h 954500"/>
                <a:gd name="connsiteX6" fmla="*/ 712280 w 712279"/>
                <a:gd name="connsiteY6" fmla="*/ 43625 h 954500"/>
                <a:gd name="connsiteX7" fmla="*/ 712280 w 712279"/>
                <a:gd name="connsiteY7" fmla="*/ 235934 h 954500"/>
                <a:gd name="connsiteX8" fmla="*/ 509302 w 712279"/>
                <a:gd name="connsiteY8" fmla="*/ 164687 h 954500"/>
                <a:gd name="connsiteX9" fmla="*/ 294704 w 712279"/>
                <a:gd name="connsiteY9" fmla="*/ 253270 h 954500"/>
                <a:gd name="connsiteX10" fmla="*/ 210979 w 712279"/>
                <a:gd name="connsiteY10" fmla="*/ 485204 h 954500"/>
                <a:gd name="connsiteX11" fmla="*/ 289750 w 712279"/>
                <a:gd name="connsiteY11" fmla="*/ 708660 h 954500"/>
                <a:gd name="connsiteX12" fmla="*/ 501205 w 712279"/>
                <a:gd name="connsiteY12" fmla="*/ 790575 h 954500"/>
                <a:gd name="connsiteX13" fmla="*/ 711327 w 712279"/>
                <a:gd name="connsiteY13" fmla="*/ 711327 h 954500"/>
                <a:gd name="connsiteX14" fmla="*/ 711327 w 712279"/>
                <a:gd name="connsiteY14" fmla="*/ 891159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2279" h="954500">
                  <a:moveTo>
                    <a:pt x="711327" y="891254"/>
                  </a:moveTo>
                  <a:cubicBezTo>
                    <a:pt x="638270" y="933355"/>
                    <a:pt x="551974" y="954500"/>
                    <a:pt x="452247" y="954500"/>
                  </a:cubicBezTo>
                  <a:cubicBezTo>
                    <a:pt x="316897" y="954500"/>
                    <a:pt x="207740" y="912209"/>
                    <a:pt x="124587" y="827627"/>
                  </a:cubicBezTo>
                  <a:cubicBezTo>
                    <a:pt x="41529" y="743045"/>
                    <a:pt x="0" y="633413"/>
                    <a:pt x="0" y="498634"/>
                  </a:cubicBezTo>
                  <a:cubicBezTo>
                    <a:pt x="0" y="348520"/>
                    <a:pt x="44672" y="227838"/>
                    <a:pt x="134017" y="136684"/>
                  </a:cubicBezTo>
                  <a:cubicBezTo>
                    <a:pt x="223361" y="45625"/>
                    <a:pt x="342805" y="0"/>
                    <a:pt x="492347" y="0"/>
                  </a:cubicBezTo>
                  <a:cubicBezTo>
                    <a:pt x="575405" y="0"/>
                    <a:pt x="648748" y="14573"/>
                    <a:pt x="712280" y="43625"/>
                  </a:cubicBezTo>
                  <a:lnTo>
                    <a:pt x="712280" y="235934"/>
                  </a:lnTo>
                  <a:cubicBezTo>
                    <a:pt x="648748" y="188500"/>
                    <a:pt x="581120" y="164687"/>
                    <a:pt x="509302" y="164687"/>
                  </a:cubicBezTo>
                  <a:cubicBezTo>
                    <a:pt x="422053" y="164687"/>
                    <a:pt x="350520" y="194215"/>
                    <a:pt x="294704" y="253270"/>
                  </a:cubicBezTo>
                  <a:cubicBezTo>
                    <a:pt x="238887" y="312325"/>
                    <a:pt x="210979" y="389668"/>
                    <a:pt x="210979" y="485204"/>
                  </a:cubicBezTo>
                  <a:cubicBezTo>
                    <a:pt x="210979" y="580739"/>
                    <a:pt x="237268" y="654082"/>
                    <a:pt x="289750" y="708660"/>
                  </a:cubicBezTo>
                  <a:cubicBezTo>
                    <a:pt x="342233" y="763238"/>
                    <a:pt x="412718" y="790575"/>
                    <a:pt x="501205" y="790575"/>
                  </a:cubicBezTo>
                  <a:cubicBezTo>
                    <a:pt x="575405" y="790575"/>
                    <a:pt x="645414" y="764191"/>
                    <a:pt x="711327" y="711327"/>
                  </a:cubicBezTo>
                  <a:lnTo>
                    <a:pt x="711327" y="891159"/>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6" name="Freeform: Shape 25">
              <a:extLst>
                <a:ext uri="{FF2B5EF4-FFF2-40B4-BE49-F238E27FC236}">
                  <a16:creationId xmlns:a16="http://schemas.microsoft.com/office/drawing/2014/main" id="{A9D6DBAB-B6F5-BDBF-0DA7-135780CED5BF}"/>
                </a:ext>
              </a:extLst>
            </p:cNvPr>
            <p:cNvSpPr/>
            <p:nvPr/>
          </p:nvSpPr>
          <p:spPr bwMode="white">
            <a:xfrm>
              <a:off x="3579494" y="2349739"/>
              <a:ext cx="528828" cy="927639"/>
            </a:xfrm>
            <a:custGeom>
              <a:avLst/>
              <a:gdLst>
                <a:gd name="connsiteX0" fmla="*/ 528828 w 528828"/>
                <a:gd name="connsiteY0" fmla="*/ 212693 h 927639"/>
                <a:gd name="connsiteX1" fmla="*/ 421100 w 528828"/>
                <a:gd name="connsiteY1" fmla="*/ 183356 h 927639"/>
                <a:gd name="connsiteX2" fmla="*/ 267938 w 528828"/>
                <a:gd name="connsiteY2" fmla="*/ 266129 h 927639"/>
                <a:gd name="connsiteX3" fmla="*/ 206502 w 528828"/>
                <a:gd name="connsiteY3" fmla="*/ 491395 h 927639"/>
                <a:gd name="connsiteX4" fmla="*/ 206502 w 528828"/>
                <a:gd name="connsiteY4" fmla="*/ 927640 h 927639"/>
                <a:gd name="connsiteX5" fmla="*/ 0 w 528828"/>
                <a:gd name="connsiteY5" fmla="*/ 927640 h 927639"/>
                <a:gd name="connsiteX6" fmla="*/ 0 w 528828"/>
                <a:gd name="connsiteY6" fmla="*/ 16002 h 927639"/>
                <a:gd name="connsiteX7" fmla="*/ 206502 w 528828"/>
                <a:gd name="connsiteY7" fmla="*/ 16002 h 927639"/>
                <a:gd name="connsiteX8" fmla="*/ 206502 w 528828"/>
                <a:gd name="connsiteY8" fmla="*/ 203835 h 927639"/>
                <a:gd name="connsiteX9" fmla="*/ 210026 w 528828"/>
                <a:gd name="connsiteY9" fmla="*/ 203835 h 927639"/>
                <a:gd name="connsiteX10" fmla="*/ 303086 w 528828"/>
                <a:gd name="connsiteY10" fmla="*/ 53816 h 927639"/>
                <a:gd name="connsiteX11" fmla="*/ 443294 w 528828"/>
                <a:gd name="connsiteY11" fmla="*/ 0 h 927639"/>
                <a:gd name="connsiteX12" fmla="*/ 528733 w 528828"/>
                <a:gd name="connsiteY12" fmla="*/ 16955 h 927639"/>
                <a:gd name="connsiteX13" fmla="*/ 528733 w 528828"/>
                <a:gd name="connsiteY13" fmla="*/ 212789 h 92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8828" h="927639">
                  <a:moveTo>
                    <a:pt x="528828" y="212693"/>
                  </a:moveTo>
                  <a:cubicBezTo>
                    <a:pt x="503873" y="193072"/>
                    <a:pt x="467963" y="183356"/>
                    <a:pt x="421100" y="183356"/>
                  </a:cubicBezTo>
                  <a:cubicBezTo>
                    <a:pt x="359950" y="183356"/>
                    <a:pt x="308896" y="210979"/>
                    <a:pt x="267938" y="266129"/>
                  </a:cubicBezTo>
                  <a:cubicBezTo>
                    <a:pt x="226981" y="321278"/>
                    <a:pt x="206502" y="396431"/>
                    <a:pt x="206502" y="491395"/>
                  </a:cubicBezTo>
                  <a:lnTo>
                    <a:pt x="206502" y="927640"/>
                  </a:lnTo>
                  <a:lnTo>
                    <a:pt x="0" y="927640"/>
                  </a:lnTo>
                  <a:lnTo>
                    <a:pt x="0" y="16002"/>
                  </a:lnTo>
                  <a:lnTo>
                    <a:pt x="206502" y="16002"/>
                  </a:lnTo>
                  <a:lnTo>
                    <a:pt x="206502" y="203835"/>
                  </a:lnTo>
                  <a:lnTo>
                    <a:pt x="210026" y="203835"/>
                  </a:lnTo>
                  <a:cubicBezTo>
                    <a:pt x="230219" y="139732"/>
                    <a:pt x="261176" y="89726"/>
                    <a:pt x="303086" y="53816"/>
                  </a:cubicBezTo>
                  <a:cubicBezTo>
                    <a:pt x="344900" y="17907"/>
                    <a:pt x="391668" y="0"/>
                    <a:pt x="443294" y="0"/>
                  </a:cubicBezTo>
                  <a:cubicBezTo>
                    <a:pt x="480727" y="0"/>
                    <a:pt x="509207" y="5620"/>
                    <a:pt x="528733" y="16955"/>
                  </a:cubicBezTo>
                  <a:lnTo>
                    <a:pt x="528733" y="212789"/>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7" name="Freeform: Shape 26">
              <a:extLst>
                <a:ext uri="{FF2B5EF4-FFF2-40B4-BE49-F238E27FC236}">
                  <a16:creationId xmlns:a16="http://schemas.microsoft.com/office/drawing/2014/main" id="{BA246B78-9929-146B-78A7-A5B509482D1B}"/>
                </a:ext>
              </a:extLst>
            </p:cNvPr>
            <p:cNvSpPr/>
            <p:nvPr/>
          </p:nvSpPr>
          <p:spPr bwMode="white">
            <a:xfrm>
              <a:off x="4144422" y="2344405"/>
              <a:ext cx="937450" cy="954500"/>
            </a:xfrm>
            <a:custGeom>
              <a:avLst/>
              <a:gdLst>
                <a:gd name="connsiteX0" fmla="*/ 463010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0" y="954310"/>
                  </a:moveTo>
                  <a:cubicBezTo>
                    <a:pt x="322326" y="954310"/>
                    <a:pt x="210026" y="911733"/>
                    <a:pt x="126016" y="826579"/>
                  </a:cubicBezTo>
                  <a:cubicBezTo>
                    <a:pt x="42005"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7" y="790480"/>
                    <a:pt x="472821" y="790480"/>
                  </a:cubicBezTo>
                  <a:cubicBezTo>
                    <a:pt x="552355" y="790480"/>
                    <a:pt x="616553" y="763524"/>
                    <a:pt x="660178" y="709422"/>
                  </a:cubicBezTo>
                  <a:cubicBezTo>
                    <a:pt x="703802" y="655415"/>
                    <a:pt x="725615" y="578549"/>
                    <a:pt x="725615" y="478822"/>
                  </a:cubicBezTo>
                  <a:cubicBezTo>
                    <a:pt x="725615" y="379095"/>
                    <a:pt x="703802" y="301085"/>
                    <a:pt x="660178" y="246412"/>
                  </a:cubicBezTo>
                  <a:cubicBezTo>
                    <a:pt x="616553" y="191834"/>
                    <a:pt x="554069" y="164497"/>
                    <a:pt x="472821" y="164497"/>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8" name="Freeform: Shape 27">
              <a:extLst>
                <a:ext uri="{FF2B5EF4-FFF2-40B4-BE49-F238E27FC236}">
                  <a16:creationId xmlns:a16="http://schemas.microsoft.com/office/drawing/2014/main" id="{B165A848-4EE6-DE4A-D8CB-3EA312E4480C}"/>
                </a:ext>
              </a:extLst>
            </p:cNvPr>
            <p:cNvSpPr/>
            <p:nvPr/>
          </p:nvSpPr>
          <p:spPr bwMode="white">
            <a:xfrm>
              <a:off x="5180361" y="2344310"/>
              <a:ext cx="647319" cy="954309"/>
            </a:xfrm>
            <a:custGeom>
              <a:avLst/>
              <a:gdLst>
                <a:gd name="connsiteX0" fmla="*/ 0 w 647319"/>
                <a:gd name="connsiteY0" fmla="*/ 904589 h 954309"/>
                <a:gd name="connsiteX1" fmla="*/ 0 w 647319"/>
                <a:gd name="connsiteY1" fmla="*/ 713137 h 954309"/>
                <a:gd name="connsiteX2" fmla="*/ 255556 w 647319"/>
                <a:gd name="connsiteY2" fmla="*/ 801243 h 954309"/>
                <a:gd name="connsiteX3" fmla="*/ 442531 w 647319"/>
                <a:gd name="connsiteY3" fmla="*/ 690848 h 954309"/>
                <a:gd name="connsiteX4" fmla="*/ 426530 w 647319"/>
                <a:gd name="connsiteY4" fmla="*/ 637889 h 954309"/>
                <a:gd name="connsiteX5" fmla="*/ 383381 w 647319"/>
                <a:gd name="connsiteY5" fmla="*/ 599123 h 954309"/>
                <a:gd name="connsiteX6" fmla="*/ 319278 w 647319"/>
                <a:gd name="connsiteY6" fmla="*/ 568833 h 954309"/>
                <a:gd name="connsiteX7" fmla="*/ 236887 w 647319"/>
                <a:gd name="connsiteY7" fmla="*/ 538544 h 954309"/>
                <a:gd name="connsiteX8" fmla="*/ 135827 w 647319"/>
                <a:gd name="connsiteY8" fmla="*/ 491395 h 954309"/>
                <a:gd name="connsiteX9" fmla="*/ 61055 w 647319"/>
                <a:gd name="connsiteY9" fmla="*/ 434816 h 954309"/>
                <a:gd name="connsiteX10" fmla="*/ 16097 w 647319"/>
                <a:gd name="connsiteY10" fmla="*/ 363188 h 954309"/>
                <a:gd name="connsiteX11" fmla="*/ 953 w 647319"/>
                <a:gd name="connsiteY11" fmla="*/ 269748 h 954309"/>
                <a:gd name="connsiteX12" fmla="*/ 32099 w 647319"/>
                <a:gd name="connsiteY12" fmla="*/ 153543 h 954309"/>
                <a:gd name="connsiteX13" fmla="*/ 115824 w 647319"/>
                <a:gd name="connsiteY13" fmla="*/ 68961 h 954309"/>
                <a:gd name="connsiteX14" fmla="*/ 235077 w 647319"/>
                <a:gd name="connsiteY14" fmla="*/ 17335 h 954309"/>
                <a:gd name="connsiteX15" fmla="*/ 373094 w 647319"/>
                <a:gd name="connsiteY15" fmla="*/ 0 h 954309"/>
                <a:gd name="connsiteX16" fmla="*/ 599218 w 647319"/>
                <a:gd name="connsiteY16" fmla="*/ 38291 h 954309"/>
                <a:gd name="connsiteX17" fmla="*/ 599218 w 647319"/>
                <a:gd name="connsiteY17" fmla="*/ 218980 h 954309"/>
                <a:gd name="connsiteX18" fmla="*/ 378428 w 647319"/>
                <a:gd name="connsiteY18" fmla="*/ 153067 h 954309"/>
                <a:gd name="connsiteX19" fmla="*/ 307658 w 647319"/>
                <a:gd name="connsiteY19" fmla="*/ 161068 h 954309"/>
                <a:gd name="connsiteX20" fmla="*/ 253746 w 647319"/>
                <a:gd name="connsiteY20" fmla="*/ 183356 h 954309"/>
                <a:gd name="connsiteX21" fmla="*/ 218980 w 647319"/>
                <a:gd name="connsiteY21" fmla="*/ 217646 h 954309"/>
                <a:gd name="connsiteX22" fmla="*/ 206502 w 647319"/>
                <a:gd name="connsiteY22" fmla="*/ 261747 h 954309"/>
                <a:gd name="connsiteX23" fmla="*/ 218980 w 647319"/>
                <a:gd name="connsiteY23" fmla="*/ 311563 h 954309"/>
                <a:gd name="connsiteX24" fmla="*/ 255937 w 647319"/>
                <a:gd name="connsiteY24" fmla="*/ 347663 h 954309"/>
                <a:gd name="connsiteX25" fmla="*/ 314706 w 647319"/>
                <a:gd name="connsiteY25" fmla="*/ 376142 h 954309"/>
                <a:gd name="connsiteX26" fmla="*/ 393478 w 647319"/>
                <a:gd name="connsiteY26" fmla="*/ 404146 h 954309"/>
                <a:gd name="connsiteX27" fmla="*/ 499015 w 647319"/>
                <a:gd name="connsiteY27" fmla="*/ 453104 h 954309"/>
                <a:gd name="connsiteX28" fmla="*/ 578739 w 647319"/>
                <a:gd name="connsiteY28" fmla="*/ 509683 h 954309"/>
                <a:gd name="connsiteX29" fmla="*/ 629508 w 647319"/>
                <a:gd name="connsiteY29" fmla="*/ 582644 h 954309"/>
                <a:gd name="connsiteX30" fmla="*/ 647319 w 647319"/>
                <a:gd name="connsiteY30" fmla="*/ 681038 h 954309"/>
                <a:gd name="connsiteX31" fmla="*/ 615220 w 647319"/>
                <a:gd name="connsiteY31" fmla="*/ 802100 h 954309"/>
                <a:gd name="connsiteX32" fmla="*/ 529780 w 647319"/>
                <a:gd name="connsiteY32" fmla="*/ 887540 h 954309"/>
                <a:gd name="connsiteX33" fmla="*/ 406432 w 647319"/>
                <a:gd name="connsiteY33" fmla="*/ 937832 h 954309"/>
                <a:gd name="connsiteX34" fmla="*/ 259080 w 647319"/>
                <a:gd name="connsiteY34" fmla="*/ 954310 h 954309"/>
                <a:gd name="connsiteX35" fmla="*/ 0 w 647319"/>
                <a:gd name="connsiteY35" fmla="*/ 904494 h 954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7319" h="954309">
                  <a:moveTo>
                    <a:pt x="0" y="904589"/>
                  </a:moveTo>
                  <a:lnTo>
                    <a:pt x="0" y="713137"/>
                  </a:lnTo>
                  <a:cubicBezTo>
                    <a:pt x="77153" y="771906"/>
                    <a:pt x="162306" y="801243"/>
                    <a:pt x="255556" y="801243"/>
                  </a:cubicBezTo>
                  <a:cubicBezTo>
                    <a:pt x="380238" y="801243"/>
                    <a:pt x="442531" y="764477"/>
                    <a:pt x="442531" y="690848"/>
                  </a:cubicBezTo>
                  <a:cubicBezTo>
                    <a:pt x="442531" y="670084"/>
                    <a:pt x="437197" y="652463"/>
                    <a:pt x="426530" y="637889"/>
                  </a:cubicBezTo>
                  <a:cubicBezTo>
                    <a:pt x="415862" y="623316"/>
                    <a:pt x="401479" y="610457"/>
                    <a:pt x="383381" y="599123"/>
                  </a:cubicBezTo>
                  <a:cubicBezTo>
                    <a:pt x="365284" y="587883"/>
                    <a:pt x="343948" y="577787"/>
                    <a:pt x="319278" y="568833"/>
                  </a:cubicBezTo>
                  <a:cubicBezTo>
                    <a:pt x="294608" y="559975"/>
                    <a:pt x="267176" y="549878"/>
                    <a:pt x="236887" y="538544"/>
                  </a:cubicBezTo>
                  <a:cubicBezTo>
                    <a:pt x="199454" y="523685"/>
                    <a:pt x="165830" y="507968"/>
                    <a:pt x="135827" y="491395"/>
                  </a:cubicBezTo>
                  <a:cubicBezTo>
                    <a:pt x="105823" y="474821"/>
                    <a:pt x="80963" y="455962"/>
                    <a:pt x="61055" y="434816"/>
                  </a:cubicBezTo>
                  <a:cubicBezTo>
                    <a:pt x="41148" y="413766"/>
                    <a:pt x="26194" y="389858"/>
                    <a:pt x="16097" y="363188"/>
                  </a:cubicBezTo>
                  <a:cubicBezTo>
                    <a:pt x="6001" y="336518"/>
                    <a:pt x="953" y="305276"/>
                    <a:pt x="953" y="269748"/>
                  </a:cubicBezTo>
                  <a:cubicBezTo>
                    <a:pt x="953" y="225838"/>
                    <a:pt x="11335" y="187071"/>
                    <a:pt x="32099" y="153543"/>
                  </a:cubicBezTo>
                  <a:cubicBezTo>
                    <a:pt x="52864" y="120015"/>
                    <a:pt x="80772" y="91821"/>
                    <a:pt x="115824" y="68961"/>
                  </a:cubicBezTo>
                  <a:cubicBezTo>
                    <a:pt x="150876" y="46101"/>
                    <a:pt x="190595" y="28861"/>
                    <a:pt x="235077" y="17335"/>
                  </a:cubicBezTo>
                  <a:cubicBezTo>
                    <a:pt x="279559" y="5810"/>
                    <a:pt x="325564" y="0"/>
                    <a:pt x="373094" y="0"/>
                  </a:cubicBezTo>
                  <a:cubicBezTo>
                    <a:pt x="457391" y="0"/>
                    <a:pt x="532733" y="12764"/>
                    <a:pt x="599218" y="38291"/>
                  </a:cubicBezTo>
                  <a:lnTo>
                    <a:pt x="599218" y="218980"/>
                  </a:lnTo>
                  <a:cubicBezTo>
                    <a:pt x="535114" y="175069"/>
                    <a:pt x="461486" y="153067"/>
                    <a:pt x="378428" y="153067"/>
                  </a:cubicBezTo>
                  <a:cubicBezTo>
                    <a:pt x="352330" y="153067"/>
                    <a:pt x="328708" y="155734"/>
                    <a:pt x="307658" y="161068"/>
                  </a:cubicBezTo>
                  <a:cubicBezTo>
                    <a:pt x="286607" y="166402"/>
                    <a:pt x="268605" y="173831"/>
                    <a:pt x="253746" y="183356"/>
                  </a:cubicBezTo>
                  <a:cubicBezTo>
                    <a:pt x="238887" y="192881"/>
                    <a:pt x="227362" y="204311"/>
                    <a:pt x="218980" y="217646"/>
                  </a:cubicBezTo>
                  <a:cubicBezTo>
                    <a:pt x="210693" y="230981"/>
                    <a:pt x="206502" y="245650"/>
                    <a:pt x="206502" y="261747"/>
                  </a:cubicBezTo>
                  <a:cubicBezTo>
                    <a:pt x="206502" y="281369"/>
                    <a:pt x="210693" y="297942"/>
                    <a:pt x="218980" y="311563"/>
                  </a:cubicBezTo>
                  <a:cubicBezTo>
                    <a:pt x="227267" y="325184"/>
                    <a:pt x="239554" y="337280"/>
                    <a:pt x="255937" y="347663"/>
                  </a:cubicBezTo>
                  <a:cubicBezTo>
                    <a:pt x="272225" y="358045"/>
                    <a:pt x="291846" y="367570"/>
                    <a:pt x="314706" y="376142"/>
                  </a:cubicBezTo>
                  <a:cubicBezTo>
                    <a:pt x="337566" y="384715"/>
                    <a:pt x="363855" y="394144"/>
                    <a:pt x="393478" y="404146"/>
                  </a:cubicBezTo>
                  <a:cubicBezTo>
                    <a:pt x="432626" y="420148"/>
                    <a:pt x="467773" y="436531"/>
                    <a:pt x="499015" y="453104"/>
                  </a:cubicBezTo>
                  <a:cubicBezTo>
                    <a:pt x="530162" y="469773"/>
                    <a:pt x="556736" y="488537"/>
                    <a:pt x="578739" y="509683"/>
                  </a:cubicBezTo>
                  <a:cubicBezTo>
                    <a:pt x="600647" y="530733"/>
                    <a:pt x="617601" y="555117"/>
                    <a:pt x="629508" y="582644"/>
                  </a:cubicBezTo>
                  <a:cubicBezTo>
                    <a:pt x="641414" y="610267"/>
                    <a:pt x="647319" y="643033"/>
                    <a:pt x="647319" y="681038"/>
                  </a:cubicBezTo>
                  <a:cubicBezTo>
                    <a:pt x="647319" y="727329"/>
                    <a:pt x="636651" y="767715"/>
                    <a:pt x="615220" y="802100"/>
                  </a:cubicBezTo>
                  <a:cubicBezTo>
                    <a:pt x="593884" y="836581"/>
                    <a:pt x="565404" y="865061"/>
                    <a:pt x="529780" y="887540"/>
                  </a:cubicBezTo>
                  <a:cubicBezTo>
                    <a:pt x="494157" y="910114"/>
                    <a:pt x="453104" y="926878"/>
                    <a:pt x="406432" y="937832"/>
                  </a:cubicBezTo>
                  <a:cubicBezTo>
                    <a:pt x="359855" y="948785"/>
                    <a:pt x="310705" y="954310"/>
                    <a:pt x="259080" y="954310"/>
                  </a:cubicBezTo>
                  <a:cubicBezTo>
                    <a:pt x="159353" y="954310"/>
                    <a:pt x="72962" y="937641"/>
                    <a:pt x="0" y="904494"/>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9" name="Freeform: Shape 28">
              <a:extLst>
                <a:ext uri="{FF2B5EF4-FFF2-40B4-BE49-F238E27FC236}">
                  <a16:creationId xmlns:a16="http://schemas.microsoft.com/office/drawing/2014/main" id="{68B522E9-BE2D-0C37-92C4-BAB333C2C2D5}"/>
                </a:ext>
              </a:extLst>
            </p:cNvPr>
            <p:cNvSpPr/>
            <p:nvPr/>
          </p:nvSpPr>
          <p:spPr bwMode="white">
            <a:xfrm>
              <a:off x="5909975" y="2344405"/>
              <a:ext cx="937450" cy="954500"/>
            </a:xfrm>
            <a:custGeom>
              <a:avLst/>
              <a:gdLst>
                <a:gd name="connsiteX0" fmla="*/ 463011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1" y="954310"/>
                  </a:moveTo>
                  <a:cubicBezTo>
                    <a:pt x="322326" y="954310"/>
                    <a:pt x="210027" y="911733"/>
                    <a:pt x="126016" y="826579"/>
                  </a:cubicBezTo>
                  <a:cubicBezTo>
                    <a:pt x="42006"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8" y="790480"/>
                    <a:pt x="472821" y="790480"/>
                  </a:cubicBezTo>
                  <a:cubicBezTo>
                    <a:pt x="552355" y="790480"/>
                    <a:pt x="616554" y="763524"/>
                    <a:pt x="660178" y="709422"/>
                  </a:cubicBezTo>
                  <a:cubicBezTo>
                    <a:pt x="703802" y="655415"/>
                    <a:pt x="725615" y="578549"/>
                    <a:pt x="725615" y="478822"/>
                  </a:cubicBezTo>
                  <a:cubicBezTo>
                    <a:pt x="725615" y="379095"/>
                    <a:pt x="703802" y="301085"/>
                    <a:pt x="660178" y="246412"/>
                  </a:cubicBezTo>
                  <a:cubicBezTo>
                    <a:pt x="616554" y="191834"/>
                    <a:pt x="554070" y="164497"/>
                    <a:pt x="472821" y="164497"/>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0" name="Freeform: Shape 29">
              <a:extLst>
                <a:ext uri="{FF2B5EF4-FFF2-40B4-BE49-F238E27FC236}">
                  <a16:creationId xmlns:a16="http://schemas.microsoft.com/office/drawing/2014/main" id="{21258D29-252A-7890-CBA1-2D62B73CC6DF}"/>
                </a:ext>
              </a:extLst>
            </p:cNvPr>
            <p:cNvSpPr/>
            <p:nvPr/>
          </p:nvSpPr>
          <p:spPr bwMode="white">
            <a:xfrm>
              <a:off x="6867524" y="1907208"/>
              <a:ext cx="607218" cy="1370171"/>
            </a:xfrm>
            <a:custGeom>
              <a:avLst/>
              <a:gdLst>
                <a:gd name="connsiteX0" fmla="*/ 607123 w 607218"/>
                <a:gd name="connsiteY0" fmla="*/ 188786 h 1370171"/>
                <a:gd name="connsiteX1" fmla="*/ 511873 w 607218"/>
                <a:gd name="connsiteY1" fmla="*/ 164783 h 1370171"/>
                <a:gd name="connsiteX2" fmla="*/ 361379 w 607218"/>
                <a:gd name="connsiteY2" fmla="*/ 334804 h 1370171"/>
                <a:gd name="connsiteX3" fmla="*/ 361379 w 607218"/>
                <a:gd name="connsiteY3" fmla="*/ 458534 h 1370171"/>
                <a:gd name="connsiteX4" fmla="*/ 573310 w 607218"/>
                <a:gd name="connsiteY4" fmla="*/ 458534 h 1370171"/>
                <a:gd name="connsiteX5" fmla="*/ 573310 w 607218"/>
                <a:gd name="connsiteY5" fmla="*/ 620554 h 1370171"/>
                <a:gd name="connsiteX6" fmla="*/ 362331 w 607218"/>
                <a:gd name="connsiteY6" fmla="*/ 620554 h 1370171"/>
                <a:gd name="connsiteX7" fmla="*/ 362331 w 607218"/>
                <a:gd name="connsiteY7" fmla="*/ 1370171 h 1370171"/>
                <a:gd name="connsiteX8" fmla="*/ 155829 w 607218"/>
                <a:gd name="connsiteY8" fmla="*/ 1370171 h 1370171"/>
                <a:gd name="connsiteX9" fmla="*/ 155829 w 607218"/>
                <a:gd name="connsiteY9" fmla="*/ 620554 h 1370171"/>
                <a:gd name="connsiteX10" fmla="*/ 0 w 607218"/>
                <a:gd name="connsiteY10" fmla="*/ 620554 h 1370171"/>
                <a:gd name="connsiteX11" fmla="*/ 0 w 607218"/>
                <a:gd name="connsiteY11" fmla="*/ 458534 h 1370171"/>
                <a:gd name="connsiteX12" fmla="*/ 155829 w 607218"/>
                <a:gd name="connsiteY12" fmla="*/ 458534 h 1370171"/>
                <a:gd name="connsiteX13" fmla="*/ 155829 w 607218"/>
                <a:gd name="connsiteY13" fmla="*/ 310706 h 1370171"/>
                <a:gd name="connsiteX14" fmla="*/ 250222 w 607218"/>
                <a:gd name="connsiteY14" fmla="*/ 83249 h 1370171"/>
                <a:gd name="connsiteX15" fmla="*/ 486156 w 607218"/>
                <a:gd name="connsiteY15" fmla="*/ 0 h 1370171"/>
                <a:gd name="connsiteX16" fmla="*/ 607219 w 607218"/>
                <a:gd name="connsiteY16" fmla="*/ 16955 h 1370171"/>
                <a:gd name="connsiteX17" fmla="*/ 607219 w 607218"/>
                <a:gd name="connsiteY17" fmla="*/ 188786 h 137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7218" h="1370171">
                  <a:moveTo>
                    <a:pt x="607123" y="188786"/>
                  </a:moveTo>
                  <a:cubicBezTo>
                    <a:pt x="579215" y="172784"/>
                    <a:pt x="547497" y="164783"/>
                    <a:pt x="511873" y="164783"/>
                  </a:cubicBezTo>
                  <a:cubicBezTo>
                    <a:pt x="411575" y="164783"/>
                    <a:pt x="361379" y="221456"/>
                    <a:pt x="361379" y="334804"/>
                  </a:cubicBezTo>
                  <a:lnTo>
                    <a:pt x="361379" y="458534"/>
                  </a:lnTo>
                  <a:lnTo>
                    <a:pt x="573310" y="458534"/>
                  </a:lnTo>
                  <a:lnTo>
                    <a:pt x="573310" y="620554"/>
                  </a:lnTo>
                  <a:lnTo>
                    <a:pt x="362331" y="620554"/>
                  </a:lnTo>
                  <a:lnTo>
                    <a:pt x="362331" y="1370171"/>
                  </a:lnTo>
                  <a:lnTo>
                    <a:pt x="155829" y="1370171"/>
                  </a:lnTo>
                  <a:lnTo>
                    <a:pt x="155829" y="620554"/>
                  </a:lnTo>
                  <a:lnTo>
                    <a:pt x="0" y="620554"/>
                  </a:lnTo>
                  <a:lnTo>
                    <a:pt x="0" y="458534"/>
                  </a:lnTo>
                  <a:lnTo>
                    <a:pt x="155829" y="458534"/>
                  </a:lnTo>
                  <a:lnTo>
                    <a:pt x="155829" y="310706"/>
                  </a:lnTo>
                  <a:cubicBezTo>
                    <a:pt x="155829" y="214598"/>
                    <a:pt x="187261" y="138779"/>
                    <a:pt x="250222" y="83249"/>
                  </a:cubicBezTo>
                  <a:cubicBezTo>
                    <a:pt x="313087" y="27718"/>
                    <a:pt x="391763" y="0"/>
                    <a:pt x="486156" y="0"/>
                  </a:cubicBezTo>
                  <a:cubicBezTo>
                    <a:pt x="537210" y="0"/>
                    <a:pt x="577501" y="5620"/>
                    <a:pt x="607219" y="16955"/>
                  </a:cubicBezTo>
                  <a:lnTo>
                    <a:pt x="607219" y="188786"/>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1" name="Freeform: Shape 30">
              <a:extLst>
                <a:ext uri="{FF2B5EF4-FFF2-40B4-BE49-F238E27FC236}">
                  <a16:creationId xmlns:a16="http://schemas.microsoft.com/office/drawing/2014/main" id="{4479E827-C57E-CA20-149D-7272F492FA52}"/>
                </a:ext>
              </a:extLst>
            </p:cNvPr>
            <p:cNvSpPr/>
            <p:nvPr/>
          </p:nvSpPr>
          <p:spPr bwMode="white">
            <a:xfrm>
              <a:off x="7398638" y="2095993"/>
              <a:ext cx="576929" cy="1201864"/>
            </a:xfrm>
            <a:custGeom>
              <a:avLst/>
              <a:gdLst>
                <a:gd name="connsiteX0" fmla="*/ 576834 w 576929"/>
                <a:gd name="connsiteY0" fmla="*/ 1171575 h 1201864"/>
                <a:gd name="connsiteX1" fmla="*/ 417481 w 576929"/>
                <a:gd name="connsiteY1" fmla="*/ 1201865 h 1201864"/>
                <a:gd name="connsiteX2" fmla="*/ 152209 w 576929"/>
                <a:gd name="connsiteY2" fmla="*/ 947261 h 1201864"/>
                <a:gd name="connsiteX3" fmla="*/ 152209 w 576929"/>
                <a:gd name="connsiteY3" fmla="*/ 431768 h 1201864"/>
                <a:gd name="connsiteX4" fmla="*/ 0 w 576929"/>
                <a:gd name="connsiteY4" fmla="*/ 431768 h 1201864"/>
                <a:gd name="connsiteX5" fmla="*/ 0 w 576929"/>
                <a:gd name="connsiteY5" fmla="*/ 269748 h 1201864"/>
                <a:gd name="connsiteX6" fmla="*/ 152209 w 576929"/>
                <a:gd name="connsiteY6" fmla="*/ 269748 h 1201864"/>
                <a:gd name="connsiteX7" fmla="*/ 152209 w 576929"/>
                <a:gd name="connsiteY7" fmla="*/ 58769 h 1201864"/>
                <a:gd name="connsiteX8" fmla="*/ 358807 w 576929"/>
                <a:gd name="connsiteY8" fmla="*/ 0 h 1201864"/>
                <a:gd name="connsiteX9" fmla="*/ 358807 w 576929"/>
                <a:gd name="connsiteY9" fmla="*/ 269748 h 1201864"/>
                <a:gd name="connsiteX10" fmla="*/ 576929 w 576929"/>
                <a:gd name="connsiteY10" fmla="*/ 269748 h 1201864"/>
                <a:gd name="connsiteX11" fmla="*/ 576929 w 576929"/>
                <a:gd name="connsiteY11" fmla="*/ 431768 h 1201864"/>
                <a:gd name="connsiteX12" fmla="*/ 358807 w 576929"/>
                <a:gd name="connsiteY12" fmla="*/ 431768 h 1201864"/>
                <a:gd name="connsiteX13" fmla="*/ 358807 w 576929"/>
                <a:gd name="connsiteY13" fmla="*/ 887635 h 1201864"/>
                <a:gd name="connsiteX14" fmla="*/ 388144 w 576929"/>
                <a:gd name="connsiteY14" fmla="*/ 1003364 h 1201864"/>
                <a:gd name="connsiteX15" fmla="*/ 486060 w 576929"/>
                <a:gd name="connsiteY15" fmla="*/ 1038035 h 1201864"/>
                <a:gd name="connsiteX16" fmla="*/ 576834 w 576929"/>
                <a:gd name="connsiteY16" fmla="*/ 1007745 h 1201864"/>
                <a:gd name="connsiteX17" fmla="*/ 576834 w 576929"/>
                <a:gd name="connsiteY17" fmla="*/ 1171575 h 120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6929" h="1201864">
                  <a:moveTo>
                    <a:pt x="576834" y="1171575"/>
                  </a:moveTo>
                  <a:cubicBezTo>
                    <a:pt x="536448" y="1191768"/>
                    <a:pt x="483394" y="1201865"/>
                    <a:pt x="417481" y="1201865"/>
                  </a:cubicBezTo>
                  <a:cubicBezTo>
                    <a:pt x="240602" y="1201865"/>
                    <a:pt x="152209" y="1116997"/>
                    <a:pt x="152209" y="947261"/>
                  </a:cubicBezTo>
                  <a:lnTo>
                    <a:pt x="152209" y="431768"/>
                  </a:lnTo>
                  <a:lnTo>
                    <a:pt x="0" y="431768"/>
                  </a:lnTo>
                  <a:lnTo>
                    <a:pt x="0" y="269748"/>
                  </a:lnTo>
                  <a:lnTo>
                    <a:pt x="152209" y="269748"/>
                  </a:lnTo>
                  <a:lnTo>
                    <a:pt x="152209" y="58769"/>
                  </a:lnTo>
                  <a:lnTo>
                    <a:pt x="358807" y="0"/>
                  </a:lnTo>
                  <a:lnTo>
                    <a:pt x="358807" y="269748"/>
                  </a:lnTo>
                  <a:lnTo>
                    <a:pt x="576929" y="269748"/>
                  </a:lnTo>
                  <a:lnTo>
                    <a:pt x="576929" y="431768"/>
                  </a:lnTo>
                  <a:lnTo>
                    <a:pt x="358807" y="431768"/>
                  </a:lnTo>
                  <a:lnTo>
                    <a:pt x="358807" y="887635"/>
                  </a:lnTo>
                  <a:cubicBezTo>
                    <a:pt x="358807" y="941642"/>
                    <a:pt x="368618" y="980218"/>
                    <a:pt x="388144" y="1003364"/>
                  </a:cubicBezTo>
                  <a:cubicBezTo>
                    <a:pt x="407765" y="1026509"/>
                    <a:pt x="440341" y="1038035"/>
                    <a:pt x="486060" y="1038035"/>
                  </a:cubicBezTo>
                  <a:cubicBezTo>
                    <a:pt x="521112" y="1038035"/>
                    <a:pt x="551307" y="1027938"/>
                    <a:pt x="576834" y="1007745"/>
                  </a:cubicBezTo>
                  <a:lnTo>
                    <a:pt x="576834" y="1171575"/>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2" name="Freeform: Shape 31">
              <a:extLst>
                <a:ext uri="{FF2B5EF4-FFF2-40B4-BE49-F238E27FC236}">
                  <a16:creationId xmlns:a16="http://schemas.microsoft.com/office/drawing/2014/main" id="{89685AAF-E6CE-0A10-EBE5-9642E5DF5F7E}"/>
                </a:ext>
              </a:extLst>
            </p:cNvPr>
            <p:cNvSpPr/>
            <p:nvPr/>
          </p:nvSpPr>
          <p:spPr bwMode="white">
            <a:xfrm>
              <a:off x="747712" y="3824019"/>
              <a:ext cx="864584" cy="1276730"/>
            </a:xfrm>
            <a:custGeom>
              <a:avLst/>
              <a:gdLst>
                <a:gd name="connsiteX0" fmla="*/ 0 w 864584"/>
                <a:gd name="connsiteY0" fmla="*/ 1276636 h 1276730"/>
                <a:gd name="connsiteX1" fmla="*/ 0 w 864584"/>
                <a:gd name="connsiteY1" fmla="*/ 0 h 1276730"/>
                <a:gd name="connsiteX2" fmla="*/ 405098 w 864584"/>
                <a:gd name="connsiteY2" fmla="*/ 0 h 1276730"/>
                <a:gd name="connsiteX3" fmla="*/ 698468 w 864584"/>
                <a:gd name="connsiteY3" fmla="*/ 81058 h 1276730"/>
                <a:gd name="connsiteX4" fmla="*/ 806672 w 864584"/>
                <a:gd name="connsiteY4" fmla="*/ 292036 h 1276730"/>
                <a:gd name="connsiteX5" fmla="*/ 745236 w 864584"/>
                <a:gd name="connsiteY5" fmla="*/ 480822 h 1276730"/>
                <a:gd name="connsiteX6" fmla="*/ 575215 w 864584"/>
                <a:gd name="connsiteY6" fmla="*/ 594741 h 1276730"/>
                <a:gd name="connsiteX7" fmla="*/ 575215 w 864584"/>
                <a:gd name="connsiteY7" fmla="*/ 598265 h 1276730"/>
                <a:gd name="connsiteX8" fmla="*/ 785813 w 864584"/>
                <a:gd name="connsiteY8" fmla="*/ 695801 h 1276730"/>
                <a:gd name="connsiteX9" fmla="*/ 864584 w 864584"/>
                <a:gd name="connsiteY9" fmla="*/ 909923 h 1276730"/>
                <a:gd name="connsiteX10" fmla="*/ 735521 w 864584"/>
                <a:gd name="connsiteY10" fmla="*/ 1175194 h 1276730"/>
                <a:gd name="connsiteX11" fmla="*/ 409670 w 864584"/>
                <a:gd name="connsiteY11" fmla="*/ 1276731 h 1276730"/>
                <a:gd name="connsiteX12" fmla="*/ 0 w 864584"/>
                <a:gd name="connsiteY12" fmla="*/ 1276731 h 1276730"/>
                <a:gd name="connsiteX13" fmla="*/ 210979 w 864584"/>
                <a:gd name="connsiteY13" fmla="*/ 170021 h 1276730"/>
                <a:gd name="connsiteX14" fmla="*/ 210979 w 864584"/>
                <a:gd name="connsiteY14" fmla="*/ 533209 h 1276730"/>
                <a:gd name="connsiteX15" fmla="*/ 348044 w 864584"/>
                <a:gd name="connsiteY15" fmla="*/ 533209 h 1276730"/>
                <a:gd name="connsiteX16" fmla="*/ 521208 w 864584"/>
                <a:gd name="connsiteY16" fmla="*/ 481108 h 1276730"/>
                <a:gd name="connsiteX17" fmla="*/ 583978 w 864584"/>
                <a:gd name="connsiteY17" fmla="*/ 333756 h 1276730"/>
                <a:gd name="connsiteX18" fmla="*/ 364998 w 864584"/>
                <a:gd name="connsiteY18" fmla="*/ 169926 h 1276730"/>
                <a:gd name="connsiteX19" fmla="*/ 210979 w 864584"/>
                <a:gd name="connsiteY19" fmla="*/ 169926 h 1276730"/>
                <a:gd name="connsiteX20" fmla="*/ 210979 w 864584"/>
                <a:gd name="connsiteY20" fmla="*/ 703326 h 1276730"/>
                <a:gd name="connsiteX21" fmla="*/ 210979 w 864584"/>
                <a:gd name="connsiteY21" fmla="*/ 1107567 h 1276730"/>
                <a:gd name="connsiteX22" fmla="*/ 391668 w 864584"/>
                <a:gd name="connsiteY22" fmla="*/ 1107567 h 1276730"/>
                <a:gd name="connsiteX23" fmla="*/ 574643 w 864584"/>
                <a:gd name="connsiteY23" fmla="*/ 1052798 h 1276730"/>
                <a:gd name="connsiteX24" fmla="*/ 639223 w 864584"/>
                <a:gd name="connsiteY24" fmla="*/ 901922 h 1276730"/>
                <a:gd name="connsiteX25" fmla="*/ 364141 w 864584"/>
                <a:gd name="connsiteY25" fmla="*/ 703421 h 1276730"/>
                <a:gd name="connsiteX26" fmla="*/ 210979 w 864584"/>
                <a:gd name="connsiteY26" fmla="*/ 703421 h 1276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64584" h="1276730">
                  <a:moveTo>
                    <a:pt x="0" y="1276636"/>
                  </a:moveTo>
                  <a:lnTo>
                    <a:pt x="0" y="0"/>
                  </a:lnTo>
                  <a:lnTo>
                    <a:pt x="405098" y="0"/>
                  </a:lnTo>
                  <a:cubicBezTo>
                    <a:pt x="528542" y="0"/>
                    <a:pt x="626364" y="27051"/>
                    <a:pt x="698468" y="81058"/>
                  </a:cubicBezTo>
                  <a:cubicBezTo>
                    <a:pt x="770573" y="135064"/>
                    <a:pt x="806672" y="205359"/>
                    <a:pt x="806672" y="292036"/>
                  </a:cubicBezTo>
                  <a:cubicBezTo>
                    <a:pt x="806672" y="364426"/>
                    <a:pt x="786194" y="427387"/>
                    <a:pt x="745236" y="480822"/>
                  </a:cubicBezTo>
                  <a:cubicBezTo>
                    <a:pt x="704279" y="534257"/>
                    <a:pt x="647605" y="572262"/>
                    <a:pt x="575215" y="594741"/>
                  </a:cubicBezTo>
                  <a:lnTo>
                    <a:pt x="575215" y="598265"/>
                  </a:lnTo>
                  <a:cubicBezTo>
                    <a:pt x="663035" y="608362"/>
                    <a:pt x="733235" y="640842"/>
                    <a:pt x="785813" y="695801"/>
                  </a:cubicBezTo>
                  <a:cubicBezTo>
                    <a:pt x="838295" y="750665"/>
                    <a:pt x="864584" y="822103"/>
                    <a:pt x="864584" y="909923"/>
                  </a:cubicBezTo>
                  <a:cubicBezTo>
                    <a:pt x="864584" y="1019175"/>
                    <a:pt x="821531" y="1107567"/>
                    <a:pt x="735521" y="1175194"/>
                  </a:cubicBezTo>
                  <a:cubicBezTo>
                    <a:pt x="649415" y="1242822"/>
                    <a:pt x="540830" y="1276731"/>
                    <a:pt x="409670" y="1276731"/>
                  </a:cubicBezTo>
                  <a:lnTo>
                    <a:pt x="0" y="1276731"/>
                  </a:lnTo>
                  <a:close/>
                  <a:moveTo>
                    <a:pt x="210979" y="170021"/>
                  </a:moveTo>
                  <a:lnTo>
                    <a:pt x="210979" y="533209"/>
                  </a:lnTo>
                  <a:lnTo>
                    <a:pt x="348044" y="533209"/>
                  </a:lnTo>
                  <a:cubicBezTo>
                    <a:pt x="421672" y="533209"/>
                    <a:pt x="479393" y="515874"/>
                    <a:pt x="521208" y="481108"/>
                  </a:cubicBezTo>
                  <a:cubicBezTo>
                    <a:pt x="563023" y="446342"/>
                    <a:pt x="583978" y="397288"/>
                    <a:pt x="583978" y="333756"/>
                  </a:cubicBezTo>
                  <a:cubicBezTo>
                    <a:pt x="583978" y="224600"/>
                    <a:pt x="511016" y="169926"/>
                    <a:pt x="364998" y="169926"/>
                  </a:cubicBezTo>
                  <a:lnTo>
                    <a:pt x="210979" y="169926"/>
                  </a:lnTo>
                  <a:close/>
                  <a:moveTo>
                    <a:pt x="210979" y="703326"/>
                  </a:moveTo>
                  <a:lnTo>
                    <a:pt x="210979" y="1107567"/>
                  </a:lnTo>
                  <a:lnTo>
                    <a:pt x="391668" y="1107567"/>
                  </a:lnTo>
                  <a:cubicBezTo>
                    <a:pt x="470630" y="1107567"/>
                    <a:pt x="531590" y="1089279"/>
                    <a:pt x="574643" y="1052798"/>
                  </a:cubicBezTo>
                  <a:cubicBezTo>
                    <a:pt x="617696" y="1016318"/>
                    <a:pt x="639223" y="966026"/>
                    <a:pt x="639223" y="901922"/>
                  </a:cubicBezTo>
                  <a:cubicBezTo>
                    <a:pt x="639223" y="769620"/>
                    <a:pt x="547497" y="703421"/>
                    <a:pt x="364141" y="703421"/>
                  </a:cubicBezTo>
                  <a:lnTo>
                    <a:pt x="210979" y="703421"/>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3" name="Freeform: Shape 32">
              <a:extLst>
                <a:ext uri="{FF2B5EF4-FFF2-40B4-BE49-F238E27FC236}">
                  <a16:creationId xmlns:a16="http://schemas.microsoft.com/office/drawing/2014/main" id="{6D47342F-6E33-C310-3B4A-6DB6948CD42C}"/>
                </a:ext>
              </a:extLst>
            </p:cNvPr>
            <p:cNvSpPr/>
            <p:nvPr/>
          </p:nvSpPr>
          <p:spPr bwMode="white">
            <a:xfrm>
              <a:off x="1753361" y="4189016"/>
              <a:ext cx="812863" cy="932973"/>
            </a:xfrm>
            <a:custGeom>
              <a:avLst/>
              <a:gdLst>
                <a:gd name="connsiteX0" fmla="*/ 812863 w 812863"/>
                <a:gd name="connsiteY0" fmla="*/ 911638 h 932973"/>
                <a:gd name="connsiteX1" fmla="*/ 606362 w 812863"/>
                <a:gd name="connsiteY1" fmla="*/ 911638 h 932973"/>
                <a:gd name="connsiteX2" fmla="*/ 606362 w 812863"/>
                <a:gd name="connsiteY2" fmla="*/ 767429 h 932973"/>
                <a:gd name="connsiteX3" fmla="*/ 602742 w 812863"/>
                <a:gd name="connsiteY3" fmla="*/ 767429 h 932973"/>
                <a:gd name="connsiteX4" fmla="*/ 323183 w 812863"/>
                <a:gd name="connsiteY4" fmla="*/ 932974 h 932973"/>
                <a:gd name="connsiteX5" fmla="*/ 0 w 812863"/>
                <a:gd name="connsiteY5" fmla="*/ 544830 h 932973"/>
                <a:gd name="connsiteX6" fmla="*/ 0 w 812863"/>
                <a:gd name="connsiteY6" fmla="*/ 0 h 932973"/>
                <a:gd name="connsiteX7" fmla="*/ 206502 w 812863"/>
                <a:gd name="connsiteY7" fmla="*/ 0 h 932973"/>
                <a:gd name="connsiteX8" fmla="*/ 206502 w 812863"/>
                <a:gd name="connsiteY8" fmla="*/ 523494 h 932973"/>
                <a:gd name="connsiteX9" fmla="*/ 396145 w 812863"/>
                <a:gd name="connsiteY9" fmla="*/ 769239 h 932973"/>
                <a:gd name="connsiteX10" fmla="*/ 547021 w 812863"/>
                <a:gd name="connsiteY10" fmla="*/ 701612 h 932973"/>
                <a:gd name="connsiteX11" fmla="*/ 606266 w 812863"/>
                <a:gd name="connsiteY11" fmla="*/ 524447 h 932973"/>
                <a:gd name="connsiteX12" fmla="*/ 606266 w 812863"/>
                <a:gd name="connsiteY12" fmla="*/ 95 h 932973"/>
                <a:gd name="connsiteX13" fmla="*/ 812768 w 812863"/>
                <a:gd name="connsiteY13" fmla="*/ 95 h 932973"/>
                <a:gd name="connsiteX14" fmla="*/ 812768 w 812863"/>
                <a:gd name="connsiteY14" fmla="*/ 911733 h 932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2863" h="932973">
                  <a:moveTo>
                    <a:pt x="812863" y="911638"/>
                  </a:moveTo>
                  <a:lnTo>
                    <a:pt x="606362" y="911638"/>
                  </a:lnTo>
                  <a:lnTo>
                    <a:pt x="606362" y="767429"/>
                  </a:lnTo>
                  <a:lnTo>
                    <a:pt x="602742" y="767429"/>
                  </a:lnTo>
                  <a:cubicBezTo>
                    <a:pt x="542830" y="877824"/>
                    <a:pt x="449580" y="932974"/>
                    <a:pt x="323183" y="932974"/>
                  </a:cubicBezTo>
                  <a:cubicBezTo>
                    <a:pt x="107728" y="932974"/>
                    <a:pt x="0" y="803624"/>
                    <a:pt x="0" y="544830"/>
                  </a:cubicBezTo>
                  <a:lnTo>
                    <a:pt x="0" y="0"/>
                  </a:lnTo>
                  <a:lnTo>
                    <a:pt x="206502" y="0"/>
                  </a:lnTo>
                  <a:lnTo>
                    <a:pt x="206502" y="523494"/>
                  </a:lnTo>
                  <a:cubicBezTo>
                    <a:pt x="206502" y="687324"/>
                    <a:pt x="269748" y="769239"/>
                    <a:pt x="396145" y="769239"/>
                  </a:cubicBezTo>
                  <a:cubicBezTo>
                    <a:pt x="457295" y="769239"/>
                    <a:pt x="507587" y="746665"/>
                    <a:pt x="547021" y="701612"/>
                  </a:cubicBezTo>
                  <a:cubicBezTo>
                    <a:pt x="586454" y="656558"/>
                    <a:pt x="606266" y="597408"/>
                    <a:pt x="606266" y="524447"/>
                  </a:cubicBezTo>
                  <a:lnTo>
                    <a:pt x="606266" y="95"/>
                  </a:lnTo>
                  <a:lnTo>
                    <a:pt x="812768" y="95"/>
                  </a:lnTo>
                  <a:lnTo>
                    <a:pt x="812768" y="911733"/>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4" name="Freeform: Shape 33">
              <a:extLst>
                <a:ext uri="{FF2B5EF4-FFF2-40B4-BE49-F238E27FC236}">
                  <a16:creationId xmlns:a16="http://schemas.microsoft.com/office/drawing/2014/main" id="{80420E76-AEB3-65EE-FDCE-6D201AB9FA24}"/>
                </a:ext>
              </a:extLst>
            </p:cNvPr>
            <p:cNvSpPr/>
            <p:nvPr/>
          </p:nvSpPr>
          <p:spPr bwMode="white">
            <a:xfrm>
              <a:off x="2761678" y="3762487"/>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95"/>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5" name="Freeform: Shape 34">
              <a:extLst>
                <a:ext uri="{FF2B5EF4-FFF2-40B4-BE49-F238E27FC236}">
                  <a16:creationId xmlns:a16="http://schemas.microsoft.com/office/drawing/2014/main" id="{9279EA27-BDCF-7F8B-7B2D-C206ABC3C20D}"/>
                </a:ext>
              </a:extLst>
            </p:cNvPr>
            <p:cNvSpPr/>
            <p:nvPr/>
          </p:nvSpPr>
          <p:spPr bwMode="white">
            <a:xfrm>
              <a:off x="3201923" y="3750962"/>
              <a:ext cx="207454" cy="1349692"/>
            </a:xfrm>
            <a:custGeom>
              <a:avLst/>
              <a:gdLst>
                <a:gd name="connsiteX0" fmla="*/ 207454 w 207454"/>
                <a:gd name="connsiteY0" fmla="*/ 1349692 h 1349692"/>
                <a:gd name="connsiteX1" fmla="*/ 0 w 207454"/>
                <a:gd name="connsiteY1" fmla="*/ 1349692 h 1349692"/>
                <a:gd name="connsiteX2" fmla="*/ 0 w 207454"/>
                <a:gd name="connsiteY2" fmla="*/ 0 h 1349692"/>
                <a:gd name="connsiteX3" fmla="*/ 207454 w 207454"/>
                <a:gd name="connsiteY3" fmla="*/ 0 h 1349692"/>
                <a:gd name="connsiteX4" fmla="*/ 207454 w 207454"/>
                <a:gd name="connsiteY4" fmla="*/ 1349692 h 1349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454" h="1349692">
                  <a:moveTo>
                    <a:pt x="207454" y="1349692"/>
                  </a:moveTo>
                  <a:lnTo>
                    <a:pt x="0" y="1349692"/>
                  </a:lnTo>
                  <a:lnTo>
                    <a:pt x="0" y="0"/>
                  </a:lnTo>
                  <a:lnTo>
                    <a:pt x="207454" y="0"/>
                  </a:lnTo>
                  <a:lnTo>
                    <a:pt x="207454" y="1349692"/>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6" name="Freeform: Shape 35">
              <a:extLst>
                <a:ext uri="{FF2B5EF4-FFF2-40B4-BE49-F238E27FC236}">
                  <a16:creationId xmlns:a16="http://schemas.microsoft.com/office/drawing/2014/main" id="{02A0F44C-FB10-0AF7-02B0-8BFF25C72AF1}"/>
                </a:ext>
              </a:extLst>
            </p:cNvPr>
            <p:cNvSpPr/>
            <p:nvPr/>
          </p:nvSpPr>
          <p:spPr bwMode="white">
            <a:xfrm>
              <a:off x="3564826" y="3751152"/>
              <a:ext cx="887634" cy="1370933"/>
            </a:xfrm>
            <a:custGeom>
              <a:avLst/>
              <a:gdLst>
                <a:gd name="connsiteX0" fmla="*/ 887635 w 887634"/>
                <a:gd name="connsiteY0" fmla="*/ 1349502 h 1370933"/>
                <a:gd name="connsiteX1" fmla="*/ 681038 w 887634"/>
                <a:gd name="connsiteY1" fmla="*/ 1349502 h 1370933"/>
                <a:gd name="connsiteX2" fmla="*/ 681038 w 887634"/>
                <a:gd name="connsiteY2" fmla="*/ 1194626 h 1370933"/>
                <a:gd name="connsiteX3" fmla="*/ 677513 w 887634"/>
                <a:gd name="connsiteY3" fmla="*/ 1194626 h 1370933"/>
                <a:gd name="connsiteX4" fmla="*/ 370332 w 887634"/>
                <a:gd name="connsiteY4" fmla="*/ 1370933 h 1370933"/>
                <a:gd name="connsiteX5" fmla="*/ 101060 w 887634"/>
                <a:gd name="connsiteY5" fmla="*/ 1248537 h 1370933"/>
                <a:gd name="connsiteX6" fmla="*/ 0 w 887634"/>
                <a:gd name="connsiteY6" fmla="*/ 915162 h 1370933"/>
                <a:gd name="connsiteX7" fmla="*/ 111728 w 887634"/>
                <a:gd name="connsiteY7" fmla="*/ 552831 h 1370933"/>
                <a:gd name="connsiteX8" fmla="*/ 409575 w 887634"/>
                <a:gd name="connsiteY8" fmla="*/ 416624 h 1370933"/>
                <a:gd name="connsiteX9" fmla="*/ 677513 w 887634"/>
                <a:gd name="connsiteY9" fmla="*/ 564452 h 1370933"/>
                <a:gd name="connsiteX10" fmla="*/ 681038 w 887634"/>
                <a:gd name="connsiteY10" fmla="*/ 564452 h 1370933"/>
                <a:gd name="connsiteX11" fmla="*/ 681038 w 887634"/>
                <a:gd name="connsiteY11" fmla="*/ 0 h 1370933"/>
                <a:gd name="connsiteX12" fmla="*/ 887635 w 887634"/>
                <a:gd name="connsiteY12" fmla="*/ 0 h 1370933"/>
                <a:gd name="connsiteX13" fmla="*/ 887635 w 887634"/>
                <a:gd name="connsiteY13" fmla="*/ 1349693 h 1370933"/>
                <a:gd name="connsiteX14" fmla="*/ 683705 w 887634"/>
                <a:gd name="connsiteY14" fmla="*/ 932879 h 1370933"/>
                <a:gd name="connsiteX15" fmla="*/ 683705 w 887634"/>
                <a:gd name="connsiteY15" fmla="*/ 813530 h 1370933"/>
                <a:gd name="connsiteX16" fmla="*/ 620458 w 887634"/>
                <a:gd name="connsiteY16" fmla="*/ 648843 h 1370933"/>
                <a:gd name="connsiteX17" fmla="*/ 459296 w 887634"/>
                <a:gd name="connsiteY17" fmla="*/ 581216 h 1370933"/>
                <a:gd name="connsiteX18" fmla="*/ 277273 w 887634"/>
                <a:gd name="connsiteY18" fmla="*/ 667607 h 1370933"/>
                <a:gd name="connsiteX19" fmla="*/ 210979 w 887634"/>
                <a:gd name="connsiteY19" fmla="*/ 907066 h 1370933"/>
                <a:gd name="connsiteX20" fmla="*/ 274606 w 887634"/>
                <a:gd name="connsiteY20" fmla="*/ 1126522 h 1370933"/>
                <a:gd name="connsiteX21" fmla="*/ 445960 w 887634"/>
                <a:gd name="connsiteY21" fmla="*/ 1207103 h 1370933"/>
                <a:gd name="connsiteX22" fmla="*/ 617791 w 887634"/>
                <a:gd name="connsiteY22" fmla="*/ 1129189 h 1370933"/>
                <a:gd name="connsiteX23" fmla="*/ 683705 w 887634"/>
                <a:gd name="connsiteY23" fmla="*/ 932879 h 137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87634" h="1370933">
                  <a:moveTo>
                    <a:pt x="887635" y="1349502"/>
                  </a:moveTo>
                  <a:lnTo>
                    <a:pt x="681038" y="1349502"/>
                  </a:lnTo>
                  <a:lnTo>
                    <a:pt x="681038" y="1194626"/>
                  </a:lnTo>
                  <a:lnTo>
                    <a:pt x="677513" y="1194626"/>
                  </a:lnTo>
                  <a:cubicBezTo>
                    <a:pt x="611029" y="1312164"/>
                    <a:pt x="508635" y="1370933"/>
                    <a:pt x="370332" y="1370933"/>
                  </a:cubicBezTo>
                  <a:cubicBezTo>
                    <a:pt x="258127" y="1370933"/>
                    <a:pt x="168402" y="1330166"/>
                    <a:pt x="101060" y="1248537"/>
                  </a:cubicBezTo>
                  <a:cubicBezTo>
                    <a:pt x="33718" y="1166908"/>
                    <a:pt x="0" y="1055751"/>
                    <a:pt x="0" y="915162"/>
                  </a:cubicBezTo>
                  <a:cubicBezTo>
                    <a:pt x="0" y="764381"/>
                    <a:pt x="37243" y="643604"/>
                    <a:pt x="111728" y="552831"/>
                  </a:cubicBezTo>
                  <a:cubicBezTo>
                    <a:pt x="186214" y="462058"/>
                    <a:pt x="285464" y="416624"/>
                    <a:pt x="409575" y="416624"/>
                  </a:cubicBezTo>
                  <a:cubicBezTo>
                    <a:pt x="533686" y="416624"/>
                    <a:pt x="621792" y="465868"/>
                    <a:pt x="677513" y="564452"/>
                  </a:cubicBezTo>
                  <a:lnTo>
                    <a:pt x="681038" y="564452"/>
                  </a:lnTo>
                  <a:lnTo>
                    <a:pt x="681038" y="0"/>
                  </a:lnTo>
                  <a:lnTo>
                    <a:pt x="887635" y="0"/>
                  </a:lnTo>
                  <a:lnTo>
                    <a:pt x="887635" y="1349693"/>
                  </a:lnTo>
                  <a:close/>
                  <a:moveTo>
                    <a:pt x="683705" y="932879"/>
                  </a:moveTo>
                  <a:lnTo>
                    <a:pt x="683705" y="813530"/>
                  </a:lnTo>
                  <a:cubicBezTo>
                    <a:pt x="683705" y="748855"/>
                    <a:pt x="662654" y="693896"/>
                    <a:pt x="620458" y="648843"/>
                  </a:cubicBezTo>
                  <a:cubicBezTo>
                    <a:pt x="578358" y="603695"/>
                    <a:pt x="524637" y="581216"/>
                    <a:pt x="459296" y="581216"/>
                  </a:cubicBezTo>
                  <a:cubicBezTo>
                    <a:pt x="382143" y="581216"/>
                    <a:pt x="321469" y="609981"/>
                    <a:pt x="277273" y="667607"/>
                  </a:cubicBezTo>
                  <a:cubicBezTo>
                    <a:pt x="233077" y="725138"/>
                    <a:pt x="210979" y="805053"/>
                    <a:pt x="210979" y="907066"/>
                  </a:cubicBezTo>
                  <a:cubicBezTo>
                    <a:pt x="210979" y="999649"/>
                    <a:pt x="232220" y="1072801"/>
                    <a:pt x="274606" y="1126522"/>
                  </a:cubicBezTo>
                  <a:cubicBezTo>
                    <a:pt x="316992" y="1180243"/>
                    <a:pt x="374142" y="1207103"/>
                    <a:pt x="445960" y="1207103"/>
                  </a:cubicBezTo>
                  <a:cubicBezTo>
                    <a:pt x="517779" y="1207103"/>
                    <a:pt x="573881" y="1181100"/>
                    <a:pt x="617791" y="1129189"/>
                  </a:cubicBezTo>
                  <a:cubicBezTo>
                    <a:pt x="661702" y="1077278"/>
                    <a:pt x="683705" y="1011841"/>
                    <a:pt x="683705" y="932879"/>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3744076735"/>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5B8EF10-4115-7EE6-1249-D6DC0A94D9B0}"/>
              </a:ext>
            </a:extLst>
          </p:cNvPr>
          <p:cNvPicPr>
            <a:picLocks noChangeAspect="1"/>
          </p:cNvPicPr>
          <p:nvPr userDrawn="1"/>
        </p:nvPicPr>
        <p:blipFill>
          <a:blip r:embed="rId2"/>
          <a:srcRect/>
          <a:stretch/>
        </p:blipFill>
        <p:spPr>
          <a:xfrm>
            <a:off x="1" y="1"/>
            <a:ext cx="12191998" cy="6857999"/>
          </a:xfrm>
          <a:prstGeom prst="rect">
            <a:avLst/>
          </a:prstGeom>
        </p:spPr>
      </p:pic>
      <p:sp>
        <p:nvSpPr>
          <p:cNvPr id="9" name="Title 1"/>
          <p:cNvSpPr>
            <a:spLocks noGrp="1"/>
          </p:cNvSpPr>
          <p:nvPr>
            <p:ph type="title" hasCustomPrompt="1"/>
          </p:nvPr>
        </p:nvSpPr>
        <p:spPr bwMode="white">
          <a:xfrm>
            <a:off x="584200" y="2918224"/>
            <a:ext cx="9144000" cy="615553"/>
          </a:xfrm>
          <a:noFill/>
        </p:spPr>
        <p:txBody>
          <a:bodyPr vert="horz" wrap="square" lIns="0" tIns="0" rIns="0" bIns="0" rtlCol="0" anchor="b" anchorCtr="0">
            <a:spAutoFit/>
          </a:bodyPr>
          <a:lstStyle>
            <a:lvl1pPr>
              <a:defRPr lang="en-US" sz="4000" dirty="0">
                <a:solidFill>
                  <a:srgbClr val="D4EC8E"/>
                </a:solidFill>
              </a:defRPr>
            </a:lvl1pPr>
          </a:lstStyle>
          <a:p>
            <a:pPr lvl="0"/>
            <a:r>
              <a:rPr lang="en-US"/>
              <a:t>Event name or presentation title </a:t>
            </a:r>
          </a:p>
        </p:txBody>
      </p:sp>
      <p:sp>
        <p:nvSpPr>
          <p:cNvPr id="5" name="Text Placeholder 4"/>
          <p:cNvSpPr>
            <a:spLocks noGrp="1"/>
          </p:cNvSpPr>
          <p:nvPr>
            <p:ph type="body" sz="quarter" idx="12" hasCustomPrompt="1"/>
          </p:nvPr>
        </p:nvSpPr>
        <p:spPr bwMode="white">
          <a:xfrm>
            <a:off x="584200" y="3962401"/>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white">
          <a:xfrm>
            <a:off x="584201" y="585789"/>
            <a:ext cx="1366245" cy="292608"/>
          </a:xfrm>
          <a:prstGeom prst="rect">
            <a:avLst/>
          </a:prstGeom>
        </p:spPr>
      </p:pic>
    </p:spTree>
    <p:extLst>
      <p:ext uri="{BB962C8B-B14F-4D97-AF65-F5344CB8AC3E}">
        <p14:creationId xmlns:p14="http://schemas.microsoft.com/office/powerpoint/2010/main" val="3534293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72">
          <p15:clr>
            <a:srgbClr val="5ACBF0"/>
          </p15:clr>
        </p15:guide>
        <p15:guide id="2" orient="horz" pos="2546">
          <p15:clr>
            <a:srgbClr val="5ACBF0"/>
          </p15:clr>
        </p15:guide>
        <p15:guide id="3" pos="6267">
          <p15:clr>
            <a:srgbClr val="5ACBF0"/>
          </p15:clr>
        </p15:guide>
        <p15:guide id="4" orient="horz" pos="2203">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4"/>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1"/>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1" y="585789"/>
            <a:ext cx="1366245" cy="292608"/>
          </a:xfrm>
          <a:prstGeom prst="rect">
            <a:avLst/>
          </a:prstGeom>
        </p:spPr>
      </p:pic>
    </p:spTree>
    <p:extLst>
      <p:ext uri="{BB962C8B-B14F-4D97-AF65-F5344CB8AC3E}">
        <p14:creationId xmlns:p14="http://schemas.microsoft.com/office/powerpoint/2010/main" val="3132015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72">
          <p15:clr>
            <a:srgbClr val="5ACBF0"/>
          </p15:clr>
        </p15:guide>
        <p15:guide id="2" orient="horz" pos="2546">
          <p15:clr>
            <a:srgbClr val="5ACBF0"/>
          </p15:clr>
        </p15:guide>
        <p15:guide id="3" pos="6255">
          <p15:clr>
            <a:srgbClr val="5ACBF0"/>
          </p15:clr>
        </p15:guide>
        <p15:guide id="4" orient="horz" pos="2203">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161276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640854743"/>
      </p:ext>
    </p:extLst>
  </p:cSld>
  <p:clrMapOvr>
    <a:masterClrMapping/>
  </p:clrMapOvr>
  <p:transition>
    <p:fade/>
  </p:transition>
  <p:extLst>
    <p:ext uri="{DCECCB84-F9BA-43D5-87BE-67443E8EF086}">
      <p15:sldGuideLst xmlns:p15="http://schemas.microsoft.com/office/powerpoint/2012/main">
        <p15:guide id="2" orient="horz" pos="1297">
          <p15:clr>
            <a:srgbClr val="5ACBF0"/>
          </p15:clr>
        </p15:guide>
        <p15:guide id="3" orient="horz" pos="294">
          <p15:clr>
            <a:srgbClr val="5ACBF0"/>
          </p15:clr>
        </p15:guide>
        <p15:guide id="5" orient="horz" pos="922">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69"/>
            <a:ext cx="11018520" cy="1612768"/>
          </a:xfrm>
        </p:spPr>
        <p:txBody>
          <a:bodyPr wrap="square">
            <a:spAutoFit/>
          </a:bodyPr>
          <a:lstStyle>
            <a:lvl1pPr marL="0" indent="0">
              <a:buNone/>
              <a:defRPr/>
            </a:lvl1pPr>
            <a:lvl2pPr marL="228556" indent="0">
              <a:buNone/>
              <a:defRPr/>
            </a:lvl2pPr>
            <a:lvl3pPr marL="457112" indent="0">
              <a:buNone/>
              <a:defRPr/>
            </a:lvl3pPr>
            <a:lvl4pPr marL="685668" indent="0">
              <a:buNone/>
              <a:defRPr/>
            </a:lvl4pPr>
            <a:lvl5pPr marL="91422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6430004"/>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923">
          <p15:clr>
            <a:srgbClr val="5ACBF0"/>
          </p15:clr>
        </p15:guide>
        <p15:guide id="4" orient="horz" pos="1297">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1435100"/>
            <a:ext cx="5211763" cy="1612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1612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870386566"/>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1301">
          <p15:clr>
            <a:srgbClr val="5ACBF0"/>
          </p15:clr>
        </p15:guide>
        <p15:guide id="3" orient="horz" pos="922">
          <p15:clr>
            <a:srgbClr val="5ACBF0"/>
          </p15:clr>
        </p15:guide>
        <p15:guide id="4" pos="3733">
          <p15:clr>
            <a:srgbClr val="5ACBF0"/>
          </p15:clr>
        </p15:guide>
        <p15:guide id="5" pos="41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3"/>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39" indent="0">
              <a:buFont typeface="Wingdings" panose="05000000000000000000" pitchFamily="2" charset="2"/>
              <a:buNone/>
              <a:defRPr sz="2000" b="0"/>
            </a:lvl2pPr>
            <a:lvl3pPr marL="450764" indent="0">
              <a:buFont typeface="Wingdings" panose="05000000000000000000" pitchFamily="2" charset="2"/>
              <a:buNone/>
              <a:tabLst/>
              <a:defRPr sz="1600" b="0"/>
            </a:lvl3pPr>
            <a:lvl4pPr marL="652337" indent="0">
              <a:buFont typeface="Wingdings" panose="05000000000000000000" pitchFamily="2" charset="2"/>
              <a:buNone/>
              <a:defRPr sz="1400" b="0"/>
            </a:lvl4pPr>
            <a:lvl5pPr marL="853911"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2" y="1435100"/>
            <a:ext cx="5212080" cy="1649682"/>
          </a:xfrm>
        </p:spPr>
        <p:txBody>
          <a:bodyPr wrap="square">
            <a:spAutoFit/>
          </a:bodyPr>
          <a:lstStyle>
            <a:lvl1pPr marL="0" indent="0">
              <a:spcBef>
                <a:spcPts val="1223"/>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39" indent="0">
              <a:buFont typeface="Wingdings" panose="05000000000000000000" pitchFamily="2" charset="2"/>
              <a:buNone/>
              <a:defRPr sz="2000" b="0"/>
            </a:lvl2pPr>
            <a:lvl3pPr marL="450764" indent="0">
              <a:buFont typeface="Wingdings" panose="05000000000000000000" pitchFamily="2" charset="2"/>
              <a:buNone/>
              <a:tabLst/>
              <a:defRPr sz="1600" b="0"/>
            </a:lvl3pPr>
            <a:lvl4pPr marL="652337" indent="0">
              <a:buFont typeface="Wingdings" panose="05000000000000000000" pitchFamily="2" charset="2"/>
              <a:buNone/>
              <a:defRPr sz="1400" b="0"/>
            </a:lvl4pPr>
            <a:lvl5pPr marL="853911"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5798476"/>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1297">
          <p15:clr>
            <a:srgbClr val="5ACBF0"/>
          </p15:clr>
        </p15:guide>
        <p15:guide id="3" orient="horz" pos="922">
          <p15:clr>
            <a:srgbClr val="5ACBF0"/>
          </p15:clr>
        </p15:guide>
        <p15:guide id="4" pos="3729">
          <p15:clr>
            <a:srgbClr val="5ACBF0"/>
          </p15:clr>
        </p15:guide>
        <p15:guide id="5" pos="4105">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9"/>
            <a:ext cx="5219700" cy="1612749"/>
          </a:xfrm>
        </p:spPr>
        <p:txBody>
          <a:bodyPr>
            <a:spAutoFit/>
          </a:bodyPr>
          <a:lstStyle>
            <a:lvl1pPr marL="171417" indent="-171417">
              <a:defRPr lang="en-US" sz="2400" dirty="0"/>
            </a:lvl1pPr>
            <a:lvl2pPr marL="342834" indent="-171417">
              <a:defRPr lang="en-US" dirty="0"/>
            </a:lvl2pPr>
            <a:lvl3pPr marL="514252" indent="-171417">
              <a:defRPr lang="en-US" dirty="0"/>
            </a:lvl3pPr>
            <a:lvl4pPr marL="666622" indent="-152371">
              <a:defRPr lang="en-US" dirty="0"/>
            </a:lvl4pPr>
            <a:lvl5pPr marL="793598" indent="-12062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9"/>
            <a:ext cx="5219700" cy="1612749"/>
          </a:xfrm>
        </p:spPr>
        <p:txBody>
          <a:bodyPr>
            <a:spAutoFit/>
          </a:bodyPr>
          <a:lstStyle>
            <a:lvl1pPr marL="171417" indent="-171417">
              <a:defRPr lang="en-US" sz="2400" dirty="0"/>
            </a:lvl1pPr>
            <a:lvl2pPr marL="342834" indent="-171417">
              <a:defRPr lang="en-US" dirty="0"/>
            </a:lvl2pPr>
            <a:lvl3pPr marL="514252" indent="-171417">
              <a:defRPr lang="en-US" dirty="0"/>
            </a:lvl3pPr>
            <a:lvl4pPr marL="685668" indent="-136499">
              <a:defRPr lang="en-US" dirty="0"/>
            </a:lvl4pPr>
            <a:lvl5pPr marL="793598" indent="-12062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58325820"/>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1337">
          <p15:clr>
            <a:srgbClr val="5ACBF0"/>
          </p15:clr>
        </p15:guide>
        <p15:guide id="4" pos="3729">
          <p15:clr>
            <a:srgbClr val="5ACBF0"/>
          </p15:clr>
        </p15:guide>
        <p15:guide id="5" pos="4105">
          <p15:clr>
            <a:srgbClr val="5ACBF0"/>
          </p15:clr>
        </p15:guide>
        <p15:guide id="7" orient="horz" pos="923">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4" y="2081213"/>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2" y="2081213"/>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181298799"/>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1337">
          <p15:clr>
            <a:srgbClr val="5ACBF0"/>
          </p15:clr>
        </p15:guide>
        <p15:guide id="4" pos="3729">
          <p15:clr>
            <a:srgbClr val="5ACBF0"/>
          </p15:clr>
        </p15:guide>
        <p15:guide id="5" pos="4105">
          <p15:clr>
            <a:srgbClr val="5ACBF0"/>
          </p15:clr>
        </p15:guide>
        <p15:guide id="7" orient="horz" pos="923">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6"/>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6"/>
            <a:ext cx="3264408" cy="1760482"/>
          </a:xfrm>
        </p:spPr>
        <p:txBody>
          <a:bodyPr wrap="square">
            <a:spAutoFit/>
          </a:bodyPr>
          <a:lstStyle>
            <a:lvl1pPr marL="176180" indent="-176180">
              <a:defRPr lang="en-US" sz="2000" dirty="0"/>
            </a:lvl1pPr>
            <a:lvl2pPr marL="322201" indent="-150784">
              <a:defRPr lang="en-US" sz="1800" dirty="0"/>
            </a:lvl2pPr>
            <a:lvl3pPr marL="466636" indent="-138086">
              <a:defRPr lang="en-US" dirty="0"/>
            </a:lvl3pPr>
            <a:lvl4pPr marL="595199" indent="-128563">
              <a:defRPr lang="en-US" dirty="0"/>
            </a:lvl4pPr>
            <a:lvl5pPr marL="731698" indent="-12221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6"/>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6"/>
            <a:ext cx="3264408" cy="1760482"/>
          </a:xfrm>
        </p:spPr>
        <p:txBody>
          <a:bodyPr wrap="square">
            <a:spAutoFit/>
          </a:bodyPr>
          <a:lstStyle>
            <a:lvl1pPr marL="176180" indent="-176180">
              <a:defRPr lang="en-US" sz="2000" dirty="0"/>
            </a:lvl1pPr>
            <a:lvl2pPr marL="398386" indent="-169830">
              <a:defRPr lang="en-US" sz="1800" dirty="0"/>
            </a:lvl2pPr>
            <a:lvl3pPr marL="555518" indent="-157133">
              <a:defRPr lang="en-US" dirty="0"/>
            </a:lvl3pPr>
            <a:lvl4pPr marL="685668" indent="-136499">
              <a:defRPr lang="en-US" dirty="0"/>
            </a:lvl4pPr>
            <a:lvl5pPr marL="799946" indent="-111103">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6"/>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6"/>
            <a:ext cx="3264408" cy="1760482"/>
          </a:xfrm>
        </p:spPr>
        <p:txBody>
          <a:bodyPr wrap="square">
            <a:spAutoFit/>
          </a:bodyPr>
          <a:lstStyle>
            <a:lvl1pPr marL="176180" indent="-176180">
              <a:defRPr lang="en-US" sz="2000" dirty="0"/>
            </a:lvl1pPr>
            <a:lvl2pPr marL="398386" indent="-169830">
              <a:defRPr lang="en-US" sz="1800" dirty="0"/>
            </a:lvl2pPr>
            <a:lvl3pPr marL="555518" indent="-157133">
              <a:defRPr lang="en-US" dirty="0"/>
            </a:lvl3pPr>
            <a:lvl4pPr marL="685668" indent="-136499">
              <a:defRPr lang="en-US" dirty="0"/>
            </a:lvl4pPr>
            <a:lvl5pPr marL="799946" indent="-111103">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0438298"/>
      </p:ext>
    </p:extLst>
  </p:cSld>
  <p:clrMapOvr>
    <a:masterClrMapping/>
  </p:clrMapOvr>
  <p:transition>
    <p:fade/>
  </p:transition>
  <p:extLst>
    <p:ext uri="{DCECCB84-F9BA-43D5-87BE-67443E8EF086}">
      <p15:sldGuideLst xmlns:p15="http://schemas.microsoft.com/office/powerpoint/2012/main">
        <p15:guide id="3" orient="horz" pos="1536">
          <p15:clr>
            <a:srgbClr val="5ACBF0"/>
          </p15:clr>
        </p15:guide>
        <p15:guide id="4" orient="horz" pos="924">
          <p15:clr>
            <a:srgbClr val="5ACBF0"/>
          </p15:clr>
        </p15:guide>
        <p15:guide id="5" orient="horz" pos="294">
          <p15:clr>
            <a:srgbClr val="5ACBF0"/>
          </p15:clr>
        </p15:guide>
        <p15:guide id="6" pos="2479">
          <p15:clr>
            <a:srgbClr val="5ACBF0"/>
          </p15:clr>
        </p15:guide>
        <p15:guide id="7" pos="2867">
          <p15:clr>
            <a:srgbClr val="5ACBF0"/>
          </p15:clr>
        </p15:guide>
        <p15:guide id="8" pos="4969">
          <p15:clr>
            <a:srgbClr val="5ACBF0"/>
          </p15:clr>
        </p15:guide>
        <p15:guide id="9" pos="5356">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6"/>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6"/>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6"/>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6" y="2276475"/>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9" y="1438276"/>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9" y="2283116"/>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6"/>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4" y="2276475"/>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79476952"/>
      </p:ext>
    </p:extLst>
  </p:cSld>
  <p:clrMapOvr>
    <a:masterClrMapping/>
  </p:clrMapOvr>
  <p:transition>
    <p:fade/>
  </p:transition>
  <p:extLst>
    <p:ext uri="{DCECCB84-F9BA-43D5-87BE-67443E8EF086}">
      <p15:sldGuideLst xmlns:p15="http://schemas.microsoft.com/office/powerpoint/2012/main">
        <p15:guide id="4" orient="horz" pos="924">
          <p15:clr>
            <a:srgbClr val="5ACBF0"/>
          </p15:clr>
        </p15:guide>
        <p15:guide id="5" orient="horz" pos="294">
          <p15:clr>
            <a:srgbClr val="5ACBF0"/>
          </p15:clr>
        </p15:guide>
        <p15:guide id="6" pos="2002">
          <p15:clr>
            <a:srgbClr val="5ACBF0"/>
          </p15:clr>
        </p15:guide>
        <p15:guide id="7" pos="2193">
          <p15:clr>
            <a:srgbClr val="5ACBF0"/>
          </p15:clr>
        </p15:guide>
        <p15:guide id="8" pos="3821">
          <p15:clr>
            <a:srgbClr val="5ACBF0"/>
          </p15:clr>
        </p15:guide>
        <p15:guide id="9" pos="4013">
          <p15:clr>
            <a:srgbClr val="5ACBF0"/>
          </p15:clr>
        </p15:guide>
        <p15:guide id="10" pos="5641">
          <p15:clr>
            <a:srgbClr val="5ACBF0"/>
          </p15:clr>
        </p15:guide>
        <p15:guide id="11" pos="5831">
          <p15:clr>
            <a:srgbClr val="5ACBF0"/>
          </p15:clr>
        </p15:guide>
        <p15:guide id="12" orient="horz" pos="1465">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7007316"/>
      </p:ext>
    </p:extLst>
  </p:cSld>
  <p:clrMapOvr>
    <a:masterClrMapping/>
  </p:clrMapOvr>
  <p:transition>
    <p:fade/>
  </p:transition>
  <p:extLst>
    <p:ext uri="{DCECCB84-F9BA-43D5-87BE-67443E8EF086}">
      <p15:sldGuideLst xmlns:p15="http://schemas.microsoft.com/office/powerpoint/2012/main">
        <p15:guide id="4" orient="horz" pos="924">
          <p15:clr>
            <a:srgbClr val="5ACBF0"/>
          </p15:clr>
        </p15:guide>
        <p15:guide id="5" orient="horz" pos="294">
          <p15:clr>
            <a:srgbClr val="5ACBF0"/>
          </p15:clr>
        </p15:guide>
        <p15:guide id="6" pos="1642">
          <p15:clr>
            <a:srgbClr val="5ACBF0"/>
          </p15:clr>
        </p15:guide>
        <p15:guide id="7" pos="1831">
          <p15:clr>
            <a:srgbClr val="5ACBF0"/>
          </p15:clr>
        </p15:guide>
        <p15:guide id="8" pos="3096">
          <p15:clr>
            <a:srgbClr val="5ACBF0"/>
          </p15:clr>
        </p15:guide>
        <p15:guide id="9" pos="3286">
          <p15:clr>
            <a:srgbClr val="5ACBF0"/>
          </p15:clr>
        </p15:guide>
        <p15:guide id="10" pos="4550">
          <p15:clr>
            <a:srgbClr val="5ACBF0"/>
          </p15:clr>
        </p15:guide>
        <p15:guide id="11" pos="6008">
          <p15:clr>
            <a:srgbClr val="5ACBF0"/>
          </p15:clr>
        </p15:guide>
        <p15:guide id="12" orient="horz" pos="1465">
          <p15:clr>
            <a:srgbClr val="5ACBF0"/>
          </p15:clr>
        </p15:guide>
        <p15:guide id="13" pos="4739">
          <p15:clr>
            <a:srgbClr val="5ACBF0"/>
          </p15:clr>
        </p15:guide>
        <p15:guide id="14" pos="6194">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4724574"/>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5" pos="3405">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5"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893858166"/>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30" orient="horz" pos="294">
          <p15:clr>
            <a:srgbClr val="5ACBF0"/>
          </p15:clr>
        </p15:guide>
        <p15:guide id="32" orient="horz" pos="2203">
          <p15:clr>
            <a:srgbClr val="5ACBF0"/>
          </p15:clr>
        </p15:guide>
        <p15:guide id="33" pos="3036">
          <p15:clr>
            <a:srgbClr val="5ACBF0"/>
          </p15:clr>
        </p15:guide>
        <p15:guide id="34" pos="3403">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4153525655"/>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5" pos="3419">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guide id="31" pos="3917">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2016079"/>
            <a:ext cx="4158362" cy="1108121"/>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38610"/>
          </a:xfrm>
        </p:spPr>
        <p:txBody>
          <a:bodyPr/>
          <a:lstStyle>
            <a:lvl1pPr marL="0" indent="0">
              <a:buNone/>
              <a:defRPr sz="2200">
                <a:latin typeface="+mn-lt"/>
              </a:defRPr>
            </a:lvl1pPr>
            <a:lvl2pPr marL="228556" indent="0">
              <a:buNone/>
              <a:defRPr/>
            </a:lvl2pPr>
            <a:lvl3pPr marL="457112" indent="0">
              <a:buNone/>
              <a:defRPr/>
            </a:lvl3pPr>
            <a:lvl4pPr marL="661861" indent="0">
              <a:buNone/>
              <a:defRPr/>
            </a:lvl4pPr>
            <a:lvl5pPr marL="855499"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1"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904454800"/>
      </p:ext>
    </p:extLst>
  </p:cSld>
  <p:clrMapOvr>
    <a:masterClrMapping/>
  </p:clrMapOvr>
  <p:transition>
    <p:fade/>
  </p:transition>
  <p:extLst>
    <p:ext uri="{DCECCB84-F9BA-43D5-87BE-67443E8EF086}">
      <p15:sldGuideLst xmlns:p15="http://schemas.microsoft.com/office/powerpoint/2012/main">
        <p15:guide id="2" pos="3427">
          <p15:clr>
            <a:srgbClr val="5ACBF0"/>
          </p15:clr>
        </p15:guide>
        <p15:guide id="7" orient="horz" pos="2007">
          <p15:clr>
            <a:srgbClr val="5ACBF0"/>
          </p15:clr>
        </p15:guide>
        <p15:guide id="8" orient="horz" pos="2270">
          <p15:clr>
            <a:srgbClr val="5ACBF0"/>
          </p15:clr>
        </p15:guide>
        <p15:guide id="10" pos="3804">
          <p15:clr>
            <a:srgbClr val="C35EA4"/>
          </p15:clr>
        </p15:guide>
        <p15:guide id="11" pos="3053">
          <p15:clr>
            <a:srgbClr val="5ACBF0"/>
          </p15:clr>
        </p15:guide>
        <p15:guide id="12" pos="3614">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2873353"/>
            <a:ext cx="4159950" cy="1108121"/>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1"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960220825"/>
      </p:ext>
    </p:extLst>
  </p:cSld>
  <p:clrMapOvr>
    <a:masterClrMapping/>
  </p:clrMapOvr>
  <p:transition>
    <p:fade/>
  </p:transition>
  <p:extLst>
    <p:ext uri="{DCECCB84-F9BA-43D5-87BE-67443E8EF086}">
      <p15:sldGuideLst xmlns:p15="http://schemas.microsoft.com/office/powerpoint/2012/main">
        <p15:guide id="2" pos="3427">
          <p15:clr>
            <a:srgbClr val="5ACBF0"/>
          </p15:clr>
        </p15:guide>
        <p15:guide id="5" orient="horz" pos="2203">
          <p15:clr>
            <a:srgbClr val="5ACBF0"/>
          </p15:clr>
        </p15:guide>
        <p15:guide id="6" pos="3051">
          <p15:clr>
            <a:srgbClr val="5ACBF0"/>
          </p15:clr>
        </p15:guide>
        <p15:guide id="7" pos="3803">
          <p15:clr>
            <a:srgbClr val="C35EA4"/>
          </p15:clr>
        </p15:guide>
        <p15:guide id="8" pos="3615">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4" y="2979739"/>
            <a:ext cx="4163125" cy="861803"/>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1"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872327984"/>
      </p:ext>
    </p:extLst>
  </p:cSld>
  <p:clrMapOvr>
    <a:masterClrMapping/>
  </p:clrMapOvr>
  <p:transition>
    <p:fade/>
  </p:transition>
  <p:extLst>
    <p:ext uri="{DCECCB84-F9BA-43D5-87BE-67443E8EF086}">
      <p15:sldGuideLst xmlns:p15="http://schemas.microsoft.com/office/powerpoint/2012/main">
        <p15:guide id="2" pos="3427">
          <p15:clr>
            <a:srgbClr val="5ACBF0"/>
          </p15:clr>
        </p15:guide>
        <p15:guide id="3" orient="horz" pos="1914">
          <p15:clr>
            <a:srgbClr val="5ACBF0"/>
          </p15:clr>
        </p15:guide>
        <p15:guide id="4" pos="3806">
          <p15:clr>
            <a:srgbClr val="C35EA4"/>
          </p15:clr>
        </p15:guide>
        <p15:guide id="5" pos="3053">
          <p15:clr>
            <a:srgbClr val="5ACBF0"/>
          </p15:clr>
        </p15:guide>
        <p15:guide id="6" pos="3618">
          <p15:clr>
            <a:srgbClr val="A4A3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454209651"/>
      </p:ext>
    </p:extLst>
  </p:cSld>
  <p:clrMapOvr>
    <a:masterClrMapping/>
  </p:clrMapOvr>
  <p:transition>
    <p:fade/>
  </p:transition>
  <p:extLst>
    <p:ext uri="{DCECCB84-F9BA-43D5-87BE-67443E8EF086}">
      <p15:sldGuideLst xmlns:p15="http://schemas.microsoft.com/office/powerpoint/2012/main">
        <p15:guide id="1" orient="horz" pos="235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2"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924034979"/>
      </p:ext>
    </p:extLst>
  </p:cSld>
  <p:clrMapOvr>
    <a:masterClrMapping/>
  </p:clrMapOvr>
  <p:transition>
    <p:fade/>
  </p:transition>
  <p:extLst>
    <p:ext uri="{DCECCB84-F9BA-43D5-87BE-67443E8EF086}">
      <p15:sldGuideLst xmlns:p15="http://schemas.microsoft.com/office/powerpoint/2012/main">
        <p15:guide id="7" pos="3648">
          <p15:clr>
            <a:srgbClr val="5ACBF0"/>
          </p15:clr>
        </p15:guide>
        <p15:guide id="8" orient="horz" pos="2203">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753100261"/>
      </p:ext>
    </p:extLst>
  </p:cSld>
  <p:clrMapOvr>
    <a:masterClrMapping/>
  </p:clrMapOvr>
  <p:transition>
    <p:fade/>
  </p:transition>
  <p:extLst>
    <p:ext uri="{DCECCB84-F9BA-43D5-87BE-67443E8EF086}">
      <p15:sldGuideLst xmlns:p15="http://schemas.microsoft.com/office/powerpoint/2012/main">
        <p15:guide id="7" pos="4187">
          <p15:clr>
            <a:srgbClr val="5ACBF0"/>
          </p15:clr>
        </p15:guide>
        <p15:guide id="8" orient="horz" pos="2203">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436097"/>
            <a:ext cx="11018520" cy="554061"/>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1"/>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187845414"/>
      </p:ext>
    </p:extLst>
  </p:cSld>
  <p:clrMapOvr>
    <a:masterClrMapping/>
  </p:clrMapOvr>
  <p:transition>
    <p:fade/>
  </p:transition>
  <p:extLst>
    <p:ext uri="{DCECCB84-F9BA-43D5-87BE-67443E8EF086}">
      <p15:sldGuideLst xmlns:p15="http://schemas.microsoft.com/office/powerpoint/2012/main">
        <p15:guide id="5" orient="horz" pos="2937">
          <p15:clr>
            <a:srgbClr val="5ACBF0"/>
          </p15:clr>
        </p15:guide>
        <p15:guide id="6" orient="horz" pos="3672">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56"/>
            <a:ext cx="11018520" cy="554061"/>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222885777"/>
      </p:ext>
    </p:extLst>
  </p:cSld>
  <p:clrMapOvr>
    <a:masterClrMapping/>
  </p:clrMapOvr>
  <p:transition>
    <p:fade/>
  </p:transition>
  <p:extLst>
    <p:ext uri="{DCECCB84-F9BA-43D5-87BE-67443E8EF086}">
      <p15:sldGuideLst xmlns:p15="http://schemas.microsoft.com/office/powerpoint/2012/main">
        <p15:guide id="5" orient="horz" pos="1469">
          <p15:clr>
            <a:srgbClr val="5ACBF0"/>
          </p15:clr>
        </p15:guide>
        <p15:guide id="6" orient="horz" pos="734">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51722416"/>
      </p:ext>
    </p:extLst>
  </p:cSld>
  <p:clrMapOvr>
    <a:masterClrMapping/>
  </p:clrMapOvr>
  <p:transition>
    <p:fade/>
  </p:transition>
  <p:extLst>
    <p:ext uri="{DCECCB84-F9BA-43D5-87BE-67443E8EF086}">
      <p15:sldGuideLst xmlns:p15="http://schemas.microsoft.com/office/powerpoint/2012/main">
        <p15:guide id="3" orient="horz" pos="3655">
          <p15:clr>
            <a:srgbClr val="5ACBF0"/>
          </p15:clr>
        </p15:guide>
        <p15:guide id="4" orient="horz" pos="1301">
          <p15:clr>
            <a:srgbClr val="5ACBF0"/>
          </p15:clr>
        </p15:guide>
        <p15:guide id="5" orient="horz" pos="294">
          <p15:clr>
            <a:srgbClr val="5ACBF0"/>
          </p15:clr>
        </p15:guide>
        <p15:guide id="6" pos="3824">
          <p15:clr>
            <a:srgbClr val="5ACBF0"/>
          </p15:clr>
        </p15:guide>
        <p15:guide id="7" pos="4010">
          <p15:clr>
            <a:srgbClr val="5ACBF0"/>
          </p15:clr>
        </p15:guide>
        <p15:guide id="8" orient="horz" pos="3533">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4" y="5689600"/>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1" y="5689600"/>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89600"/>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796673771"/>
      </p:ext>
    </p:extLst>
  </p:cSld>
  <p:clrMapOvr>
    <a:masterClrMapping/>
  </p:clrMapOvr>
  <p:transition>
    <p:fade/>
  </p:transition>
  <p:extLst>
    <p:ext uri="{DCECCB84-F9BA-43D5-87BE-67443E8EF086}">
      <p15:sldGuideLst xmlns:p15="http://schemas.microsoft.com/office/powerpoint/2012/main">
        <p15:guide id="3" orient="horz" pos="3655">
          <p15:clr>
            <a:srgbClr val="5ACBF0"/>
          </p15:clr>
        </p15:guide>
        <p15:guide id="4" orient="horz" pos="1301">
          <p15:clr>
            <a:srgbClr val="5ACBF0"/>
          </p15:clr>
        </p15:guide>
        <p15:guide id="5" orient="horz" pos="294">
          <p15:clr>
            <a:srgbClr val="5ACBF0"/>
          </p15:clr>
        </p15:guide>
        <p15:guide id="6" pos="2608">
          <p15:clr>
            <a:srgbClr val="5ACBF0"/>
          </p15:clr>
        </p15:guide>
        <p15:guide id="7" pos="2799">
          <p15:clr>
            <a:srgbClr val="5ACBF0"/>
          </p15:clr>
        </p15:guide>
        <p15:guide id="8" pos="5035">
          <p15:clr>
            <a:srgbClr val="5ACBF0"/>
          </p15:clr>
        </p15:guide>
        <p15:guide id="9" pos="5226">
          <p15:clr>
            <a:srgbClr val="5ACBF0"/>
          </p15:clr>
        </p15:guide>
        <p15:guide id="10" orient="horz" pos="3534">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1"/>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1"/>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1"/>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1"/>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710521163"/>
      </p:ext>
    </p:extLst>
  </p:cSld>
  <p:clrMapOvr>
    <a:masterClrMapping/>
  </p:clrMapOvr>
  <p:transition>
    <p:fade/>
  </p:transition>
  <p:extLst>
    <p:ext uri="{DCECCB84-F9BA-43D5-87BE-67443E8EF086}">
      <p15:sldGuideLst xmlns:p15="http://schemas.microsoft.com/office/powerpoint/2012/main">
        <p15:guide id="3" orient="horz" pos="3053">
          <p15:clr>
            <a:srgbClr val="5ACBF0"/>
          </p15:clr>
        </p15:guide>
        <p15:guide id="4" orient="horz" pos="1301">
          <p15:clr>
            <a:srgbClr val="5ACBF0"/>
          </p15:clr>
        </p15:guide>
        <p15:guide id="5" orient="horz" pos="294">
          <p15:clr>
            <a:srgbClr val="5ACBF0"/>
          </p15:clr>
        </p15:guide>
        <p15:guide id="6" pos="2002">
          <p15:clr>
            <a:srgbClr val="5ACBF0"/>
          </p15:clr>
        </p15:guide>
        <p15:guide id="7" pos="2193">
          <p15:clr>
            <a:srgbClr val="5ACBF0"/>
          </p15:clr>
        </p15:guide>
        <p15:guide id="8" pos="3821">
          <p15:clr>
            <a:srgbClr val="5ACBF0"/>
          </p15:clr>
        </p15:guide>
        <p15:guide id="9" pos="4013">
          <p15:clr>
            <a:srgbClr val="5ACBF0"/>
          </p15:clr>
        </p15:guide>
        <p15:guide id="10" pos="5641">
          <p15:clr>
            <a:srgbClr val="5ACBF0"/>
          </p15:clr>
        </p15:guide>
        <p15:guide id="11" pos="5831">
          <p15:clr>
            <a:srgbClr val="5ACBF0"/>
          </p15:clr>
        </p15:guide>
        <p15:guide id="12" orient="horz" pos="2927">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2"/>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1"/>
            <a:ext cx="4892040" cy="276999"/>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276999"/>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9"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682002009"/>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1469">
          <p15:clr>
            <a:srgbClr val="5ACBF0"/>
          </p15:clr>
        </p15:guide>
        <p15:guide id="4" orient="horz" pos="3273">
          <p15:clr>
            <a:srgbClr val="5ACBF0"/>
          </p15:clr>
        </p15:guide>
        <p15:guide id="5" pos="3903">
          <p15:clr>
            <a:srgbClr val="5ACBF0"/>
          </p15:clr>
        </p15:guide>
        <p15:guide id="6" pos="3936">
          <p15:clr>
            <a:srgbClr val="5ACBF0"/>
          </p15:clr>
        </p15:guide>
        <p15:guide id="11" pos="1948">
          <p15:clr>
            <a:srgbClr val="5ACBF0"/>
          </p15:clr>
        </p15:guide>
        <p15:guide id="12" pos="5886">
          <p15:clr>
            <a:srgbClr val="5ACBF0"/>
          </p15:clr>
        </p15:guide>
        <p15:guide id="13" orient="horz" pos="3427">
          <p15:clr>
            <a:srgbClr val="5ACBF0"/>
          </p15:clr>
        </p15:guide>
        <p15:guide id="14" orient="horz">
          <p15:clr>
            <a:srgbClr val="5ACBF0"/>
          </p15:clr>
        </p15:guide>
        <p15:guide id="15" pos="3520">
          <p15:clr>
            <a:srgbClr val="5ACBF0"/>
          </p15:clr>
        </p15:guide>
        <p15:guide id="16" pos="4314">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1"/>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7" y="4800601"/>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1"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098225209"/>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1469">
          <p15:clr>
            <a:srgbClr val="5ACBF0"/>
          </p15:clr>
        </p15:guide>
        <p15:guide id="3" orient="horz" pos="2937">
          <p15:clr>
            <a:srgbClr val="5ACBF0"/>
          </p15:clr>
        </p15:guide>
        <p15:guide id="4" orient="horz" pos="3084">
          <p15:clr>
            <a:srgbClr val="5ACBF0"/>
          </p15:clr>
        </p15:guide>
        <p15:guide id="5" pos="2585">
          <p15:clr>
            <a:srgbClr val="5ACBF0"/>
          </p15:clr>
        </p15:guide>
        <p15:guide id="6" pos="2625">
          <p15:clr>
            <a:srgbClr val="5ACBF0"/>
          </p15:clr>
        </p15:guide>
        <p15:guide id="8" pos="5211">
          <p15:clr>
            <a:srgbClr val="5ACBF0"/>
          </p15:clr>
        </p15:guide>
        <p15:guide id="9" pos="5248">
          <p15:clr>
            <a:srgbClr val="5ACBF0"/>
          </p15:clr>
        </p15:guide>
        <p15:guide id="11" pos="1291">
          <p15:clr>
            <a:srgbClr val="5ACBF0"/>
          </p15:clr>
        </p15:guide>
        <p15:guide id="12" pos="3917">
          <p15:clr>
            <a:srgbClr val="5ACBF0"/>
          </p15:clr>
        </p15:guide>
        <p15:guide id="13" pos="6543">
          <p15:clr>
            <a:srgbClr val="5ACBF0"/>
          </p15:clr>
        </p15:guide>
        <p15:guide id="14" orient="horz" pos="1095">
          <p15:clr>
            <a:srgbClr val="5ACBF0"/>
          </p15:clr>
        </p15:guide>
        <p15:guide id="15" pos="2211">
          <p15:clr>
            <a:srgbClr val="5ACBF0"/>
          </p15:clr>
        </p15:guide>
        <p15:guide id="16" pos="3003">
          <p15:clr>
            <a:srgbClr val="5ACBF0"/>
          </p15:clr>
        </p15:guide>
        <p15:guide id="17" pos="4833">
          <p15:clr>
            <a:srgbClr val="5ACBF0"/>
          </p15:clr>
        </p15:guide>
        <p15:guide id="18" pos="5625">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2"/>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7" y="4800601"/>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1"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3" y="4799409"/>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7"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870374359"/>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1469">
          <p15:clr>
            <a:srgbClr val="5ACBF0"/>
          </p15:clr>
        </p15:guide>
        <p15:guide id="3" orient="horz" pos="2937">
          <p15:clr>
            <a:srgbClr val="5ACBF0"/>
          </p15:clr>
        </p15:guide>
        <p15:guide id="4" orient="horz" pos="3084">
          <p15:clr>
            <a:srgbClr val="5ACBF0"/>
          </p15:clr>
        </p15:guide>
        <p15:guide id="5" pos="1928">
          <p15:clr>
            <a:srgbClr val="5ACBF0"/>
          </p15:clr>
        </p15:guide>
        <p15:guide id="6" pos="1969">
          <p15:clr>
            <a:srgbClr val="5ACBF0"/>
          </p15:clr>
        </p15:guide>
        <p15:guide id="7" pos="5864">
          <p15:clr>
            <a:srgbClr val="5ACBF0"/>
          </p15:clr>
        </p15:guide>
        <p15:guide id="8" pos="3897">
          <p15:clr>
            <a:srgbClr val="5ACBF0"/>
          </p15:clr>
        </p15:guide>
        <p15:guide id="9" pos="3937">
          <p15:clr>
            <a:srgbClr val="5ACBF0"/>
          </p15:clr>
        </p15:guide>
        <p15:guide id="10" pos="5905">
          <p15:clr>
            <a:srgbClr val="5ACBF0"/>
          </p15:clr>
        </p15:guide>
        <p15:guide id="11" pos="963">
          <p15:clr>
            <a:srgbClr val="5ACBF0"/>
          </p15:clr>
        </p15:guide>
        <p15:guide id="12" pos="2934">
          <p15:clr>
            <a:srgbClr val="5ACBF0"/>
          </p15:clr>
        </p15:guide>
        <p15:guide id="13" pos="4903">
          <p15:clr>
            <a:srgbClr val="5ACBF0"/>
          </p15:clr>
        </p15:guide>
        <p15:guide id="14" pos="6871">
          <p15:clr>
            <a:srgbClr val="5ACBF0"/>
          </p15:clr>
        </p15:guide>
        <p15:guide id="15" orient="horz">
          <p15:clr>
            <a:srgbClr val="5ACBF0"/>
          </p15:clr>
        </p15:guide>
        <p15:guide id="16" pos="1555">
          <p15:clr>
            <a:srgbClr val="5ACBF0"/>
          </p15:clr>
        </p15:guide>
        <p15:guide id="17" pos="2344">
          <p15:clr>
            <a:srgbClr val="5ACBF0"/>
          </p15:clr>
        </p15:guide>
        <p15:guide id="18" pos="3519">
          <p15:clr>
            <a:srgbClr val="5ACBF0"/>
          </p15:clr>
        </p15:guide>
        <p15:guide id="19" pos="4315">
          <p15:clr>
            <a:srgbClr val="5ACBF0"/>
          </p15:clr>
        </p15:guide>
        <p15:guide id="20" pos="5488">
          <p15:clr>
            <a:srgbClr val="5ACBF0"/>
          </p15:clr>
        </p15:guide>
        <p15:guide id="21" pos="6279">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2"/>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1"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5"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558308207"/>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1469">
          <p15:clr>
            <a:srgbClr val="5ACBF0"/>
          </p15:clr>
        </p15:guide>
        <p15:guide id="3" orient="horz" pos="2937">
          <p15:clr>
            <a:srgbClr val="5ACBF0"/>
          </p15:clr>
        </p15:guide>
        <p15:guide id="4" orient="horz" pos="3084">
          <p15:clr>
            <a:srgbClr val="5ACBF0"/>
          </p15:clr>
        </p15:guide>
        <p15:guide id="8" pos="4724">
          <p15:clr>
            <a:srgbClr val="5ACBF0"/>
          </p15:clr>
        </p15:guide>
        <p15:guide id="9" pos="4685">
          <p15:clr>
            <a:srgbClr val="5ACBF0"/>
          </p15:clr>
        </p15:guide>
        <p15:guide id="10" pos="6257">
          <p15:clr>
            <a:srgbClr val="5ACBF0"/>
          </p15:clr>
        </p15:guide>
        <p15:guide id="11" pos="1350">
          <p15:clr>
            <a:srgbClr val="5ACBF0"/>
          </p15:clr>
        </p15:guide>
        <p15:guide id="12" pos="2922">
          <p15:clr>
            <a:srgbClr val="5ACBF0"/>
          </p15:clr>
        </p15:guide>
        <p15:guide id="13" pos="4912">
          <p15:clr>
            <a:srgbClr val="5ACBF0"/>
          </p15:clr>
        </p15:guide>
        <p15:guide id="14" pos="6489">
          <p15:clr>
            <a:srgbClr val="5ACBF0"/>
          </p15:clr>
        </p15:guide>
        <p15:guide id="15" orient="horz">
          <p15:clr>
            <a:srgbClr val="5ACBF0"/>
          </p15:clr>
        </p15:guide>
        <p15:guide id="16" pos="1762">
          <p15:clr>
            <a:srgbClr val="5ACBF0"/>
          </p15:clr>
        </p15:guide>
        <p15:guide id="17" pos="2340">
          <p15:clr>
            <a:srgbClr val="5ACBF0"/>
          </p15:clr>
        </p15:guide>
        <p15:guide id="18" pos="3339">
          <p15:clr>
            <a:srgbClr val="5ACBF0"/>
          </p15:clr>
        </p15:guide>
        <p15:guide id="19" pos="4499">
          <p15:clr>
            <a:srgbClr val="5ACBF0"/>
          </p15:clr>
        </p15:guide>
        <p15:guide id="21" pos="6303">
          <p15:clr>
            <a:srgbClr val="5ACBF0"/>
          </p15:clr>
        </p15:guide>
        <p15:guide id="22" pos="1531">
          <p15:clr>
            <a:srgbClr val="5ACBF0"/>
          </p15:clr>
        </p15:guide>
        <p15:guide id="23" pos="1574">
          <p15:clr>
            <a:srgbClr val="5ACBF0"/>
          </p15:clr>
        </p15:guide>
        <p15:guide id="24" pos="3110">
          <p15:clr>
            <a:srgbClr val="5ACBF0"/>
          </p15:clr>
        </p15:guide>
        <p15:guide id="25" pos="3150">
          <p15:clr>
            <a:srgbClr val="5ACBF0"/>
          </p15:clr>
        </p15:guide>
        <p15:guide id="26" pos="6073">
          <p15:clr>
            <a:srgbClr val="5ACBF0"/>
          </p15:clr>
        </p15:guide>
        <p15:guide id="27" pos="3917">
          <p15:clr>
            <a:srgbClr val="5ACBF0"/>
          </p15:clr>
        </p15:guide>
        <p15:guide id="28" pos="5494">
          <p15:clr>
            <a:srgbClr val="5ACBF0"/>
          </p15:clr>
        </p15:guide>
        <p15:guide id="29" pos="768">
          <p15:clr>
            <a:srgbClr val="5ACBF0"/>
          </p15:clr>
        </p15:guide>
        <p15:guide id="30" pos="7066">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9716"/>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4"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4"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336441429"/>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3084">
          <p15:clr>
            <a:srgbClr val="5ACBF0"/>
          </p15:clr>
        </p15:guide>
        <p15:guide id="3" pos="3917">
          <p15:clr>
            <a:srgbClr val="5ACBF0"/>
          </p15:clr>
        </p15:guide>
        <p15:guide id="4" pos="1309">
          <p15:clr>
            <a:srgbClr val="5ACBF0"/>
          </p15:clr>
        </p15:guide>
        <p15:guide id="5" pos="5780">
          <p15:clr>
            <a:srgbClr val="5ACBF0"/>
          </p15:clr>
        </p15:guide>
        <p15:guide id="6" pos="2796">
          <p15:clr>
            <a:srgbClr val="5ACBF0"/>
          </p15:clr>
        </p15:guide>
        <p15:guide id="7" pos="2052">
          <p15:clr>
            <a:srgbClr val="5ACBF0"/>
          </p15:clr>
        </p15:guide>
        <p15:guide id="8" pos="3171">
          <p15:clr>
            <a:srgbClr val="5ACBF0"/>
          </p15:clr>
        </p15:guide>
        <p15:guide id="9" pos="4662">
          <p15:clr>
            <a:srgbClr val="5ACBF0"/>
          </p15:clr>
        </p15:guide>
        <p15:guide id="11" pos="6525">
          <p15:clr>
            <a:srgbClr val="5ACBF0"/>
          </p15:clr>
        </p15:guide>
        <p15:guide id="12" orient="horz" pos="1469">
          <p15:clr>
            <a:srgbClr val="5ACBF0"/>
          </p15:clr>
        </p15:guide>
        <p15:guide id="13" pos="5037">
          <p15:clr>
            <a:srgbClr val="5ACBF0"/>
          </p15:clr>
        </p15:guide>
        <p15:guide id="14" orient="horz" pos="2952">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3760"/>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1"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1"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1"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1"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840276947"/>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3084">
          <p15:clr>
            <a:srgbClr val="5ACBF0"/>
          </p15:clr>
        </p15:guide>
        <p15:guide id="3" pos="4106">
          <p15:clr>
            <a:srgbClr val="5ACBF0"/>
          </p15:clr>
        </p15:guide>
        <p15:guide id="5" pos="5971">
          <p15:clr>
            <a:srgbClr val="5ACBF0"/>
          </p15:clr>
        </p15:guide>
        <p15:guide id="7" pos="3727">
          <p15:clr>
            <a:srgbClr val="5ACBF0"/>
          </p15:clr>
        </p15:guide>
        <p15:guide id="8" pos="2239">
          <p15:clr>
            <a:srgbClr val="5ACBF0"/>
          </p15:clr>
        </p15:guide>
        <p15:guide id="10" pos="2985">
          <p15:clr>
            <a:srgbClr val="5ACBF0"/>
          </p15:clr>
        </p15:guide>
        <p15:guide id="11" pos="4851">
          <p15:clr>
            <a:srgbClr val="5ACBF0"/>
          </p15:clr>
        </p15:guide>
        <p15:guide id="12" pos="6713">
          <p15:clr>
            <a:srgbClr val="5ACBF0"/>
          </p15:clr>
        </p15:guide>
        <p15:guide id="13" pos="1119">
          <p15:clr>
            <a:srgbClr val="5ACBF0"/>
          </p15:clr>
        </p15:guide>
        <p15:guide id="14" orient="horz" pos="1469">
          <p15:clr>
            <a:srgbClr val="5ACBF0"/>
          </p15:clr>
        </p15:guide>
        <p15:guide id="15" pos="1863">
          <p15:clr>
            <a:srgbClr val="5ACBF0"/>
          </p15:clr>
        </p15:guide>
        <p15:guide id="18" pos="5593">
          <p15:clr>
            <a:srgbClr val="5ACBF0"/>
          </p15:clr>
        </p15:guide>
        <p15:guide id="19" orient="horz" pos="2956">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3760"/>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199039960"/>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2717">
          <p15:clr>
            <a:srgbClr val="5ACBF0"/>
          </p15:clr>
        </p15:guide>
        <p15:guide id="3" pos="6341">
          <p15:clr>
            <a:srgbClr val="5ACBF0"/>
          </p15:clr>
        </p15:guide>
        <p15:guide id="5" pos="5967">
          <p15:clr>
            <a:srgbClr val="5ACBF0"/>
          </p15:clr>
        </p15:guide>
        <p15:guide id="7" pos="4480">
          <p15:clr>
            <a:srgbClr val="5ACBF0"/>
          </p15:clr>
        </p15:guide>
        <p15:guide id="8" pos="3358">
          <p15:clr>
            <a:srgbClr val="5ACBF0"/>
          </p15:clr>
        </p15:guide>
        <p15:guide id="10" pos="2985">
          <p15:clr>
            <a:srgbClr val="5ACBF0"/>
          </p15:clr>
        </p15:guide>
        <p15:guide id="11" pos="4849">
          <p15:clr>
            <a:srgbClr val="5ACBF0"/>
          </p15:clr>
        </p15:guide>
        <p15:guide id="13" pos="1493">
          <p15:clr>
            <a:srgbClr val="5ACBF0"/>
          </p15:clr>
        </p15:guide>
        <p15:guide id="14" orient="horz" pos="1469">
          <p15:clr>
            <a:srgbClr val="5ACBF0"/>
          </p15:clr>
        </p15:guide>
        <p15:guide id="15" pos="1867">
          <p15:clr>
            <a:srgbClr val="5ACBF0"/>
          </p15:clr>
        </p15:guide>
        <p15:guide id="16" orient="horz" pos="2583">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7" y="2309813"/>
            <a:ext cx="3182027" cy="554061"/>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3"/>
            <a:ext cx="7253288" cy="430901"/>
          </a:xfrm>
        </p:spPr>
        <p:txBody>
          <a:bodyPr anchor="t"/>
          <a:lstStyle>
            <a:lvl1pPr marL="231730" indent="-231730">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4"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3374886"/>
      </p:ext>
    </p:extLst>
  </p:cSld>
  <p:clrMapOvr>
    <a:masterClrMapping/>
  </p:clrMapOvr>
  <p:transition>
    <p:fade/>
  </p:transition>
  <p:extLst>
    <p:ext uri="{DCECCB84-F9BA-43D5-87BE-67443E8EF086}">
      <p15:sldGuideLst xmlns:p15="http://schemas.microsoft.com/office/powerpoint/2012/main">
        <p15:guide id="13" pos="2799">
          <p15:clr>
            <a:srgbClr val="5ACBF0"/>
          </p15:clr>
        </p15:guide>
        <p15:guide id="29" orient="horz" pos="1297">
          <p15:clr>
            <a:srgbClr val="5ACBF0"/>
          </p15:clr>
        </p15:guide>
        <p15:guide id="30" pos="2424">
          <p15:clr>
            <a:srgbClr val="5ACBF0"/>
          </p15:clr>
        </p15:guide>
        <p15:guide id="32" orient="horz" pos="1484">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4" y="3150383"/>
            <a:ext cx="3182027" cy="554061"/>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11963"/>
            <a:ext cx="6667500" cy="430901"/>
          </a:xfrm>
        </p:spPr>
        <p:txBody>
          <a:bodyPr anchor="ctr"/>
          <a:lstStyle>
            <a:lvl1pPr marL="231730" indent="-231730">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309270593"/>
      </p:ext>
    </p:extLst>
  </p:cSld>
  <p:clrMapOvr>
    <a:masterClrMapping/>
  </p:clrMapOvr>
  <p:transition>
    <p:fade/>
  </p:transition>
  <p:extLst>
    <p:ext uri="{DCECCB84-F9BA-43D5-87BE-67443E8EF086}">
      <p15:sldGuideLst xmlns:p15="http://schemas.microsoft.com/office/powerpoint/2012/main">
        <p15:guide id="13" pos="2799">
          <p15:clr>
            <a:srgbClr val="5ACBF0"/>
          </p15:clr>
        </p15:guide>
        <p15:guide id="29" orient="horz" pos="2203">
          <p15:clr>
            <a:srgbClr val="5ACBF0"/>
          </p15:clr>
        </p15:guide>
        <p15:guide id="30" pos="2424">
          <p15:clr>
            <a:srgbClr val="5ACBF0"/>
          </p15:clr>
        </p15:guide>
        <p15:guide id="31" pos="3175">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86" indent="0">
              <a:buNone/>
              <a:tabLst>
                <a:tab pos="344422" algn="l"/>
              </a:tabLst>
              <a:defRPr sz="2400">
                <a:solidFill>
                  <a:schemeClr val="tx1"/>
                </a:solidFill>
                <a:latin typeface="Consolas" panose="020B0609020204030204" pitchFamily="49" charset="0"/>
                <a:cs typeface="Consolas" panose="020B0609020204030204" pitchFamily="49" charset="0"/>
              </a:defRPr>
            </a:lvl2pPr>
            <a:lvl3pPr marL="584495" indent="0">
              <a:buNone/>
              <a:tabLst>
                <a:tab pos="569803" algn="l"/>
              </a:tabLst>
              <a:defRPr sz="2400">
                <a:solidFill>
                  <a:schemeClr val="tx1"/>
                </a:solidFill>
                <a:latin typeface="Consolas" panose="020B0609020204030204" pitchFamily="49" charset="0"/>
                <a:cs typeface="Consolas" panose="020B0609020204030204" pitchFamily="49" charset="0"/>
              </a:defRPr>
            </a:lvl3pPr>
            <a:lvl4pPr marL="814407" indent="0">
              <a:buNone/>
              <a:tabLst>
                <a:tab pos="799946" algn="l"/>
              </a:tabLst>
              <a:defRPr sz="2400">
                <a:solidFill>
                  <a:schemeClr val="tx1"/>
                </a:solidFill>
                <a:latin typeface="Consolas" panose="020B0609020204030204" pitchFamily="49" charset="0"/>
                <a:cs typeface="Consolas" panose="020B0609020204030204" pitchFamily="49" charset="0"/>
              </a:defRPr>
            </a:lvl4pPr>
            <a:lvl5pPr marL="1050795" indent="0">
              <a:buNone/>
              <a:tabLst>
                <a:tab pos="1028502"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158572894"/>
      </p:ext>
    </p:extLst>
  </p:cSld>
  <p:clrMapOvr>
    <a:masterClrMapping/>
  </p:clrMapOvr>
  <p:transition>
    <p:fade/>
  </p:transition>
  <p:extLst>
    <p:ext uri="{DCECCB84-F9BA-43D5-87BE-67443E8EF086}">
      <p15:sldGuideLst xmlns:p15="http://schemas.microsoft.com/office/powerpoint/2012/main">
        <p15:guide id="1" orient="horz" pos="1348">
          <p15:clr>
            <a:srgbClr val="5ACBF0"/>
          </p15:clr>
        </p15:guide>
        <p15:guide id="2" orient="horz" pos="923">
          <p15:clr>
            <a:srgbClr val="5ACBF0"/>
          </p15:clr>
        </p15:guide>
        <p15:guide id="3" orient="horz" pos="294">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487" indent="0">
              <a:buNone/>
              <a:defRPr sz="240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759048702"/>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4" orient="horz" pos="1811">
          <p15:clr>
            <a:srgbClr val="5ACBF0"/>
          </p15:clr>
        </p15:guide>
        <p15:guide id="5" orient="horz" pos="2241">
          <p15:clr>
            <a:srgbClr val="5ACBF0"/>
          </p15:clr>
        </p15:guide>
        <p15:guide id="6" orient="horz" pos="788">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487" indent="0">
              <a:buNone/>
              <a:defRPr sz="240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Tree>
    <p:extLst>
      <p:ext uri="{BB962C8B-B14F-4D97-AF65-F5344CB8AC3E}">
        <p14:creationId xmlns:p14="http://schemas.microsoft.com/office/powerpoint/2010/main" val="4077589493"/>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4" orient="horz" pos="2714">
          <p15:clr>
            <a:srgbClr val="5ACBF0"/>
          </p15:clr>
        </p15:guide>
        <p15:guide id="5" orient="horz" pos="3210">
          <p15:clr>
            <a:srgbClr val="5ACBF0"/>
          </p15:clr>
        </p15:guide>
        <p15:guide id="6" orient="horz" pos="427">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4"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6"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1"/>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92309631"/>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454">
          <p15:clr>
            <a:srgbClr val="5ACBF0"/>
          </p15:clr>
        </p15:guide>
        <p15:guide id="4" orient="horz" pos="860">
          <p15:clr>
            <a:srgbClr val="5ACBF0"/>
          </p15:clr>
        </p15:guide>
        <p15:guide id="7" pos="3349">
          <p15:clr>
            <a:srgbClr val="5ACBF0"/>
          </p15:clr>
        </p15:guide>
        <p15:guide id="8" pos="3727">
          <p15:clr>
            <a:srgbClr val="5ACBF0"/>
          </p15:clr>
        </p15:guide>
        <p15:guide id="9" pos="2974">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50"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1"/>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200"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Tree>
    <p:extLst>
      <p:ext uri="{BB962C8B-B14F-4D97-AF65-F5344CB8AC3E}">
        <p14:creationId xmlns:p14="http://schemas.microsoft.com/office/powerpoint/2010/main" val="1075320561"/>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445">
          <p15:clr>
            <a:srgbClr val="5ACBF0"/>
          </p15:clr>
        </p15:guide>
        <p15:guide id="4" orient="horz" pos="856">
          <p15:clr>
            <a:srgbClr val="5ACBF0"/>
          </p15:clr>
        </p15:guide>
        <p15:guide id="6" pos="4490">
          <p15:clr>
            <a:srgbClr val="5ACBF0"/>
          </p15:clr>
        </p15:guide>
        <p15:guide id="7" pos="4115">
          <p15:clr>
            <a:srgbClr val="5ACBF0"/>
          </p15:clr>
        </p15:guide>
        <p15:guide id="8" pos="486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Demo slide">
    <p:bg>
      <p:bgPr>
        <a:solidFill>
          <a:srgbClr val="2A446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F64A13-1480-A771-C5E0-989748C7DB46}"/>
              </a:ext>
            </a:extLst>
          </p:cNvPr>
          <p:cNvPicPr>
            <a:picLocks noChangeAspect="1"/>
          </p:cNvPicPr>
          <p:nvPr userDrawn="1"/>
        </p:nvPicPr>
        <p:blipFill>
          <a:blip r:embed="rId2"/>
          <a:srcRect/>
          <a:stretch/>
        </p:blipFill>
        <p:spPr>
          <a:xfrm>
            <a:off x="8449366" y="688"/>
            <a:ext cx="3742634" cy="6856622"/>
          </a:xfrm>
          <a:prstGeom prst="rect">
            <a:avLst/>
          </a:prstGeom>
        </p:spPr>
      </p:pic>
      <p:sp>
        <p:nvSpPr>
          <p:cNvPr id="2" name="Title 1"/>
          <p:cNvSpPr>
            <a:spLocks noGrp="1"/>
          </p:cNvSpPr>
          <p:nvPr>
            <p:ph type="title" hasCustomPrompt="1"/>
          </p:nvPr>
        </p:nvSpPr>
        <p:spPr>
          <a:xfrm>
            <a:off x="585216" y="2977824"/>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20"/>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0076410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03">
          <p15:clr>
            <a:srgbClr val="FBAE40"/>
          </p15:clr>
        </p15:guide>
        <p15:guide id="2" pos="6258">
          <p15:clr>
            <a:srgbClr val="5ACBF0"/>
          </p15:clr>
        </p15:guide>
        <p15:guide id="3" orient="horz" pos="1948">
          <p15:clr>
            <a:srgbClr val="5ACBF0"/>
          </p15:clr>
        </p15:guide>
        <p15:guide id="4" orient="horz" pos="2555">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4"/>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20"/>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121589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03">
          <p15:clr>
            <a:srgbClr val="FBAE40"/>
          </p15:clr>
        </p15:guide>
        <p15:guide id="2" pos="6258">
          <p15:clr>
            <a:srgbClr val="5ACBF0"/>
          </p15:clr>
        </p15:guide>
        <p15:guide id="3" orient="horz" pos="1948">
          <p15:clr>
            <a:srgbClr val="5ACBF0"/>
          </p15:clr>
        </p15:guide>
        <p15:guide id="4" orient="horz" pos="2555">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ection Title">
    <p:bg>
      <p:bgPr>
        <a:solidFill>
          <a:srgbClr val="2A446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0D0199-9B4A-EF92-5063-6750098BCE42}"/>
              </a:ext>
            </a:extLst>
          </p:cNvPr>
          <p:cNvPicPr>
            <a:picLocks noChangeAspect="1"/>
          </p:cNvPicPr>
          <p:nvPr userDrawn="1"/>
        </p:nvPicPr>
        <p:blipFill>
          <a:blip r:embed="rId2"/>
          <a:srcRect/>
          <a:stretch/>
        </p:blipFill>
        <p:spPr>
          <a:xfrm>
            <a:off x="9700718" y="0"/>
            <a:ext cx="2490825" cy="6858000"/>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176059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03">
          <p15:clr>
            <a:srgbClr val="FBAE40"/>
          </p15:clr>
        </p15:guide>
        <p15:guide id="2" pos="6250">
          <p15:clr>
            <a:srgbClr val="5ACBF0"/>
          </p15:clr>
        </p15:guide>
        <p15:guide id="3" orient="horz" pos="1949">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681701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03">
          <p15:clr>
            <a:srgbClr val="FBAE40"/>
          </p15:clr>
        </p15:guide>
        <p15:guide id="2" pos="6258">
          <p15:clr>
            <a:srgbClr val="5ACBF0"/>
          </p15:clr>
        </p15:guide>
        <p15:guide id="3" orient="horz" pos="1948">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4447502"/>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24">
          <p15:clr>
            <a:srgbClr val="A4A3A4"/>
          </p15:clr>
        </p15:guide>
        <p15:guide id="15" pos="3415">
          <p15:clr>
            <a:srgbClr val="A4A3A4"/>
          </p15:clr>
        </p15:guide>
        <p15:guide id="16" pos="3829">
          <p15:clr>
            <a:srgbClr val="A4A3A4"/>
          </p15:clr>
        </p15:guide>
        <p15:guide id="17" pos="4010">
          <p15:clr>
            <a:srgbClr val="A4A3A4"/>
          </p15:clr>
        </p15:guide>
        <p15:guide id="18" pos="4429">
          <p15:clr>
            <a:srgbClr val="A4A3A4"/>
          </p15:clr>
        </p15:guide>
        <p15:guide id="19" pos="4622">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663455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5" pos="3405">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111"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Segoe UI"/>
                <a:ea typeface="+mn-ea"/>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1" y="585789"/>
            <a:ext cx="1366245" cy="292608"/>
          </a:xfrm>
          <a:prstGeom prst="rect">
            <a:avLst/>
          </a:prstGeom>
        </p:spPr>
      </p:pic>
    </p:spTree>
    <p:extLst>
      <p:ext uri="{BB962C8B-B14F-4D97-AF65-F5344CB8AC3E}">
        <p14:creationId xmlns:p14="http://schemas.microsoft.com/office/powerpoint/2010/main" val="399794676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2" y="6269039"/>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129977502"/>
      </p:ext>
    </p:extLst>
  </p:cSld>
  <p:clrMapOvr>
    <a:masterClrMapping/>
  </p:clrMapOvr>
  <p:transition>
    <p:fade/>
  </p:transition>
  <p:extLst>
    <p:ext uri="{DCECCB84-F9BA-43D5-87BE-67443E8EF086}">
      <p15:sldGuideLst xmlns:p15="http://schemas.microsoft.com/office/powerpoint/2012/main">
        <p15:guide id="1" orient="horz" pos="922">
          <p15:clr>
            <a:srgbClr val="5ACBF0"/>
          </p15:clr>
        </p15:guide>
        <p15:guide id="2" orient="horz" pos="294">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8650-56F0-68CB-C138-894DCB476C27}"/>
              </a:ext>
            </a:extLst>
          </p:cNvPr>
          <p:cNvSpPr>
            <a:spLocks noGrp="1"/>
          </p:cNvSpPr>
          <p:nvPr>
            <p:ph type="ctrTitle"/>
          </p:nvPr>
        </p:nvSpPr>
        <p:spPr>
          <a:xfrm>
            <a:off x="1524000" y="1663388"/>
            <a:ext cx="9144000" cy="1846575"/>
          </a:xfrm>
        </p:spPr>
        <p:txBody>
          <a:bodyPr anchor="b"/>
          <a:lstStyle>
            <a:lvl1pPr algn="ctr">
              <a:defRPr sz="5998"/>
            </a:lvl1pPr>
          </a:lstStyle>
          <a:p>
            <a:r>
              <a:rPr lang="en-US"/>
              <a:t>Click to edit Master title style</a:t>
            </a:r>
          </a:p>
        </p:txBody>
      </p:sp>
      <p:sp>
        <p:nvSpPr>
          <p:cNvPr id="3" name="Subtitle 2">
            <a:extLst>
              <a:ext uri="{FF2B5EF4-FFF2-40B4-BE49-F238E27FC236}">
                <a16:creationId xmlns:a16="http://schemas.microsoft.com/office/drawing/2014/main" id="{23FE6D98-AAF1-F1DD-E090-879E19AD9C00}"/>
              </a:ext>
            </a:extLst>
          </p:cNvPr>
          <p:cNvSpPr>
            <a:spLocks noGrp="1"/>
          </p:cNvSpPr>
          <p:nvPr>
            <p:ph type="subTitle" idx="1"/>
          </p:nvPr>
        </p:nvSpPr>
        <p:spPr>
          <a:xfrm>
            <a:off x="1524000" y="3602038"/>
            <a:ext cx="9144000" cy="369353"/>
          </a:xfrm>
        </p:spPr>
        <p:txBody>
          <a:bodyPr/>
          <a:lstStyle>
            <a:lvl1pPr marL="0" indent="0" algn="ctr">
              <a:buNone/>
              <a:defRPr sz="2400"/>
            </a:lvl1pPr>
            <a:lvl2pPr marL="457112" indent="0" algn="ctr">
              <a:buNone/>
              <a:defRPr sz="2000"/>
            </a:lvl2pPr>
            <a:lvl3pPr marL="914225" indent="0" algn="ctr">
              <a:buNone/>
              <a:defRPr sz="1800"/>
            </a:lvl3pPr>
            <a:lvl4pPr marL="1371337" indent="0" algn="ctr">
              <a:buNone/>
              <a:defRPr sz="1600"/>
            </a:lvl4pPr>
            <a:lvl5pPr marL="1828449" indent="0" algn="ctr">
              <a:buNone/>
              <a:defRPr sz="1600"/>
            </a:lvl5pPr>
            <a:lvl6pPr marL="2285561" indent="0" algn="ctr">
              <a:buNone/>
              <a:defRPr sz="1600"/>
            </a:lvl6pPr>
            <a:lvl7pPr marL="2742674" indent="0" algn="ctr">
              <a:buNone/>
              <a:defRPr sz="1600"/>
            </a:lvl7pPr>
            <a:lvl8pPr marL="3199785" indent="0" algn="ctr">
              <a:buNone/>
              <a:defRPr sz="1600"/>
            </a:lvl8pPr>
            <a:lvl9pPr marL="3656897"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31BB77-9610-29D8-A007-222F812725BE}"/>
              </a:ext>
            </a:extLst>
          </p:cNvPr>
          <p:cNvSpPr>
            <a:spLocks noGrp="1"/>
          </p:cNvSpPr>
          <p:nvPr>
            <p:ph type="dt" sz="half" idx="10"/>
          </p:nvPr>
        </p:nvSpPr>
        <p:spPr/>
        <p:txBody>
          <a:bodyPr/>
          <a:lstStyle/>
          <a:p>
            <a:fld id="{DB8F75B8-0206-4047-A67E-213EEEB5FDEC}" type="datetimeFigureOut">
              <a:rPr lang="en-US" smtClean="0"/>
              <a:t>7/29/2026</a:t>
            </a:fld>
            <a:endParaRPr lang="en-US"/>
          </a:p>
        </p:txBody>
      </p:sp>
      <p:sp>
        <p:nvSpPr>
          <p:cNvPr id="5" name="Footer Placeholder 4">
            <a:extLst>
              <a:ext uri="{FF2B5EF4-FFF2-40B4-BE49-F238E27FC236}">
                <a16:creationId xmlns:a16="http://schemas.microsoft.com/office/drawing/2014/main" id="{A7E5F1FF-FBD1-DFE9-0D16-EF671E8F6B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037BAD-D5BB-6DA2-7F22-89917C98CEF5}"/>
              </a:ext>
            </a:extLst>
          </p:cNvPr>
          <p:cNvSpPr>
            <a:spLocks noGrp="1"/>
          </p:cNvSpPr>
          <p:nvPr>
            <p:ph type="sldNum" sz="quarter" idx="12"/>
          </p:nvPr>
        </p:nvSpPr>
        <p:spPr/>
        <p:txBody>
          <a:bodyPr/>
          <a:lstStyle/>
          <a:p>
            <a:fld id="{0A44C6BE-DF8D-4FD8-8300-CB623C48072B}" type="slidenum">
              <a:rPr lang="en-US" smtClean="0"/>
              <a:t>‹#›</a:t>
            </a:fld>
            <a:endParaRPr lang="en-US"/>
          </a:p>
        </p:txBody>
      </p:sp>
    </p:spTree>
    <p:extLst>
      <p:ext uri="{BB962C8B-B14F-4D97-AF65-F5344CB8AC3E}">
        <p14:creationId xmlns:p14="http://schemas.microsoft.com/office/powerpoint/2010/main" val="285276650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1_TITLE &amp; SU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50E10-653B-9779-E6E5-2A3B1D86498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4735692"/>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5" pos="3405">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7732444"/>
      </p:ext>
    </p:extLst>
  </p:cSld>
  <p:clrMapOvr>
    <a:masterClrMapping/>
  </p:clrMapOvr>
  <p:transition>
    <p:fade/>
  </p:transition>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419C22-2186-58CF-1BD6-99E6A4069F25}"/>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B330B063-4076-B5F7-BFA5-01F80057E54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C07A1FD2-D432-43C1-5279-8FFC4E318801}"/>
              </a:ext>
            </a:extLst>
          </p:cNvPr>
          <p:cNvSpPr>
            <a:spLocks noGrp="1"/>
          </p:cNvSpPr>
          <p:nvPr>
            <p:ph type="dt" sz="half" idx="10"/>
          </p:nvPr>
        </p:nvSpPr>
        <p:spPr/>
        <p:txBody>
          <a:bodyPr/>
          <a:lstStyle/>
          <a:p>
            <a:fld id="{7324F48B-FBF1-4E86-8169-CD1A281BDDCA}" type="datetimeFigureOut">
              <a:rPr lang="en-US" smtClean="0"/>
              <a:t>7/29/2026</a:t>
            </a:fld>
            <a:endParaRPr lang="en-US"/>
          </a:p>
        </p:txBody>
      </p:sp>
      <p:sp>
        <p:nvSpPr>
          <p:cNvPr id="5" name="Espace réservé du pied de page 4">
            <a:extLst>
              <a:ext uri="{FF2B5EF4-FFF2-40B4-BE49-F238E27FC236}">
                <a16:creationId xmlns:a16="http://schemas.microsoft.com/office/drawing/2014/main" id="{C4ACC870-7647-6073-7C82-CB2C23ECB918}"/>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512B79C0-4120-F172-8C44-1BF81BF0EC51}"/>
              </a:ext>
            </a:extLst>
          </p:cNvPr>
          <p:cNvSpPr>
            <a:spLocks noGrp="1"/>
          </p:cNvSpPr>
          <p:nvPr>
            <p:ph type="sldNum" sz="quarter" idx="12"/>
          </p:nvPr>
        </p:nvSpPr>
        <p:spPr/>
        <p:txBody>
          <a:bodyPr/>
          <a:lstStyle/>
          <a:p>
            <a:fld id="{FDADC613-D854-49BE-9542-FE5CE52DE1CD}" type="slidenum">
              <a:rPr lang="en-US" smtClean="0"/>
              <a:t>‹#›</a:t>
            </a:fld>
            <a:endParaRPr lang="en-US"/>
          </a:p>
        </p:txBody>
      </p:sp>
    </p:spTree>
    <p:extLst>
      <p:ext uri="{BB962C8B-B14F-4D97-AF65-F5344CB8AC3E}">
        <p14:creationId xmlns:p14="http://schemas.microsoft.com/office/powerpoint/2010/main" val="236828374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65671-2BAB-496E-A124-8C3A9EB204E2}"/>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11C884DE-0FC3-4FDC-9039-A81BDEAC5A03}"/>
              </a:ext>
            </a:extLst>
          </p:cNvPr>
          <p:cNvSpPr>
            <a:spLocks noGrp="1"/>
          </p:cNvSpPr>
          <p:nvPr>
            <p:ph sz="quarter" idx="10"/>
          </p:nvPr>
        </p:nvSpPr>
        <p:spPr>
          <a:xfrm>
            <a:off x="426424" y="1674525"/>
            <a:ext cx="1828800" cy="914400"/>
          </a:xfrm>
        </p:spPr>
        <p:txBody>
          <a:bodyPr/>
          <a:lstStyle/>
          <a:p>
            <a:pPr lvl="0"/>
            <a:endParaRPr lang="en-US"/>
          </a:p>
        </p:txBody>
      </p:sp>
      <p:sp>
        <p:nvSpPr>
          <p:cNvPr id="6" name="Content Placeholder 5">
            <a:extLst>
              <a:ext uri="{FF2B5EF4-FFF2-40B4-BE49-F238E27FC236}">
                <a16:creationId xmlns:a16="http://schemas.microsoft.com/office/drawing/2014/main" id="{72416673-8A15-4CB5-A7BF-12114C3588E8}"/>
              </a:ext>
            </a:extLst>
          </p:cNvPr>
          <p:cNvSpPr>
            <a:spLocks noGrp="1"/>
          </p:cNvSpPr>
          <p:nvPr>
            <p:ph sz="quarter" idx="11"/>
          </p:nvPr>
        </p:nvSpPr>
        <p:spPr>
          <a:xfrm>
            <a:off x="426424" y="3354676"/>
            <a:ext cx="1828800" cy="914400"/>
          </a:xfrm>
        </p:spPr>
        <p:txBody>
          <a:bodyPr/>
          <a:lstStyle/>
          <a:p>
            <a:pPr lvl="0"/>
            <a:endParaRPr lang="en-US"/>
          </a:p>
        </p:txBody>
      </p:sp>
    </p:spTree>
    <p:extLst>
      <p:ext uri="{BB962C8B-B14F-4D97-AF65-F5344CB8AC3E}">
        <p14:creationId xmlns:p14="http://schemas.microsoft.com/office/powerpoint/2010/main" val="2264784783"/>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3250875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pic>
        <p:nvPicPr>
          <p:cNvPr id="2" name="MS logo white - EMF" descr="Microsoft logo white text version">
            <a:extLst>
              <a:ext uri="{FF2B5EF4-FFF2-40B4-BE49-F238E27FC236}">
                <a16:creationId xmlns:a16="http://schemas.microsoft.com/office/drawing/2014/main" id="{962D3685-4435-423E-AC9A-86C3F6305A3A}"/>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2593225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2715816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689819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0051197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711891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622202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167700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542526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039911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019233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301896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90187602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40840768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6047253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 Diagonal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745737"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7" name="Picture Placeholder 6" descr="This photo is a 'placeholder' only. Drag or drop your photo here, or click and tap the center to insert a photo.">
            <a:extLst>
              <a:ext uri="{FF2B5EF4-FFF2-40B4-BE49-F238E27FC236}">
                <a16:creationId xmlns:a16="http://schemas.microsoft.com/office/drawing/2014/main" id="{96FC256F-5E96-4FBB-9716-7513A1C62748}"/>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4531610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1" pos="2993">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4771312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Diagonal Right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745738" cy="5683249"/>
          </a:xfrm>
        </p:spPr>
        <p:txBody>
          <a:bodyPr anchor="ctr"/>
          <a:lstStyle/>
          <a:p>
            <a:r>
              <a:rPr lang="en-US"/>
              <a:t>Click to edit Master title style</a:t>
            </a:r>
          </a:p>
        </p:txBody>
      </p:sp>
      <p:sp>
        <p:nvSpPr>
          <p:cNvPr id="9" name="Picture Placeholder 8" descr="This photo is a 'placeholder' only. Drag or drop your photo here, or click and tap the center to insert a photo.">
            <a:extLst>
              <a:ext uri="{FF2B5EF4-FFF2-40B4-BE49-F238E27FC236}">
                <a16:creationId xmlns:a16="http://schemas.microsoft.com/office/drawing/2014/main" id="{2329700E-8602-48B7-B5D9-EEDEF0890439}"/>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CB83FC06-DEAF-44A6-AE44-1424370CFF6E}"/>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8436900"/>
      </p:ext>
    </p:extLst>
  </p:cSld>
  <p:clrMapOvr>
    <a:masterClrMapping/>
  </p:clrMapOvr>
  <p:transition>
    <p:fade/>
  </p:transition>
  <p:extLst>
    <p:ext uri="{DCECCB84-F9BA-43D5-87BE-67443E8EF086}">
      <p15:sldGuideLst xmlns:p15="http://schemas.microsoft.com/office/powerpoint/2012/main">
        <p15:guide id="5" orient="horz" pos="2160">
          <p15:clr>
            <a:srgbClr val="5ACBF0"/>
          </p15:clr>
        </p15:guide>
        <p15:guide id="6" pos="3360">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2939326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56081165"/>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86306261"/>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25309565"/>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5503982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1053074"/>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2276472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45885430"/>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983904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4744049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0723612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7563122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6557865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0897442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inserts</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1792573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inserts</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5504899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230112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9853384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13863939"/>
      </p:ext>
    </p:extLst>
  </p:cSld>
  <p:clrMapOvr>
    <a:masterClrMapping/>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198158003"/>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46895509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191875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76122649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424858825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5328546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525353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8074567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126678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8509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76391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55102494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154619374"/>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33032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4710850"/>
      </p:ext>
    </p:extLst>
  </p:cSld>
  <p:clrMapOvr>
    <a:masterClrMapping/>
  </p:clrMapOvr>
  <p:transition>
    <p:fade/>
  </p:transition>
  <p:extLst>
    <p:ext uri="{DCECCB84-F9BA-43D5-87BE-67443E8EF086}">
      <p15:sldGuideLst xmlns:p15="http://schemas.microsoft.com/office/powerpoint/2012/main"/>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3" name="Picture 2" descr="Woman with Surface Studio">
            <a:extLst>
              <a:ext uri="{FF2B5EF4-FFF2-40B4-BE49-F238E27FC236}">
                <a16:creationId xmlns:a16="http://schemas.microsoft.com/office/drawing/2014/main" id="{DF420509-B374-8484-B263-30454C986927}"/>
              </a:ext>
            </a:extLst>
          </p:cNvPr>
          <p:cNvPicPr>
            <a:picLocks/>
          </p:cNvPicPr>
          <p:nvPr/>
        </p:nvPicPr>
        <p:blipFill rotWithShape="1">
          <a:blip r:embed="rId3"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16274602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Title squar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pic>
        <p:nvPicPr>
          <p:cNvPr id="3" name="MS logo white - EMF" descr="Microsoft logo white text version">
            <a:extLst>
              <a:ext uri="{FF2B5EF4-FFF2-40B4-BE49-F238E27FC236}">
                <a16:creationId xmlns:a16="http://schemas.microsoft.com/office/drawing/2014/main" id="{55A1818D-42EB-ADC6-A242-215C6D8E818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4" name="Picture 3" descr="Woman with Surface Studio">
            <a:extLst>
              <a:ext uri="{FF2B5EF4-FFF2-40B4-BE49-F238E27FC236}">
                <a16:creationId xmlns:a16="http://schemas.microsoft.com/office/drawing/2014/main" id="{B9701B2D-C12B-60D0-C725-C8614FF199C7}"/>
              </a:ext>
            </a:extLst>
          </p:cNvPr>
          <p:cNvPicPr>
            <a:picLocks/>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3490863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2" name="Picture 1" descr="Blurred colorful background event walk-in slide.">
            <a:extLst>
              <a:ext uri="{FF2B5EF4-FFF2-40B4-BE49-F238E27FC236}">
                <a16:creationId xmlns:a16="http://schemas.microsoft.com/office/drawing/2014/main" id="{4399D1A5-C9CE-ABF9-9162-DCBA64CF751B}"/>
              </a:ext>
            </a:extLst>
          </p:cNvPr>
          <p:cNvPicPr>
            <a:picLocks/>
          </p:cNvPicPr>
          <p:nvPr userDrawn="1"/>
        </p:nvPicPr>
        <p:blipFill rotWithShape="1">
          <a:blip r:embed="rId2" cstate="screen">
            <a:alphaModFix amt="85000"/>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a:ext>
            </a:extLst>
          </a:blip>
          <a:srcRect l="12026" t="3222" r="15224" b="5597"/>
          <a:stretch/>
        </p:blipFill>
        <p:spPr bwMode="ltGray">
          <a:xfrm rot="16200000" flipH="1">
            <a:off x="2668524" y="-2665476"/>
            <a:ext cx="6858000" cy="12188952"/>
          </a:xfrm>
          <a:prstGeom prst="rect">
            <a:avLst/>
          </a:prstGeom>
        </p:spPr>
      </p:pic>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049656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170830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9776851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304567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6458340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72722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3403423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2006714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0605272"/>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4084856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565413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9631646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13331122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79945070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1381618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8769154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5719213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55694487"/>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5693248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08002042"/>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7150346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813496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1922887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6391144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99434088"/>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1198277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0192940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681156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6065116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9147218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5290030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133425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343445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4823951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935651257"/>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6962161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7140968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7626601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3459669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1619626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401476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674092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021418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581144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487227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28511011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Black Notes slide Layout">
    <p:bg bwMode="black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10229739"/>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1843E-F072-07B5-2820-764A604D58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CBDD8B-59C1-385B-6064-194C6EC091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6FFD2F-7054-28D1-2468-148A60E19580}"/>
              </a:ext>
            </a:extLst>
          </p:cNvPr>
          <p:cNvSpPr>
            <a:spLocks noGrp="1"/>
          </p:cNvSpPr>
          <p:nvPr>
            <p:ph type="dt" sz="half" idx="10"/>
          </p:nvPr>
        </p:nvSpPr>
        <p:spPr/>
        <p:txBody>
          <a:bodyPr/>
          <a:lstStyle/>
          <a:p>
            <a:fld id="{B9DB3BA8-24F1-4573-A945-62E1F2791B35}" type="datetimeFigureOut">
              <a:rPr lang="en-US" smtClean="0"/>
              <a:t>7/29/2026</a:t>
            </a:fld>
            <a:endParaRPr lang="en-US"/>
          </a:p>
        </p:txBody>
      </p:sp>
      <p:sp>
        <p:nvSpPr>
          <p:cNvPr id="5" name="Footer Placeholder 4">
            <a:extLst>
              <a:ext uri="{FF2B5EF4-FFF2-40B4-BE49-F238E27FC236}">
                <a16:creationId xmlns:a16="http://schemas.microsoft.com/office/drawing/2014/main" id="{8D77832B-7B3D-CDDE-5669-6886951A10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16D420-453B-80DF-E3EC-7FDA1920FE04}"/>
              </a:ext>
            </a:extLst>
          </p:cNvPr>
          <p:cNvSpPr>
            <a:spLocks noGrp="1"/>
          </p:cNvSpPr>
          <p:nvPr>
            <p:ph type="sldNum" sz="quarter" idx="12"/>
          </p:nvPr>
        </p:nvSpPr>
        <p:spPr/>
        <p:txBody>
          <a:bodyPr/>
          <a:lstStyle/>
          <a:p>
            <a:fld id="{F1C452FB-75D9-4069-AE97-89D0F5A2BF21}" type="slidenum">
              <a:rPr lang="en-US" smtClean="0"/>
              <a:t>‹#›</a:t>
            </a:fld>
            <a:endParaRPr lang="en-US"/>
          </a:p>
        </p:txBody>
      </p:sp>
    </p:spTree>
    <p:extLst>
      <p:ext uri="{BB962C8B-B14F-4D97-AF65-F5344CB8AC3E}">
        <p14:creationId xmlns:p14="http://schemas.microsoft.com/office/powerpoint/2010/main" val="603567853"/>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userDrawn="1">
  <p:cSld name="5_Graphic">
    <p:spTree>
      <p:nvGrpSpPr>
        <p:cNvPr id="1" name=""/>
        <p:cNvGrpSpPr/>
        <p:nvPr/>
      </p:nvGrpSpPr>
      <p:grpSpPr>
        <a:xfrm>
          <a:off x="0" y="0"/>
          <a:ext cx="0" cy="0"/>
          <a:chOff x="0" y="0"/>
          <a:chExt cx="0" cy="0"/>
        </a:xfrm>
      </p:grpSpPr>
      <p:pic>
        <p:nvPicPr>
          <p:cNvPr id="4" name="Picture 3" descr="A purple flower with a black background&#10;&#10;Description automatically generated with medium confidence">
            <a:extLst>
              <a:ext uri="{FF2B5EF4-FFF2-40B4-BE49-F238E27FC236}">
                <a16:creationId xmlns:a16="http://schemas.microsoft.com/office/drawing/2014/main" id="{458CC301-4694-33FA-1A6F-2621EAAF1775}"/>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l="21524" t="21453" r="44602" b="-2007"/>
          <a:stretch/>
        </p:blipFill>
        <p:spPr>
          <a:xfrm>
            <a:off x="7472516" y="0"/>
            <a:ext cx="4719484" cy="6312924"/>
          </a:xfrm>
          <a:prstGeom prst="rect">
            <a:avLst/>
          </a:prstGeom>
        </p:spPr>
      </p:pic>
    </p:spTree>
    <p:extLst>
      <p:ext uri="{BB962C8B-B14F-4D97-AF65-F5344CB8AC3E}">
        <p14:creationId xmlns:p14="http://schemas.microsoft.com/office/powerpoint/2010/main" val="980160802"/>
      </p:ext>
    </p:extLst>
  </p:cSld>
  <p:clrMapOvr>
    <a:masterClrMapping/>
  </p:clrMapOvr>
  <p:transition>
    <p:fade/>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8045B-5C47-5015-23F5-82A914FB0D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4D9DFD-AB71-02CE-2247-852E09FCA6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DBDC81-1D32-6196-2624-686B1C30B145}"/>
              </a:ext>
            </a:extLst>
          </p:cNvPr>
          <p:cNvSpPr>
            <a:spLocks noGrp="1"/>
          </p:cNvSpPr>
          <p:nvPr>
            <p:ph type="dt" sz="half" idx="10"/>
          </p:nvPr>
        </p:nvSpPr>
        <p:spPr/>
        <p:txBody>
          <a:bodyPr/>
          <a:lstStyle/>
          <a:p>
            <a:fld id="{5BEADD88-0D0F-4F10-9DC3-BF41F95EB71E}" type="datetimeFigureOut">
              <a:rPr lang="en-US" smtClean="0"/>
              <a:t>7/29/2026</a:t>
            </a:fld>
            <a:endParaRPr lang="en-US"/>
          </a:p>
        </p:txBody>
      </p:sp>
      <p:sp>
        <p:nvSpPr>
          <p:cNvPr id="5" name="Footer Placeholder 4">
            <a:extLst>
              <a:ext uri="{FF2B5EF4-FFF2-40B4-BE49-F238E27FC236}">
                <a16:creationId xmlns:a16="http://schemas.microsoft.com/office/drawing/2014/main" id="{2BBCCDB5-2571-83C7-73B7-B7EB95CDDE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1B5FC9-EA90-8DF1-E7A2-C31EC76F6D6D}"/>
              </a:ext>
            </a:extLst>
          </p:cNvPr>
          <p:cNvSpPr>
            <a:spLocks noGrp="1"/>
          </p:cNvSpPr>
          <p:nvPr>
            <p:ph type="sldNum" sz="quarter" idx="12"/>
          </p:nvPr>
        </p:nvSpPr>
        <p:spPr/>
        <p:txBody>
          <a:bodyPr/>
          <a:lstStyle/>
          <a:p>
            <a:fld id="{C78A22AE-83EE-4CD8-AF19-36CD5CA4BA5A}" type="slidenum">
              <a:rPr lang="en-US" smtClean="0"/>
              <a:t>‹#›</a:t>
            </a:fld>
            <a:endParaRPr lang="en-US"/>
          </a:p>
        </p:txBody>
      </p:sp>
    </p:spTree>
    <p:extLst>
      <p:ext uri="{BB962C8B-B14F-4D97-AF65-F5344CB8AC3E}">
        <p14:creationId xmlns:p14="http://schemas.microsoft.com/office/powerpoint/2010/main" val="487590816"/>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Cover_Image_NoBreak">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F90FAEF-3F91-45BA-96BC-458498D05C83}"/>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ext Placeholder 2">
            <a:extLst>
              <a:ext uri="{FF2B5EF4-FFF2-40B4-BE49-F238E27FC236}">
                <a16:creationId xmlns:a16="http://schemas.microsoft.com/office/drawing/2014/main" id="{4B7477E4-1BAE-989A-3DFE-11BFBC7622AE}"/>
              </a:ext>
            </a:extLst>
          </p:cNvPr>
          <p:cNvSpPr>
            <a:spLocks noGrp="1"/>
          </p:cNvSpPr>
          <p:nvPr>
            <p:ph type="body" sz="quarter" idx="10" hasCustomPrompt="1"/>
          </p:nvPr>
        </p:nvSpPr>
        <p:spPr>
          <a:xfrm>
            <a:off x="563499" y="2680007"/>
            <a:ext cx="7739253" cy="1309712"/>
          </a:xfrm>
          <a:prstGeom prst="rect">
            <a:avLst/>
          </a:prstGeom>
        </p:spPr>
        <p:txBody>
          <a:bodyPr anchor="t">
            <a:noAutofit/>
          </a:bodyPr>
          <a:lstStyle>
            <a:lvl1pPr marL="0" indent="0">
              <a:buNone/>
              <a:defRPr sz="48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solidFill>
                  <a:schemeClr val="bg1"/>
                </a:solidFill>
                <a:latin typeface="Segoe UI Variable Display" pitchFamily="2" charset="0"/>
              </a:rPr>
              <a:t>Event name or presentation title</a:t>
            </a:r>
          </a:p>
        </p:txBody>
      </p:sp>
      <p:sp>
        <p:nvSpPr>
          <p:cNvPr id="9" name="Text Placeholder 2">
            <a:extLst>
              <a:ext uri="{FF2B5EF4-FFF2-40B4-BE49-F238E27FC236}">
                <a16:creationId xmlns:a16="http://schemas.microsoft.com/office/drawing/2014/main" id="{66824F50-404D-BEE1-C249-4FB71A5241E0}"/>
              </a:ext>
            </a:extLst>
          </p:cNvPr>
          <p:cNvSpPr>
            <a:spLocks noGrp="1"/>
          </p:cNvSpPr>
          <p:nvPr>
            <p:ph type="body" sz="quarter" idx="11" hasCustomPrompt="1"/>
          </p:nvPr>
        </p:nvSpPr>
        <p:spPr>
          <a:xfrm>
            <a:off x="563498" y="4271337"/>
            <a:ext cx="7739253" cy="369332"/>
          </a:xfrm>
          <a:prstGeom prst="rect">
            <a:avLst/>
          </a:prstGeom>
        </p:spPr>
        <p:txBody>
          <a:bodyPr/>
          <a:lstStyle>
            <a:lvl1pPr marL="0" indent="0">
              <a:buNone/>
              <a:defRPr sz="2400" b="0" i="0">
                <a:solidFill>
                  <a:schemeClr val="bg1"/>
                </a:solidFill>
                <a:latin typeface="Segoe UI Variable Display Semibold" pitchFamily="2" charset="0"/>
              </a:defRPr>
            </a:lvl1pPr>
            <a:lvl2pPr marL="228600" indent="0">
              <a:buNone/>
              <a:defRPr sz="2400">
                <a:solidFill>
                  <a:schemeClr val="tx1"/>
                </a:solidFill>
                <a:latin typeface="+mj-lt"/>
              </a:defRPr>
            </a:lvl2pPr>
            <a:lvl3pPr marL="457200" indent="0">
              <a:buNone/>
              <a:defRPr sz="2400">
                <a:solidFill>
                  <a:schemeClr val="tx1"/>
                </a:solidFill>
                <a:latin typeface="+mj-lt"/>
              </a:defRPr>
            </a:lvl3pPr>
            <a:lvl4pPr marL="661988" indent="0">
              <a:buNone/>
              <a:defRPr sz="2400">
                <a:solidFill>
                  <a:schemeClr val="tx1"/>
                </a:solidFill>
                <a:latin typeface="+mj-lt"/>
              </a:defRPr>
            </a:lvl4pPr>
            <a:lvl5pPr marL="855663" indent="0">
              <a:buNone/>
              <a:defRPr sz="2400">
                <a:solidFill>
                  <a:schemeClr val="tx1"/>
                </a:solidFill>
                <a:latin typeface="+mj-lt"/>
              </a:defRPr>
            </a:lvl5pPr>
          </a:lstStyle>
          <a:p>
            <a:r>
              <a:rPr lang="en-IN" sz="2400"/>
              <a:t>Subtitle of event / presentation</a:t>
            </a:r>
          </a:p>
        </p:txBody>
      </p:sp>
      <p:sp>
        <p:nvSpPr>
          <p:cNvPr id="14" name="Footer Placeholder 1">
            <a:extLst>
              <a:ext uri="{FF2B5EF4-FFF2-40B4-BE49-F238E27FC236}">
                <a16:creationId xmlns:a16="http://schemas.microsoft.com/office/drawing/2014/main" id="{6FC1B95A-02F5-B25E-708C-15CDD0752201}"/>
              </a:ext>
            </a:extLst>
          </p:cNvPr>
          <p:cNvSpPr>
            <a:spLocks noGrp="1"/>
          </p:cNvSpPr>
          <p:nvPr>
            <p:ph type="ftr" sz="quarter" idx="12"/>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3" name="Text Placeholder 9">
            <a:extLst>
              <a:ext uri="{FF2B5EF4-FFF2-40B4-BE49-F238E27FC236}">
                <a16:creationId xmlns:a16="http://schemas.microsoft.com/office/drawing/2014/main" id="{7D7A5C5E-F631-E2DF-E961-39F687B675DC}"/>
              </a:ext>
            </a:extLst>
          </p:cNvPr>
          <p:cNvSpPr>
            <a:spLocks noGrp="1"/>
          </p:cNvSpPr>
          <p:nvPr>
            <p:ph type="body" sz="quarter" idx="13" hasCustomPrompt="1"/>
          </p:nvPr>
        </p:nvSpPr>
        <p:spPr>
          <a:xfrm>
            <a:off x="563499" y="2360316"/>
            <a:ext cx="3648075" cy="276999"/>
          </a:xfrm>
          <a:prstGeom prst="rect">
            <a:avLst/>
          </a:prstGeom>
        </p:spPr>
        <p:txBody>
          <a:bodyPr/>
          <a:lstStyle>
            <a:lvl1pPr marL="0" indent="0">
              <a:buNone/>
              <a:defRPr sz="1800" b="0" i="0">
                <a:solidFill>
                  <a:schemeClr val="bg1"/>
                </a:solidFill>
                <a:latin typeface="Segoe UI Variable Display Semilight" pitchFamily="2" charset="0"/>
              </a:defRPr>
            </a:lvl1pPr>
          </a:lstStyle>
          <a:p>
            <a:pPr lvl="0"/>
            <a:r>
              <a:rPr lang="en-US"/>
              <a:t>MCAPS Academy presents</a:t>
            </a:r>
          </a:p>
        </p:txBody>
      </p:sp>
      <p:pic>
        <p:nvPicPr>
          <p:cNvPr id="4" name="Picture 3" descr="A close-up of a logo&#10;&#10;Description automatically generated">
            <a:extLst>
              <a:ext uri="{FF2B5EF4-FFF2-40B4-BE49-F238E27FC236}">
                <a16:creationId xmlns:a16="http://schemas.microsoft.com/office/drawing/2014/main" id="{C6B72760-8909-ADE8-75F9-A7156317C038}"/>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563498" y="457270"/>
            <a:ext cx="2411350" cy="478112"/>
          </a:xfrm>
          <a:prstGeom prst="rect">
            <a:avLst/>
          </a:prstGeom>
        </p:spPr>
      </p:pic>
      <p:sp>
        <p:nvSpPr>
          <p:cNvPr id="5" name="Picture Placeholder 3">
            <a:extLst>
              <a:ext uri="{FF2B5EF4-FFF2-40B4-BE49-F238E27FC236}">
                <a16:creationId xmlns:a16="http://schemas.microsoft.com/office/drawing/2014/main" id="{39F60B9A-998A-8DA9-1E8E-9C4CA428C343}"/>
              </a:ext>
            </a:extLst>
          </p:cNvPr>
          <p:cNvSpPr>
            <a:spLocks noGrp="1"/>
          </p:cNvSpPr>
          <p:nvPr>
            <p:ph type="pic" sz="quarter" idx="18" hasCustomPrompt="1"/>
          </p:nvPr>
        </p:nvSpPr>
        <p:spPr>
          <a:xfrm>
            <a:off x="10992304" y="5627513"/>
            <a:ext cx="957837" cy="915694"/>
          </a:xfrm>
          <a:prstGeom prst="rect">
            <a:avLst/>
          </a:prstGeom>
          <a:solidFill>
            <a:srgbClr val="FEF000"/>
          </a:solidFill>
        </p:spPr>
        <p:txBody>
          <a:bodyPr/>
          <a:lstStyle>
            <a:lvl1pPr marL="0" indent="0" algn="ctr">
              <a:lnSpc>
                <a:spcPct val="150000"/>
              </a:lnSpc>
              <a:buNone/>
              <a:defRPr sz="1000" b="1" i="0">
                <a:latin typeface="Segoe UI Variable Display" pitchFamily="2" charset="0"/>
                <a:cs typeface="Segoe UI" panose="020B0502040204020203" pitchFamily="34" charset="0"/>
              </a:defRPr>
            </a:lvl1pPr>
          </a:lstStyle>
          <a:p>
            <a:r>
              <a:rPr lang="en-US"/>
              <a:t>Place QR Here</a:t>
            </a:r>
          </a:p>
        </p:txBody>
      </p:sp>
    </p:spTree>
    <p:extLst>
      <p:ext uri="{BB962C8B-B14F-4D97-AF65-F5344CB8AC3E}">
        <p14:creationId xmlns:p14="http://schemas.microsoft.com/office/powerpoint/2010/main" val="180768073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1_Cover_Image_NoBreak">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F90FAEF-3F91-45BA-96BC-458498D05C83}"/>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ext Placeholder 2">
            <a:extLst>
              <a:ext uri="{FF2B5EF4-FFF2-40B4-BE49-F238E27FC236}">
                <a16:creationId xmlns:a16="http://schemas.microsoft.com/office/drawing/2014/main" id="{4B7477E4-1BAE-989A-3DFE-11BFBC7622AE}"/>
              </a:ext>
            </a:extLst>
          </p:cNvPr>
          <p:cNvSpPr>
            <a:spLocks noGrp="1"/>
          </p:cNvSpPr>
          <p:nvPr>
            <p:ph type="body" sz="quarter" idx="10" hasCustomPrompt="1"/>
          </p:nvPr>
        </p:nvSpPr>
        <p:spPr>
          <a:xfrm>
            <a:off x="563499" y="1617371"/>
            <a:ext cx="6960423" cy="2099571"/>
          </a:xfrm>
          <a:prstGeom prst="rect">
            <a:avLst/>
          </a:prstGeom>
        </p:spPr>
        <p:txBody>
          <a:bodyPr anchor="t">
            <a:noAutofit/>
          </a:bodyPr>
          <a:lstStyle>
            <a:lvl1pPr marL="0" indent="0">
              <a:buNone/>
              <a:defRPr sz="44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400" b="1" i="0">
                <a:solidFill>
                  <a:schemeClr val="bg1"/>
                </a:solidFill>
                <a:latin typeface="Segoe UI Variable Display" pitchFamily="2" charset="0"/>
              </a:rPr>
              <a:t>Event name or presentation title</a:t>
            </a:r>
          </a:p>
        </p:txBody>
      </p:sp>
      <p:sp>
        <p:nvSpPr>
          <p:cNvPr id="14" name="Footer Placeholder 1">
            <a:extLst>
              <a:ext uri="{FF2B5EF4-FFF2-40B4-BE49-F238E27FC236}">
                <a16:creationId xmlns:a16="http://schemas.microsoft.com/office/drawing/2014/main" id="{6FC1B95A-02F5-B25E-708C-15CDD0752201}"/>
              </a:ext>
            </a:extLst>
          </p:cNvPr>
          <p:cNvSpPr>
            <a:spLocks noGrp="1"/>
          </p:cNvSpPr>
          <p:nvPr>
            <p:ph type="ftr" sz="quarter" idx="12"/>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7" name="Text Placeholder 6">
            <a:extLst>
              <a:ext uri="{FF2B5EF4-FFF2-40B4-BE49-F238E27FC236}">
                <a16:creationId xmlns:a16="http://schemas.microsoft.com/office/drawing/2014/main" id="{8C00C22E-652B-E2BD-C88C-53CC6D8F4E15}"/>
              </a:ext>
            </a:extLst>
          </p:cNvPr>
          <p:cNvSpPr>
            <a:spLocks noGrp="1"/>
          </p:cNvSpPr>
          <p:nvPr>
            <p:ph type="body" sz="quarter" idx="15" hasCustomPrompt="1"/>
          </p:nvPr>
        </p:nvSpPr>
        <p:spPr>
          <a:xfrm>
            <a:off x="563499" y="4963630"/>
            <a:ext cx="6960422" cy="276999"/>
          </a:xfrm>
          <a:prstGeom prst="rect">
            <a:avLst/>
          </a:prstGeom>
        </p:spPr>
        <p:txBody>
          <a:bodyPr/>
          <a:lstStyle>
            <a:lvl1pPr marL="0" indent="0">
              <a:buNone/>
              <a:defRPr sz="1800" b="1" i="0">
                <a:solidFill>
                  <a:schemeClr val="bg1"/>
                </a:solidFill>
                <a:latin typeface="Segoe UI Variable Display" pitchFamily="2" charset="0"/>
              </a:defRPr>
            </a:lvl1pPr>
          </a:lstStyle>
          <a:p>
            <a:pPr lvl="0"/>
            <a:r>
              <a:rPr lang="en-US"/>
              <a:t>Title / Position</a:t>
            </a:r>
          </a:p>
        </p:txBody>
      </p:sp>
      <p:sp>
        <p:nvSpPr>
          <p:cNvPr id="13" name="Text Placeholder 12">
            <a:extLst>
              <a:ext uri="{FF2B5EF4-FFF2-40B4-BE49-F238E27FC236}">
                <a16:creationId xmlns:a16="http://schemas.microsoft.com/office/drawing/2014/main" id="{368F868D-5515-3E9C-B5F0-7D1E3E3A0E2C}"/>
              </a:ext>
            </a:extLst>
          </p:cNvPr>
          <p:cNvSpPr>
            <a:spLocks noGrp="1"/>
          </p:cNvSpPr>
          <p:nvPr>
            <p:ph type="body" sz="quarter" idx="16" hasCustomPrompt="1"/>
          </p:nvPr>
        </p:nvSpPr>
        <p:spPr>
          <a:xfrm>
            <a:off x="563499" y="4383339"/>
            <a:ext cx="6960422" cy="492443"/>
          </a:xfrm>
          <a:prstGeom prst="rect">
            <a:avLst/>
          </a:prstGeom>
        </p:spPr>
        <p:txBody>
          <a:bodyPr/>
          <a:lstStyle>
            <a:lvl1pPr marL="0" indent="0">
              <a:buNone/>
              <a:defRPr sz="3200" b="1" i="0">
                <a:solidFill>
                  <a:schemeClr val="bg1"/>
                </a:solidFill>
                <a:latin typeface="Segoe UI Variable Display" pitchFamily="2" charset="0"/>
              </a:defRPr>
            </a:lvl1pPr>
          </a:lstStyle>
          <a:p>
            <a:pPr lvl="0"/>
            <a:r>
              <a:rPr lang="en-US"/>
              <a:t>Speaker name or subtitle</a:t>
            </a:r>
          </a:p>
        </p:txBody>
      </p:sp>
      <p:sp>
        <p:nvSpPr>
          <p:cNvPr id="15" name="Text Placeholder 6">
            <a:extLst>
              <a:ext uri="{FF2B5EF4-FFF2-40B4-BE49-F238E27FC236}">
                <a16:creationId xmlns:a16="http://schemas.microsoft.com/office/drawing/2014/main" id="{B3697337-AD4B-DDCC-BFF1-DAA75B122352}"/>
              </a:ext>
            </a:extLst>
          </p:cNvPr>
          <p:cNvSpPr>
            <a:spLocks noGrp="1"/>
          </p:cNvSpPr>
          <p:nvPr>
            <p:ph type="body" sz="quarter" idx="17" hasCustomPrompt="1"/>
          </p:nvPr>
        </p:nvSpPr>
        <p:spPr>
          <a:xfrm>
            <a:off x="563499" y="5272809"/>
            <a:ext cx="6960422" cy="230832"/>
          </a:xfrm>
          <a:prstGeom prst="rect">
            <a:avLst/>
          </a:prstGeom>
        </p:spPr>
        <p:txBody>
          <a:bodyPr/>
          <a:lstStyle>
            <a:lvl1pPr marL="0" indent="0">
              <a:buNone/>
              <a:defRPr sz="1500" b="0" i="0">
                <a:solidFill>
                  <a:schemeClr val="bg1"/>
                </a:solidFill>
                <a:latin typeface="Segoe UI Variable Display Semilight" pitchFamily="2" charset="0"/>
              </a:defRPr>
            </a:lvl1pPr>
          </a:lstStyle>
          <a:p>
            <a:pPr lvl="0"/>
            <a:r>
              <a:rPr lang="en-US"/>
              <a:t>Department of title / position held</a:t>
            </a:r>
          </a:p>
        </p:txBody>
      </p:sp>
      <p:sp>
        <p:nvSpPr>
          <p:cNvPr id="19" name="Picture Placeholder 3">
            <a:extLst>
              <a:ext uri="{FF2B5EF4-FFF2-40B4-BE49-F238E27FC236}">
                <a16:creationId xmlns:a16="http://schemas.microsoft.com/office/drawing/2014/main" id="{BE90EEB3-71A2-E843-89CF-31EEBACDCFFA}"/>
              </a:ext>
            </a:extLst>
          </p:cNvPr>
          <p:cNvSpPr>
            <a:spLocks noGrp="1"/>
          </p:cNvSpPr>
          <p:nvPr>
            <p:ph type="pic" sz="quarter" idx="18" hasCustomPrompt="1"/>
          </p:nvPr>
        </p:nvSpPr>
        <p:spPr>
          <a:xfrm>
            <a:off x="8867553" y="3560164"/>
            <a:ext cx="2477387" cy="2480872"/>
          </a:xfrm>
          <a:prstGeom prst="ellipse">
            <a:avLst/>
          </a:prstGeom>
          <a:solidFill>
            <a:srgbClr val="FEF000"/>
          </a:solidFill>
        </p:spPr>
        <p:txBody>
          <a:bodyPr/>
          <a:lstStyle>
            <a:lvl1pPr marL="0" indent="0" algn="ctr">
              <a:lnSpc>
                <a:spcPct val="150000"/>
              </a:lnSpc>
              <a:buNone/>
              <a:defRPr sz="1400" b="1" i="0">
                <a:latin typeface="Segoe UI Variable Display" pitchFamily="2" charset="0"/>
                <a:cs typeface="Segoe UI" panose="020B0502040204020203" pitchFamily="34" charset="0"/>
              </a:defRPr>
            </a:lvl1pPr>
          </a:lstStyle>
          <a:p>
            <a:r>
              <a:rPr lang="en-US"/>
              <a:t>Place Image Here</a:t>
            </a:r>
          </a:p>
        </p:txBody>
      </p:sp>
      <p:pic>
        <p:nvPicPr>
          <p:cNvPr id="21" name="Picture 20" descr="A close-up of a logo&#10;&#10;Description automatically generated">
            <a:extLst>
              <a:ext uri="{FF2B5EF4-FFF2-40B4-BE49-F238E27FC236}">
                <a16:creationId xmlns:a16="http://schemas.microsoft.com/office/drawing/2014/main" id="{FF3B0A85-6622-BAD5-5427-47A8208A91BF}"/>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563498" y="457270"/>
            <a:ext cx="2411350" cy="478112"/>
          </a:xfrm>
          <a:prstGeom prst="rect">
            <a:avLst/>
          </a:prstGeom>
        </p:spPr>
      </p:pic>
    </p:spTree>
    <p:extLst>
      <p:ext uri="{BB962C8B-B14F-4D97-AF65-F5344CB8AC3E}">
        <p14:creationId xmlns:p14="http://schemas.microsoft.com/office/powerpoint/2010/main" val="95528748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Cover_White_NoBreak">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700B5632-2B0C-A1F8-ED94-4866A84C2D42}"/>
              </a:ext>
            </a:extLst>
          </p:cNvPr>
          <p:cNvSpPr>
            <a:spLocks noGrp="1"/>
          </p:cNvSpPr>
          <p:nvPr>
            <p:ph type="body" sz="quarter" idx="11" hasCustomPrompt="1"/>
          </p:nvPr>
        </p:nvSpPr>
        <p:spPr>
          <a:xfrm>
            <a:off x="563499" y="1617371"/>
            <a:ext cx="6960423" cy="2099571"/>
          </a:xfrm>
          <a:prstGeom prst="rect">
            <a:avLst/>
          </a:prstGeom>
        </p:spPr>
        <p:txBody>
          <a:bodyPr anchor="t">
            <a:noAutofit/>
          </a:bodyPr>
          <a:lstStyle>
            <a:lvl1pPr marL="0" indent="0">
              <a:buNone/>
              <a:defRPr sz="4400" b="1" i="0">
                <a:solidFill>
                  <a:schemeClr val="tx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400" b="1" i="0">
                <a:latin typeface="Segoe UI Variable Display" pitchFamily="2" charset="0"/>
              </a:rPr>
              <a:t>Event name or presentation title</a:t>
            </a:r>
          </a:p>
        </p:txBody>
      </p:sp>
      <p:sp>
        <p:nvSpPr>
          <p:cNvPr id="6" name="Footer Placeholder 1">
            <a:extLst>
              <a:ext uri="{FF2B5EF4-FFF2-40B4-BE49-F238E27FC236}">
                <a16:creationId xmlns:a16="http://schemas.microsoft.com/office/drawing/2014/main" id="{2D3AB81A-4A9C-FBD2-03F5-F1938C9B740F}"/>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7" name="Text Placeholder 6">
            <a:extLst>
              <a:ext uri="{FF2B5EF4-FFF2-40B4-BE49-F238E27FC236}">
                <a16:creationId xmlns:a16="http://schemas.microsoft.com/office/drawing/2014/main" id="{8513E8BE-8DE9-9229-73DD-809787A0D7F1}"/>
              </a:ext>
            </a:extLst>
          </p:cNvPr>
          <p:cNvSpPr>
            <a:spLocks noGrp="1"/>
          </p:cNvSpPr>
          <p:nvPr>
            <p:ph type="body" sz="quarter" idx="15" hasCustomPrompt="1"/>
          </p:nvPr>
        </p:nvSpPr>
        <p:spPr>
          <a:xfrm>
            <a:off x="563499" y="4963630"/>
            <a:ext cx="6960422" cy="276999"/>
          </a:xfrm>
          <a:prstGeom prst="rect">
            <a:avLst/>
          </a:prstGeom>
        </p:spPr>
        <p:txBody>
          <a:bodyPr/>
          <a:lstStyle>
            <a:lvl1pPr marL="0" indent="0">
              <a:buNone/>
              <a:defRPr sz="1800" b="1" i="0">
                <a:solidFill>
                  <a:schemeClr val="tx1"/>
                </a:solidFill>
                <a:latin typeface="Segoe UI Variable Display" pitchFamily="2" charset="0"/>
              </a:defRPr>
            </a:lvl1pPr>
          </a:lstStyle>
          <a:p>
            <a:pPr lvl="0"/>
            <a:r>
              <a:rPr lang="en-US"/>
              <a:t>Title / Position</a:t>
            </a:r>
          </a:p>
        </p:txBody>
      </p:sp>
      <p:sp>
        <p:nvSpPr>
          <p:cNvPr id="8" name="Text Placeholder 12">
            <a:extLst>
              <a:ext uri="{FF2B5EF4-FFF2-40B4-BE49-F238E27FC236}">
                <a16:creationId xmlns:a16="http://schemas.microsoft.com/office/drawing/2014/main" id="{0FB58745-D320-F4A0-710E-B8B7902AFEB0}"/>
              </a:ext>
            </a:extLst>
          </p:cNvPr>
          <p:cNvSpPr>
            <a:spLocks noGrp="1"/>
          </p:cNvSpPr>
          <p:nvPr>
            <p:ph type="body" sz="quarter" idx="16" hasCustomPrompt="1"/>
          </p:nvPr>
        </p:nvSpPr>
        <p:spPr>
          <a:xfrm>
            <a:off x="563499" y="4383339"/>
            <a:ext cx="6960422" cy="492443"/>
          </a:xfrm>
          <a:prstGeom prst="rect">
            <a:avLst/>
          </a:prstGeom>
        </p:spPr>
        <p:txBody>
          <a:bodyPr/>
          <a:lstStyle>
            <a:lvl1pPr marL="0" indent="0">
              <a:buNone/>
              <a:defRPr sz="3200" b="1" i="0">
                <a:solidFill>
                  <a:schemeClr val="tx1"/>
                </a:solidFill>
                <a:latin typeface="Segoe UI Variable Display" pitchFamily="2" charset="0"/>
              </a:defRPr>
            </a:lvl1pPr>
          </a:lstStyle>
          <a:p>
            <a:pPr lvl="0"/>
            <a:r>
              <a:rPr lang="en-US"/>
              <a:t>Speaker name or subtitle</a:t>
            </a:r>
          </a:p>
        </p:txBody>
      </p:sp>
      <p:sp>
        <p:nvSpPr>
          <p:cNvPr id="10" name="Text Placeholder 6">
            <a:extLst>
              <a:ext uri="{FF2B5EF4-FFF2-40B4-BE49-F238E27FC236}">
                <a16:creationId xmlns:a16="http://schemas.microsoft.com/office/drawing/2014/main" id="{A814835C-F55A-B721-47F4-598A0B62E391}"/>
              </a:ext>
            </a:extLst>
          </p:cNvPr>
          <p:cNvSpPr>
            <a:spLocks noGrp="1"/>
          </p:cNvSpPr>
          <p:nvPr>
            <p:ph type="body" sz="quarter" idx="17" hasCustomPrompt="1"/>
          </p:nvPr>
        </p:nvSpPr>
        <p:spPr>
          <a:xfrm>
            <a:off x="563499" y="5272809"/>
            <a:ext cx="6960422" cy="230832"/>
          </a:xfrm>
          <a:prstGeom prst="rect">
            <a:avLst/>
          </a:prstGeom>
        </p:spPr>
        <p:txBody>
          <a:bodyPr/>
          <a:lstStyle>
            <a:lvl1pPr marL="0" indent="0">
              <a:buNone/>
              <a:defRPr sz="1500" b="0" i="0">
                <a:solidFill>
                  <a:schemeClr val="tx1"/>
                </a:solidFill>
                <a:latin typeface="Segoe UI Variable Display Semilight" pitchFamily="2" charset="0"/>
              </a:defRPr>
            </a:lvl1pPr>
          </a:lstStyle>
          <a:p>
            <a:pPr lvl="0"/>
            <a:r>
              <a:rPr lang="en-US"/>
              <a:t>Department of title / position held</a:t>
            </a:r>
          </a:p>
        </p:txBody>
      </p:sp>
      <p:pic>
        <p:nvPicPr>
          <p:cNvPr id="14" name="Picture 13">
            <a:extLst>
              <a:ext uri="{FF2B5EF4-FFF2-40B4-BE49-F238E27FC236}">
                <a16:creationId xmlns:a16="http://schemas.microsoft.com/office/drawing/2014/main" id="{036CE8F6-2AEA-578C-4687-FD074E748F5D}"/>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563499" y="457270"/>
            <a:ext cx="2411347" cy="478112"/>
          </a:xfrm>
          <a:prstGeom prst="rect">
            <a:avLst/>
          </a:prstGeom>
        </p:spPr>
      </p:pic>
      <p:sp>
        <p:nvSpPr>
          <p:cNvPr id="3" name="Picture Placeholder 3">
            <a:extLst>
              <a:ext uri="{FF2B5EF4-FFF2-40B4-BE49-F238E27FC236}">
                <a16:creationId xmlns:a16="http://schemas.microsoft.com/office/drawing/2014/main" id="{B4EB1B6F-D09C-6E4E-EDA3-521195C8107E}"/>
              </a:ext>
            </a:extLst>
          </p:cNvPr>
          <p:cNvSpPr>
            <a:spLocks noGrp="1"/>
          </p:cNvSpPr>
          <p:nvPr>
            <p:ph type="pic" sz="quarter" idx="18" hasCustomPrompt="1"/>
          </p:nvPr>
        </p:nvSpPr>
        <p:spPr>
          <a:xfrm>
            <a:off x="8867553" y="3560164"/>
            <a:ext cx="2477387" cy="2480872"/>
          </a:xfrm>
          <a:prstGeom prst="ellipse">
            <a:avLst/>
          </a:prstGeom>
          <a:solidFill>
            <a:srgbClr val="FEF000"/>
          </a:solidFill>
        </p:spPr>
        <p:txBody>
          <a:bodyPr/>
          <a:lstStyle>
            <a:lvl1pPr marL="0" indent="0" algn="ctr">
              <a:lnSpc>
                <a:spcPct val="150000"/>
              </a:lnSpc>
              <a:buNone/>
              <a:defRPr sz="1400" b="1" i="0">
                <a:latin typeface="Segoe UI Variable Display" pitchFamily="2" charset="0"/>
                <a:cs typeface="Segoe UI" panose="020B0502040204020203" pitchFamily="34" charset="0"/>
              </a:defRPr>
            </a:lvl1pPr>
          </a:lstStyle>
          <a:p>
            <a:r>
              <a:rPr lang="en-US"/>
              <a:t>Place Image Here</a:t>
            </a:r>
          </a:p>
        </p:txBody>
      </p:sp>
    </p:spTree>
    <p:extLst>
      <p:ext uri="{BB962C8B-B14F-4D97-AF65-F5344CB8AC3E}">
        <p14:creationId xmlns:p14="http://schemas.microsoft.com/office/powerpoint/2010/main" val="42816569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Section_Divider_Im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6CBDFE-DBA2-D5FE-AD91-F3A467ED5D19}"/>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84201" y="3646980"/>
            <a:ext cx="10480421" cy="1477328"/>
          </a:xfrm>
          <a:prstGeom prst="rect">
            <a:avLst/>
          </a:prstGeom>
        </p:spPr>
        <p:txBody>
          <a:bodyPr anchor="b">
            <a:noAutofit/>
          </a:bodyPr>
          <a:lstStyle>
            <a:lvl1pPr marL="0" indent="0">
              <a:buNone/>
              <a:defRPr sz="4800" b="1" i="0">
                <a:solidFill>
                  <a:schemeClr val="bg1"/>
                </a:solidFill>
                <a:latin typeface="+mj-lt"/>
                <a:cs typeface="Aharoni" panose="02010803020104030203" pitchFamily="2" charset="-79"/>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solidFill>
                  <a:schemeClr val="bg1"/>
                </a:solidFill>
                <a:latin typeface="Segoe UI Variable Display" pitchFamily="2" charset="0"/>
              </a:rPr>
              <a:t>Section Divider Title</a:t>
            </a:r>
          </a:p>
        </p:txBody>
      </p:sp>
      <p:sp>
        <p:nvSpPr>
          <p:cNvPr id="3" name="Footer Placeholder 1">
            <a:extLst>
              <a:ext uri="{FF2B5EF4-FFF2-40B4-BE49-F238E27FC236}">
                <a16:creationId xmlns:a16="http://schemas.microsoft.com/office/drawing/2014/main" id="{9941B265-3099-9A0A-FEFD-C067D0F991E3}"/>
              </a:ext>
            </a:extLst>
          </p:cNvPr>
          <p:cNvSpPr>
            <a:spLocks noGrp="1"/>
          </p:cNvSpPr>
          <p:nvPr>
            <p:ph type="ftr" sz="quarter" idx="13"/>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5" name="Text Placeholder 4">
            <a:extLst>
              <a:ext uri="{FF2B5EF4-FFF2-40B4-BE49-F238E27FC236}">
                <a16:creationId xmlns:a16="http://schemas.microsoft.com/office/drawing/2014/main" id="{EF222949-29F5-AEDA-6D1E-81D071E885F9}"/>
              </a:ext>
            </a:extLst>
          </p:cNvPr>
          <p:cNvSpPr>
            <a:spLocks noGrp="1"/>
          </p:cNvSpPr>
          <p:nvPr>
            <p:ph type="body" sz="quarter" idx="14" hasCustomPrompt="1"/>
          </p:nvPr>
        </p:nvSpPr>
        <p:spPr>
          <a:xfrm>
            <a:off x="584200" y="5256152"/>
            <a:ext cx="10480421" cy="369332"/>
          </a:xfrm>
        </p:spPr>
        <p:txBody>
          <a:bodyPr/>
          <a:lstStyle>
            <a:lvl1pPr marL="0" indent="0">
              <a:buNone/>
              <a:defRPr sz="2400" b="0" i="0">
                <a:solidFill>
                  <a:schemeClr val="bg1"/>
                </a:solidFill>
                <a:latin typeface="Segoe UI Variable Display" pitchFamily="2" charset="0"/>
              </a:defRPr>
            </a:lvl1pPr>
          </a:lstStyle>
          <a:p>
            <a:pPr lvl="0"/>
            <a:r>
              <a:rPr lang="en-US"/>
              <a:t>Subtitle</a:t>
            </a:r>
          </a:p>
        </p:txBody>
      </p:sp>
    </p:spTree>
    <p:extLst>
      <p:ext uri="{BB962C8B-B14F-4D97-AF65-F5344CB8AC3E}">
        <p14:creationId xmlns:p14="http://schemas.microsoft.com/office/powerpoint/2010/main" val="35969326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Section_Divider_Gradient_Light">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092EB425-F759-0B2D-7845-B13BEEDDDF81}"/>
              </a:ext>
            </a:extLst>
          </p:cNvPr>
          <p:cNvSpPr>
            <a:spLocks noGrp="1"/>
          </p:cNvSpPr>
          <p:nvPr>
            <p:ph type="ftr" sz="quarter" idx="13"/>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6" name="Text Placeholder 2">
            <a:extLst>
              <a:ext uri="{FF2B5EF4-FFF2-40B4-BE49-F238E27FC236}">
                <a16:creationId xmlns:a16="http://schemas.microsoft.com/office/drawing/2014/main" id="{A6B44958-A4BF-2419-7324-6654AAFC0200}"/>
              </a:ext>
            </a:extLst>
          </p:cNvPr>
          <p:cNvSpPr>
            <a:spLocks noGrp="1"/>
          </p:cNvSpPr>
          <p:nvPr>
            <p:ph type="body" sz="quarter" idx="11" hasCustomPrompt="1"/>
          </p:nvPr>
        </p:nvSpPr>
        <p:spPr>
          <a:xfrm>
            <a:off x="584201" y="3646980"/>
            <a:ext cx="10480421" cy="1477328"/>
          </a:xfrm>
          <a:prstGeom prst="rect">
            <a:avLst/>
          </a:prstGeom>
          <a:noFill/>
        </p:spPr>
        <p:txBody>
          <a:bodyPr anchor="b">
            <a:noAutofit/>
          </a:bodyPr>
          <a:lstStyle>
            <a:lvl1pPr marL="0" indent="0">
              <a:buNone/>
              <a:defRPr sz="4800" b="1" i="0">
                <a:solidFill>
                  <a:srgbClr val="131313"/>
                </a:solidFill>
                <a:latin typeface="+mj-lt"/>
                <a:cs typeface="Aharoni" panose="02010803020104030203" pitchFamily="2" charset="-79"/>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latin typeface="Segoe UI Variable Display" pitchFamily="2" charset="0"/>
              </a:rPr>
              <a:t>Section Divider title</a:t>
            </a:r>
          </a:p>
        </p:txBody>
      </p:sp>
      <p:sp>
        <p:nvSpPr>
          <p:cNvPr id="2" name="Text Placeholder 4">
            <a:extLst>
              <a:ext uri="{FF2B5EF4-FFF2-40B4-BE49-F238E27FC236}">
                <a16:creationId xmlns:a16="http://schemas.microsoft.com/office/drawing/2014/main" id="{5C2D7F27-723C-3745-C8D1-5A9440BCEED7}"/>
              </a:ext>
            </a:extLst>
          </p:cNvPr>
          <p:cNvSpPr>
            <a:spLocks noGrp="1"/>
          </p:cNvSpPr>
          <p:nvPr>
            <p:ph type="body" sz="quarter" idx="14" hasCustomPrompt="1"/>
          </p:nvPr>
        </p:nvSpPr>
        <p:spPr>
          <a:xfrm>
            <a:off x="584200" y="5256152"/>
            <a:ext cx="10480421" cy="369332"/>
          </a:xfrm>
        </p:spPr>
        <p:txBody>
          <a:bodyPr/>
          <a:lstStyle>
            <a:lvl1pPr marL="0" indent="0">
              <a:buNone/>
              <a:defRPr sz="2400" b="0" i="0">
                <a:solidFill>
                  <a:schemeClr val="tx1"/>
                </a:solidFill>
                <a:latin typeface="Segoe UI Variable Display" pitchFamily="2" charset="0"/>
              </a:defRPr>
            </a:lvl1pPr>
          </a:lstStyle>
          <a:p>
            <a:pPr lvl="0"/>
            <a:r>
              <a:rPr lang="en-US"/>
              <a:t>Subtitle</a:t>
            </a:r>
          </a:p>
        </p:txBody>
      </p:sp>
    </p:spTree>
    <p:extLst>
      <p:ext uri="{BB962C8B-B14F-4D97-AF65-F5344CB8AC3E}">
        <p14:creationId xmlns:p14="http://schemas.microsoft.com/office/powerpoint/2010/main" val="368888071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Blank_Im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D90F2B-C625-D74D-0F83-8C5092EAA7D6}"/>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ext Placeholder 2">
            <a:extLst>
              <a:ext uri="{FF2B5EF4-FFF2-40B4-BE49-F238E27FC236}">
                <a16:creationId xmlns:a16="http://schemas.microsoft.com/office/drawing/2014/main" id="{3888857E-1B2B-32A5-FE56-3867EB1638A3}"/>
              </a:ext>
            </a:extLst>
          </p:cNvPr>
          <p:cNvSpPr>
            <a:spLocks noGrp="1"/>
          </p:cNvSpPr>
          <p:nvPr>
            <p:ph type="body" sz="quarter" idx="11" hasCustomPrompt="1"/>
          </p:nvPr>
        </p:nvSpPr>
        <p:spPr>
          <a:xfrm>
            <a:off x="584201" y="5369099"/>
            <a:ext cx="11128187" cy="763655"/>
          </a:xfrm>
          <a:prstGeom prst="rect">
            <a:avLst/>
          </a:prstGeom>
        </p:spPr>
        <p:txBody>
          <a:bodyPr anchor="b">
            <a:noAutofit/>
          </a:bodyPr>
          <a:lstStyle>
            <a:lvl1pPr marL="0" indent="0">
              <a:buNone/>
              <a:defRPr sz="48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solidFill>
                  <a:schemeClr val="bg1"/>
                </a:solidFill>
                <a:latin typeface="Segoe UI Variable Display" pitchFamily="2" charset="0"/>
              </a:rPr>
              <a:t>Click to edit title</a:t>
            </a:r>
          </a:p>
        </p:txBody>
      </p:sp>
      <p:sp>
        <p:nvSpPr>
          <p:cNvPr id="7" name="Footer Placeholder 1">
            <a:extLst>
              <a:ext uri="{FF2B5EF4-FFF2-40B4-BE49-F238E27FC236}">
                <a16:creationId xmlns:a16="http://schemas.microsoft.com/office/drawing/2014/main" id="{7A38BE22-6AA2-521B-285D-5426E1F4F4A9}"/>
              </a:ext>
            </a:extLst>
          </p:cNvPr>
          <p:cNvSpPr>
            <a:spLocks noGrp="1"/>
          </p:cNvSpPr>
          <p:nvPr>
            <p:ph type="ftr" sz="quarter" idx="13"/>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40995192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Blank_White">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578226A4-A1AE-3745-A3A3-2A26E8C9834A}"/>
              </a:ext>
            </a:extLst>
          </p:cNvPr>
          <p:cNvSpPr>
            <a:spLocks noGrp="1"/>
          </p:cNvSpPr>
          <p:nvPr>
            <p:ph type="body" sz="quarter" idx="12" hasCustomPrompt="1"/>
          </p:nvPr>
        </p:nvSpPr>
        <p:spPr>
          <a:xfrm>
            <a:off x="584201" y="5369099"/>
            <a:ext cx="11128187" cy="763655"/>
          </a:xfrm>
          <a:prstGeom prst="rect">
            <a:avLst/>
          </a:prstGeom>
        </p:spPr>
        <p:txBody>
          <a:bodyPr anchor="b">
            <a:noAutofit/>
          </a:bodyPr>
          <a:lstStyle>
            <a:lvl1pPr marL="0" indent="0">
              <a:buNone/>
              <a:defRPr sz="4800" b="1" i="0">
                <a:solidFill>
                  <a:schemeClr val="tx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latin typeface="Segoe UI Variable Display" pitchFamily="2" charset="0"/>
              </a:rPr>
              <a:t>Click to edit title</a:t>
            </a:r>
          </a:p>
        </p:txBody>
      </p:sp>
      <p:sp>
        <p:nvSpPr>
          <p:cNvPr id="6" name="Footer Placeholder 1">
            <a:extLst>
              <a:ext uri="{FF2B5EF4-FFF2-40B4-BE49-F238E27FC236}">
                <a16:creationId xmlns:a16="http://schemas.microsoft.com/office/drawing/2014/main" id="{51F3B1FA-F5A4-87CA-1BFC-2EDE23CFBBD1}"/>
              </a:ext>
            </a:extLst>
          </p:cNvPr>
          <p:cNvSpPr>
            <a:spLocks noGrp="1"/>
          </p:cNvSpPr>
          <p:nvPr>
            <p:ph type="ftr" sz="quarter" idx="16"/>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173303068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Quote_Imag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E4E6899-69D9-8DF8-3562-A9BD34681588}"/>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Slide Number Placeholder 7">
            <a:extLst>
              <a:ext uri="{FF2B5EF4-FFF2-40B4-BE49-F238E27FC236}">
                <a16:creationId xmlns:a16="http://schemas.microsoft.com/office/drawing/2014/main" id="{EDDFDE15-7818-1751-D702-DB58A162D3BE}"/>
              </a:ext>
            </a:extLst>
          </p:cNvPr>
          <p:cNvSpPr>
            <a:spLocks noGrp="1"/>
          </p:cNvSpPr>
          <p:nvPr>
            <p:ph type="sldNum" sz="quarter" idx="15"/>
          </p:nvPr>
        </p:nvSpPr>
        <p:spPr/>
        <p:txBody>
          <a:bodyPr/>
          <a:lstStyle>
            <a:lvl1pPr>
              <a:defRPr b="1" i="0">
                <a:solidFill>
                  <a:schemeClr val="bg1"/>
                </a:solidFill>
                <a:latin typeface="Segoe UI Variable Display" pitchFamily="2" charset="0"/>
              </a:defRPr>
            </a:lvl1pPr>
          </a:lstStyle>
          <a:p>
            <a:fld id="{F126207E-29C7-4F9F-8309-C6BAAD6BC8C8}" type="slidenum">
              <a:rPr lang="en-US" smtClean="0"/>
              <a:pPr/>
              <a:t>‹#›</a:t>
            </a:fld>
            <a:endParaRPr lang="en-US"/>
          </a:p>
        </p:txBody>
      </p:sp>
      <p:sp>
        <p:nvSpPr>
          <p:cNvPr id="2" name="TextBox 1">
            <a:extLst>
              <a:ext uri="{FF2B5EF4-FFF2-40B4-BE49-F238E27FC236}">
                <a16:creationId xmlns:a16="http://schemas.microsoft.com/office/drawing/2014/main" id="{C0C1198E-A442-CDDE-C721-94C16341032F}"/>
              </a:ext>
            </a:extLst>
          </p:cNvPr>
          <p:cNvSpPr txBox="1"/>
          <p:nvPr userDrawn="1"/>
        </p:nvSpPr>
        <p:spPr>
          <a:xfrm>
            <a:off x="721361" y="2014739"/>
            <a:ext cx="3210560" cy="2385268"/>
          </a:xfrm>
          <a:prstGeom prst="rect">
            <a:avLst/>
          </a:prstGeom>
          <a:noFill/>
        </p:spPr>
        <p:txBody>
          <a:bodyPr wrap="square" lIns="0" tIns="0" rIns="0" bIns="0" rtlCol="0">
            <a:spAutoFit/>
          </a:bodyPr>
          <a:lstStyle/>
          <a:p>
            <a:pPr algn="l"/>
            <a:r>
              <a:rPr lang="en-US" sz="15500" b="1" i="0">
                <a:solidFill>
                  <a:schemeClr val="accent3">
                    <a:lumMod val="40000"/>
                    <a:lumOff val="60000"/>
                  </a:schemeClr>
                </a:solidFill>
                <a:latin typeface="Segoe UI Variable Display" pitchFamily="2" charset="0"/>
                <a:cs typeface="Segoe UI Black" panose="020B0502040204020203" pitchFamily="34" charset="0"/>
              </a:rPr>
              <a:t>“</a:t>
            </a:r>
          </a:p>
        </p:txBody>
      </p:sp>
      <p:sp>
        <p:nvSpPr>
          <p:cNvPr id="3" name="Text Placeholder 2">
            <a:extLst>
              <a:ext uri="{FF2B5EF4-FFF2-40B4-BE49-F238E27FC236}">
                <a16:creationId xmlns:a16="http://schemas.microsoft.com/office/drawing/2014/main" id="{75A4BAFA-7127-6C18-1004-7E76BB691DF4}"/>
              </a:ext>
            </a:extLst>
          </p:cNvPr>
          <p:cNvSpPr>
            <a:spLocks noGrp="1"/>
          </p:cNvSpPr>
          <p:nvPr>
            <p:ph type="body" sz="quarter" idx="11" hasCustomPrompt="1"/>
          </p:nvPr>
        </p:nvSpPr>
        <p:spPr>
          <a:xfrm>
            <a:off x="1119949" y="3012689"/>
            <a:ext cx="9952101" cy="2092881"/>
          </a:xfrm>
          <a:prstGeom prst="rect">
            <a:avLst/>
          </a:prstGeom>
        </p:spPr>
        <p:txBody>
          <a:bodyPr/>
          <a:lstStyle>
            <a:lvl1pPr marL="0" indent="0">
              <a:buNone/>
              <a:defRPr sz="40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bg1"/>
                </a:solidFill>
                <a:latin typeface="Segoe UI Variable Display" pitchFamily="2" charset="0"/>
              </a:rPr>
              <a:t>Add quote text here Add quote text here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bg1"/>
                </a:solidFill>
                <a:latin typeface="Segoe UI Variable Display" pitchFamily="2" charset="0"/>
              </a:rPr>
              <a:t>Add quote text here Add quote text here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bg1"/>
                </a:solidFill>
                <a:latin typeface="Segoe UI Variable Display" pitchFamily="2" charset="0"/>
              </a:rPr>
              <a:t>Add quote text here</a:t>
            </a:r>
          </a:p>
        </p:txBody>
      </p:sp>
      <p:sp>
        <p:nvSpPr>
          <p:cNvPr id="5" name="Text Placeholder 3">
            <a:extLst>
              <a:ext uri="{FF2B5EF4-FFF2-40B4-BE49-F238E27FC236}">
                <a16:creationId xmlns:a16="http://schemas.microsoft.com/office/drawing/2014/main" id="{DC94C2EC-511A-A0CE-A973-77E67A941389}"/>
              </a:ext>
            </a:extLst>
          </p:cNvPr>
          <p:cNvSpPr>
            <a:spLocks noGrp="1"/>
          </p:cNvSpPr>
          <p:nvPr>
            <p:ph type="body" sz="quarter" idx="12" hasCustomPrompt="1"/>
          </p:nvPr>
        </p:nvSpPr>
        <p:spPr>
          <a:xfrm>
            <a:off x="1119188" y="5292185"/>
            <a:ext cx="9953625" cy="246221"/>
          </a:xfrm>
          <a:prstGeom prst="rect">
            <a:avLst/>
          </a:prstGeom>
        </p:spPr>
        <p:txBody>
          <a:bodyPr/>
          <a:lstStyle>
            <a:lvl1pPr marL="0" indent="0">
              <a:buNone/>
              <a:defRPr sz="1600" b="1" i="0">
                <a:solidFill>
                  <a:schemeClr val="bg1"/>
                </a:solidFill>
                <a:latin typeface="Segoe UI Semibold" panose="020B0702040204020203" pitchFamily="34" charset="0"/>
                <a:cs typeface="Segoe UI Semibold" panose="020B0702040204020203" pitchFamily="34" charset="0"/>
              </a:defRPr>
            </a:lvl1pPr>
          </a:lstStyle>
          <a:p>
            <a:pPr algn="l"/>
            <a:r>
              <a:rPr lang="en-US" sz="1600" b="1" i="0">
                <a:solidFill>
                  <a:schemeClr val="bg1"/>
                </a:solidFill>
                <a:latin typeface="Segoe UI Variable Small Semibold" pitchFamily="2" charset="0"/>
              </a:rPr>
              <a:t>Person’s Name – Title - Source</a:t>
            </a:r>
          </a:p>
        </p:txBody>
      </p:sp>
      <p:sp>
        <p:nvSpPr>
          <p:cNvPr id="12" name="Text Placeholder 9">
            <a:extLst>
              <a:ext uri="{FF2B5EF4-FFF2-40B4-BE49-F238E27FC236}">
                <a16:creationId xmlns:a16="http://schemas.microsoft.com/office/drawing/2014/main" id="{EB529936-4718-5813-E590-8D95CF84E2AE}"/>
              </a:ext>
            </a:extLst>
          </p:cNvPr>
          <p:cNvSpPr>
            <a:spLocks noGrp="1"/>
          </p:cNvSpPr>
          <p:nvPr>
            <p:ph type="body" sz="quarter" idx="13" hasCustomPrompt="1"/>
          </p:nvPr>
        </p:nvSpPr>
        <p:spPr>
          <a:xfrm>
            <a:off x="1119188" y="5589841"/>
            <a:ext cx="9953625" cy="184666"/>
          </a:xfrm>
          <a:prstGeom prst="rect">
            <a:avLst/>
          </a:prstGeom>
        </p:spPr>
        <p:txBody>
          <a:bodyPr/>
          <a:lstStyle>
            <a:lvl1pPr marL="0" indent="0">
              <a:buNone/>
              <a:defRPr sz="1200" b="0" i="0">
                <a:solidFill>
                  <a:schemeClr val="bg1"/>
                </a:solidFill>
                <a:latin typeface="+mn-lt"/>
                <a:cs typeface="Segoe UI Semilight" panose="020B0402040204020203" pitchFamily="34" charset="0"/>
              </a:defRPr>
            </a:lvl1pPr>
          </a:lstStyle>
          <a:p>
            <a:pPr algn="l"/>
            <a:r>
              <a:rPr lang="en-US" sz="1200" b="0" i="0">
                <a:solidFill>
                  <a:schemeClr val="bg1"/>
                </a:solidFill>
                <a:latin typeface="Segoe UI Variable Small Semilight" pitchFamily="2" charset="0"/>
              </a:rPr>
              <a:t>Tertiary Information Goes Here</a:t>
            </a:r>
          </a:p>
        </p:txBody>
      </p:sp>
      <p:sp>
        <p:nvSpPr>
          <p:cNvPr id="6" name="Footer Placeholder 1">
            <a:extLst>
              <a:ext uri="{FF2B5EF4-FFF2-40B4-BE49-F238E27FC236}">
                <a16:creationId xmlns:a16="http://schemas.microsoft.com/office/drawing/2014/main" id="{47DEEA79-BC89-68A6-0D17-69C3C2D1B84C}"/>
              </a:ext>
            </a:extLst>
          </p:cNvPr>
          <p:cNvSpPr>
            <a:spLocks noGrp="1"/>
          </p:cNvSpPr>
          <p:nvPr>
            <p:ph type="ftr" sz="quarter" idx="16"/>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492723837"/>
      </p:ext>
    </p:extLst>
  </p:cSld>
  <p:clrMapOvr>
    <a:masterClrMapping/>
  </p:clrMapOvr>
  <p:transition>
    <p:fade/>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Quote_White">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EDDFDE15-7818-1751-D702-DB58A162D3BE}"/>
              </a:ext>
            </a:extLst>
          </p:cNvPr>
          <p:cNvSpPr>
            <a:spLocks noGrp="1"/>
          </p:cNvSpPr>
          <p:nvPr>
            <p:ph type="sldNum" sz="quarter" idx="15"/>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2" name="Footer Placeholder 1">
            <a:extLst>
              <a:ext uri="{FF2B5EF4-FFF2-40B4-BE49-F238E27FC236}">
                <a16:creationId xmlns:a16="http://schemas.microsoft.com/office/drawing/2014/main" id="{EC56F4E8-F6DB-0F4D-EFF1-56B18856A03A}"/>
              </a:ext>
            </a:extLst>
          </p:cNvPr>
          <p:cNvSpPr>
            <a:spLocks noGrp="1"/>
          </p:cNvSpPr>
          <p:nvPr>
            <p:ph type="ftr" sz="quarter" idx="16"/>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6" name="Text Placeholder 2">
            <a:extLst>
              <a:ext uri="{FF2B5EF4-FFF2-40B4-BE49-F238E27FC236}">
                <a16:creationId xmlns:a16="http://schemas.microsoft.com/office/drawing/2014/main" id="{088DC2D7-12FF-E0B6-E67D-F57C23A75DA4}"/>
              </a:ext>
            </a:extLst>
          </p:cNvPr>
          <p:cNvSpPr>
            <a:spLocks noGrp="1"/>
          </p:cNvSpPr>
          <p:nvPr>
            <p:ph type="body" sz="quarter" idx="11" hasCustomPrompt="1"/>
          </p:nvPr>
        </p:nvSpPr>
        <p:spPr>
          <a:xfrm>
            <a:off x="1119949" y="3012689"/>
            <a:ext cx="9952101" cy="2092881"/>
          </a:xfrm>
          <a:prstGeom prst="rect">
            <a:avLst/>
          </a:prstGeom>
        </p:spPr>
        <p:txBody>
          <a:bodyPr/>
          <a:lstStyle>
            <a:lvl1pPr marL="0" indent="0">
              <a:buNone/>
              <a:defRPr sz="40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tx1"/>
                </a:solidFill>
                <a:latin typeface="Segoe UI Variable Display" pitchFamily="2" charset="0"/>
              </a:rPr>
              <a:t>Add quote text here Add quote text here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tx1"/>
                </a:solidFill>
                <a:latin typeface="Segoe UI Variable Display" pitchFamily="2" charset="0"/>
              </a:rPr>
              <a:t>Add quote text here Add quote text here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tx1"/>
                </a:solidFill>
                <a:latin typeface="Segoe UI Variable Display" pitchFamily="2" charset="0"/>
              </a:rPr>
              <a:t>Add quote text here</a:t>
            </a:r>
          </a:p>
        </p:txBody>
      </p:sp>
      <p:sp>
        <p:nvSpPr>
          <p:cNvPr id="10" name="Text Placeholder 3">
            <a:extLst>
              <a:ext uri="{FF2B5EF4-FFF2-40B4-BE49-F238E27FC236}">
                <a16:creationId xmlns:a16="http://schemas.microsoft.com/office/drawing/2014/main" id="{9353D2C3-E997-95E8-9BE9-061C8A8BBCCF}"/>
              </a:ext>
            </a:extLst>
          </p:cNvPr>
          <p:cNvSpPr>
            <a:spLocks noGrp="1"/>
          </p:cNvSpPr>
          <p:nvPr>
            <p:ph type="body" sz="quarter" idx="12" hasCustomPrompt="1"/>
          </p:nvPr>
        </p:nvSpPr>
        <p:spPr>
          <a:xfrm>
            <a:off x="1119188" y="5292185"/>
            <a:ext cx="9953625" cy="246221"/>
          </a:xfrm>
          <a:prstGeom prst="rect">
            <a:avLst/>
          </a:prstGeom>
        </p:spPr>
        <p:txBody>
          <a:bodyPr/>
          <a:lstStyle>
            <a:lvl1pPr marL="0" indent="0">
              <a:buNone/>
              <a:defRPr sz="1600" b="1" i="0">
                <a:solidFill>
                  <a:schemeClr val="tx1"/>
                </a:solidFill>
                <a:latin typeface="Segoe UI Semibold" panose="020B0702040204020203" pitchFamily="34" charset="0"/>
                <a:cs typeface="Segoe UI Semibold" panose="020B0702040204020203" pitchFamily="34" charset="0"/>
              </a:defRPr>
            </a:lvl1p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600" b="1" i="0">
                <a:solidFill>
                  <a:schemeClr val="tx1"/>
                </a:solidFill>
                <a:latin typeface="Segoe UI Variable Small Semibold" pitchFamily="2" charset="0"/>
              </a:rPr>
              <a:t>Person’s Name – Title - Source</a:t>
            </a:r>
          </a:p>
        </p:txBody>
      </p:sp>
      <p:sp>
        <p:nvSpPr>
          <p:cNvPr id="12" name="Text Placeholder 9">
            <a:extLst>
              <a:ext uri="{FF2B5EF4-FFF2-40B4-BE49-F238E27FC236}">
                <a16:creationId xmlns:a16="http://schemas.microsoft.com/office/drawing/2014/main" id="{B01E6E8A-DC83-B933-928D-1D697891386F}"/>
              </a:ext>
            </a:extLst>
          </p:cNvPr>
          <p:cNvSpPr>
            <a:spLocks noGrp="1"/>
          </p:cNvSpPr>
          <p:nvPr>
            <p:ph type="body" sz="quarter" idx="13" hasCustomPrompt="1"/>
          </p:nvPr>
        </p:nvSpPr>
        <p:spPr>
          <a:xfrm>
            <a:off x="1119188" y="5589841"/>
            <a:ext cx="9953625" cy="184666"/>
          </a:xfrm>
          <a:prstGeom prst="rect">
            <a:avLst/>
          </a:prstGeom>
        </p:spPr>
        <p:txBody>
          <a:bodyPr/>
          <a:lstStyle>
            <a:lvl1pPr marL="0" indent="0">
              <a:buNone/>
              <a:defRPr sz="1200" b="0" i="0">
                <a:solidFill>
                  <a:schemeClr val="tx1"/>
                </a:solidFill>
                <a:latin typeface="+mn-lt"/>
                <a:cs typeface="Segoe UI Semilight" panose="020B0402040204020203" pitchFamily="34" charset="0"/>
              </a:defRPr>
            </a:lvl1pPr>
          </a:lstStyle>
          <a:p>
            <a:pPr algn="l"/>
            <a:r>
              <a:rPr lang="en-US" sz="1200" b="0" i="0">
                <a:solidFill>
                  <a:schemeClr val="tx1"/>
                </a:solidFill>
                <a:latin typeface="Segoe UI Variable Small Semilight" pitchFamily="2" charset="0"/>
              </a:rPr>
              <a:t>Tertiary Information Goes Here</a:t>
            </a:r>
          </a:p>
        </p:txBody>
      </p:sp>
      <p:sp>
        <p:nvSpPr>
          <p:cNvPr id="15" name="TextBox 14">
            <a:extLst>
              <a:ext uri="{FF2B5EF4-FFF2-40B4-BE49-F238E27FC236}">
                <a16:creationId xmlns:a16="http://schemas.microsoft.com/office/drawing/2014/main" id="{A173C091-9656-B3EF-C62B-AA0D97173ED4}"/>
              </a:ext>
            </a:extLst>
          </p:cNvPr>
          <p:cNvSpPr txBox="1"/>
          <p:nvPr userDrawn="1"/>
        </p:nvSpPr>
        <p:spPr>
          <a:xfrm>
            <a:off x="721361" y="2014739"/>
            <a:ext cx="3210560" cy="2385268"/>
          </a:xfrm>
          <a:prstGeom prst="rect">
            <a:avLst/>
          </a:prstGeom>
          <a:noFill/>
        </p:spPr>
        <p:txBody>
          <a:bodyPr wrap="square" lIns="0" tIns="0" rIns="0" bIns="0" rtlCol="0">
            <a:spAutoFit/>
          </a:bodyPr>
          <a:lstStyle/>
          <a:p>
            <a:pPr algn="l"/>
            <a:r>
              <a:rPr lang="en-US" sz="15500" b="1" i="0">
                <a:solidFill>
                  <a:schemeClr val="accent3">
                    <a:lumMod val="40000"/>
                    <a:lumOff val="60000"/>
                  </a:schemeClr>
                </a:solidFill>
                <a:latin typeface="Segoe UI Variable Display" pitchFamily="2" charset="0"/>
                <a:cs typeface="Segoe UI Black" panose="020B0502040204020203" pitchFamily="34" charset="0"/>
              </a:rPr>
              <a:t>“</a:t>
            </a:r>
          </a:p>
        </p:txBody>
      </p:sp>
    </p:spTree>
    <p:extLst>
      <p:ext uri="{BB962C8B-B14F-4D97-AF65-F5344CB8AC3E}">
        <p14:creationId xmlns:p14="http://schemas.microsoft.com/office/powerpoint/2010/main" val="1683767486"/>
      </p:ext>
    </p:extLst>
  </p:cSld>
  <p:clrMapOvr>
    <a:masterClrMapping/>
  </p:clrMapOvr>
  <p:transition>
    <p:fade/>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Section_Half_Imag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797E515-D420-0274-4191-E5F7CB926E74}"/>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pic>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63499" y="3703186"/>
            <a:ext cx="4994021" cy="1661993"/>
          </a:xfrm>
          <a:prstGeom prst="rect">
            <a:avLst/>
          </a:prstGeom>
        </p:spPr>
        <p:txBody>
          <a:bodyPr anchor="b">
            <a:noAutofit/>
          </a:bodyPr>
          <a:lstStyle>
            <a:lvl1pPr marL="0" indent="0">
              <a:buNone/>
              <a:defRPr sz="3600" b="1" i="0">
                <a:solidFill>
                  <a:schemeClr val="bg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9" name="Text Placeholder 2">
            <a:extLst>
              <a:ext uri="{FF2B5EF4-FFF2-40B4-BE49-F238E27FC236}">
                <a16:creationId xmlns:a16="http://schemas.microsoft.com/office/drawing/2014/main" id="{78210DB2-5758-3D51-0A08-A1174E40B4A2}"/>
              </a:ext>
            </a:extLst>
          </p:cNvPr>
          <p:cNvSpPr>
            <a:spLocks noGrp="1"/>
          </p:cNvSpPr>
          <p:nvPr>
            <p:ph type="body" sz="quarter" idx="12" hasCustomPrompt="1"/>
          </p:nvPr>
        </p:nvSpPr>
        <p:spPr>
          <a:xfrm>
            <a:off x="563499" y="5600028"/>
            <a:ext cx="3983038" cy="369332"/>
          </a:xfrm>
          <a:prstGeom prst="rect">
            <a:avLst/>
          </a:prstGeom>
        </p:spPr>
        <p:txBody>
          <a:bodyPr/>
          <a:lstStyle>
            <a:lvl1pPr marL="0" indent="0">
              <a:buNone/>
              <a:defRPr sz="2400" b="1" i="0">
                <a:solidFill>
                  <a:schemeClr val="bg1"/>
                </a:solidFill>
                <a:latin typeface="Segoe UI Variable Display" pitchFamily="2" charset="0"/>
              </a:defRPr>
            </a:lvl1pPr>
            <a:lvl2pPr marL="228600" indent="0">
              <a:buNone/>
              <a:defRPr sz="2400">
                <a:solidFill>
                  <a:schemeClr val="tx1"/>
                </a:solidFill>
                <a:latin typeface="+mj-lt"/>
              </a:defRPr>
            </a:lvl2pPr>
            <a:lvl3pPr marL="457200" indent="0">
              <a:buNone/>
              <a:defRPr sz="2400">
                <a:solidFill>
                  <a:schemeClr val="tx1"/>
                </a:solidFill>
                <a:latin typeface="+mj-lt"/>
              </a:defRPr>
            </a:lvl3pPr>
            <a:lvl4pPr marL="661988" indent="0">
              <a:buNone/>
              <a:defRPr sz="2400">
                <a:solidFill>
                  <a:schemeClr val="tx1"/>
                </a:solidFill>
                <a:latin typeface="+mj-lt"/>
              </a:defRPr>
            </a:lvl4pPr>
            <a:lvl5pPr marL="855663" indent="0">
              <a:buNone/>
              <a:defRPr sz="2400">
                <a:solidFill>
                  <a:schemeClr val="tx1"/>
                </a:solidFill>
                <a:latin typeface="+mj-lt"/>
              </a:defRPr>
            </a:lvl5pPr>
          </a:lstStyle>
          <a:p>
            <a:pPr algn="l"/>
            <a:r>
              <a:rPr lang="en-US" sz="2400" b="1" i="0">
                <a:latin typeface="Segoe UI Variable Display" pitchFamily="2" charset="0"/>
              </a:rPr>
              <a:t>Click to edit text</a:t>
            </a:r>
          </a:p>
        </p:txBody>
      </p:sp>
      <p:sp>
        <p:nvSpPr>
          <p:cNvPr id="5" name="Text Placeholder 4">
            <a:extLst>
              <a:ext uri="{FF2B5EF4-FFF2-40B4-BE49-F238E27FC236}">
                <a16:creationId xmlns:a16="http://schemas.microsoft.com/office/drawing/2014/main" id="{B0A8C59B-6B0C-9492-954B-8FEF45936480}"/>
              </a:ext>
            </a:extLst>
          </p:cNvPr>
          <p:cNvSpPr>
            <a:spLocks noGrp="1"/>
          </p:cNvSpPr>
          <p:nvPr>
            <p:ph type="body" sz="quarter" idx="13" hasCustomPrompt="1"/>
          </p:nvPr>
        </p:nvSpPr>
        <p:spPr>
          <a:xfrm>
            <a:off x="6892671" y="990243"/>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10" name="Text Placeholder 4">
            <a:extLst>
              <a:ext uri="{FF2B5EF4-FFF2-40B4-BE49-F238E27FC236}">
                <a16:creationId xmlns:a16="http://schemas.microsoft.com/office/drawing/2014/main" id="{6D1AED05-C869-9AEA-DD95-5526A869D852}"/>
              </a:ext>
            </a:extLst>
          </p:cNvPr>
          <p:cNvSpPr>
            <a:spLocks noGrp="1"/>
          </p:cNvSpPr>
          <p:nvPr>
            <p:ph type="body" sz="quarter" idx="14" hasCustomPrompt="1"/>
          </p:nvPr>
        </p:nvSpPr>
        <p:spPr>
          <a:xfrm>
            <a:off x="6892671" y="1320304"/>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14" name="Text Placeholder 4">
            <a:extLst>
              <a:ext uri="{FF2B5EF4-FFF2-40B4-BE49-F238E27FC236}">
                <a16:creationId xmlns:a16="http://schemas.microsoft.com/office/drawing/2014/main" id="{1C30D727-631C-4F3D-1DA5-8A5CC8A5F1D4}"/>
              </a:ext>
            </a:extLst>
          </p:cNvPr>
          <p:cNvSpPr>
            <a:spLocks noGrp="1"/>
          </p:cNvSpPr>
          <p:nvPr>
            <p:ph type="body" sz="quarter" idx="16" hasCustomPrompt="1"/>
          </p:nvPr>
        </p:nvSpPr>
        <p:spPr>
          <a:xfrm>
            <a:off x="6892671" y="1599663"/>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
        <p:nvSpPr>
          <p:cNvPr id="3" name="Slide Number Placeholder 2">
            <a:extLst>
              <a:ext uri="{FF2B5EF4-FFF2-40B4-BE49-F238E27FC236}">
                <a16:creationId xmlns:a16="http://schemas.microsoft.com/office/drawing/2014/main" id="{C77E599C-CC5B-4B98-F426-05A786AB0616}"/>
              </a:ext>
            </a:extLst>
          </p:cNvPr>
          <p:cNvSpPr>
            <a:spLocks noGrp="1"/>
          </p:cNvSpPr>
          <p:nvPr>
            <p:ph type="sldNum" sz="quarter" idx="2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Footer Placeholder 1">
            <a:extLst>
              <a:ext uri="{FF2B5EF4-FFF2-40B4-BE49-F238E27FC236}">
                <a16:creationId xmlns:a16="http://schemas.microsoft.com/office/drawing/2014/main" id="{3C8A360D-EDB2-5F75-F845-AD7395FB3ABA}"/>
              </a:ext>
            </a:extLst>
          </p:cNvPr>
          <p:cNvSpPr>
            <a:spLocks noGrp="1"/>
          </p:cNvSpPr>
          <p:nvPr>
            <p:ph type="ftr" sz="quarter" idx="25"/>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24" name="Text Placeholder 4">
            <a:extLst>
              <a:ext uri="{FF2B5EF4-FFF2-40B4-BE49-F238E27FC236}">
                <a16:creationId xmlns:a16="http://schemas.microsoft.com/office/drawing/2014/main" id="{C1DD1155-DE80-DB16-5D58-FE37ACECE0BF}"/>
              </a:ext>
            </a:extLst>
          </p:cNvPr>
          <p:cNvSpPr>
            <a:spLocks noGrp="1"/>
          </p:cNvSpPr>
          <p:nvPr>
            <p:ph type="body" sz="quarter" idx="26" hasCustomPrompt="1"/>
          </p:nvPr>
        </p:nvSpPr>
        <p:spPr>
          <a:xfrm>
            <a:off x="6923151" y="2873001"/>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25" name="Text Placeholder 4">
            <a:extLst>
              <a:ext uri="{FF2B5EF4-FFF2-40B4-BE49-F238E27FC236}">
                <a16:creationId xmlns:a16="http://schemas.microsoft.com/office/drawing/2014/main" id="{9C97BEAF-CFE3-69EC-C552-3BBA9BBD38B8}"/>
              </a:ext>
            </a:extLst>
          </p:cNvPr>
          <p:cNvSpPr>
            <a:spLocks noGrp="1"/>
          </p:cNvSpPr>
          <p:nvPr>
            <p:ph type="body" sz="quarter" idx="27" hasCustomPrompt="1"/>
          </p:nvPr>
        </p:nvSpPr>
        <p:spPr>
          <a:xfrm>
            <a:off x="6923151" y="3203062"/>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26" name="Text Placeholder 4">
            <a:extLst>
              <a:ext uri="{FF2B5EF4-FFF2-40B4-BE49-F238E27FC236}">
                <a16:creationId xmlns:a16="http://schemas.microsoft.com/office/drawing/2014/main" id="{18D62252-6EF9-E882-0254-8366C7F92169}"/>
              </a:ext>
            </a:extLst>
          </p:cNvPr>
          <p:cNvSpPr>
            <a:spLocks noGrp="1"/>
          </p:cNvSpPr>
          <p:nvPr>
            <p:ph type="body" sz="quarter" idx="28" hasCustomPrompt="1"/>
          </p:nvPr>
        </p:nvSpPr>
        <p:spPr>
          <a:xfrm>
            <a:off x="6923151" y="3482421"/>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
        <p:nvSpPr>
          <p:cNvPr id="30" name="Text Placeholder 4">
            <a:extLst>
              <a:ext uri="{FF2B5EF4-FFF2-40B4-BE49-F238E27FC236}">
                <a16:creationId xmlns:a16="http://schemas.microsoft.com/office/drawing/2014/main" id="{7266C87E-16AC-E864-E6E5-63501E7FC73B}"/>
              </a:ext>
            </a:extLst>
          </p:cNvPr>
          <p:cNvSpPr>
            <a:spLocks noGrp="1"/>
          </p:cNvSpPr>
          <p:nvPr>
            <p:ph type="body" sz="quarter" idx="29" hasCustomPrompt="1"/>
          </p:nvPr>
        </p:nvSpPr>
        <p:spPr>
          <a:xfrm>
            <a:off x="6923151" y="4762761"/>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31" name="Text Placeholder 4">
            <a:extLst>
              <a:ext uri="{FF2B5EF4-FFF2-40B4-BE49-F238E27FC236}">
                <a16:creationId xmlns:a16="http://schemas.microsoft.com/office/drawing/2014/main" id="{6A206C02-56C5-016F-9670-736B6724DAA8}"/>
              </a:ext>
            </a:extLst>
          </p:cNvPr>
          <p:cNvSpPr>
            <a:spLocks noGrp="1"/>
          </p:cNvSpPr>
          <p:nvPr>
            <p:ph type="body" sz="quarter" idx="30" hasCustomPrompt="1"/>
          </p:nvPr>
        </p:nvSpPr>
        <p:spPr>
          <a:xfrm>
            <a:off x="6923151" y="5092822"/>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32" name="Text Placeholder 4">
            <a:extLst>
              <a:ext uri="{FF2B5EF4-FFF2-40B4-BE49-F238E27FC236}">
                <a16:creationId xmlns:a16="http://schemas.microsoft.com/office/drawing/2014/main" id="{AF78F7F5-AF1C-9AC8-5D66-0359EE0A348F}"/>
              </a:ext>
            </a:extLst>
          </p:cNvPr>
          <p:cNvSpPr>
            <a:spLocks noGrp="1"/>
          </p:cNvSpPr>
          <p:nvPr>
            <p:ph type="body" sz="quarter" idx="31" hasCustomPrompt="1"/>
          </p:nvPr>
        </p:nvSpPr>
        <p:spPr>
          <a:xfrm>
            <a:off x="6923151" y="5372181"/>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Tree>
    <p:extLst>
      <p:ext uri="{BB962C8B-B14F-4D97-AF65-F5344CB8AC3E}">
        <p14:creationId xmlns:p14="http://schemas.microsoft.com/office/powerpoint/2010/main" val="76274696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Section_Half_Whit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1DC71E-905C-13BA-8BEE-155F4B01A2C6}"/>
              </a:ext>
            </a:extLst>
          </p:cNvPr>
          <p:cNvSpPr>
            <a:spLocks noGrp="1"/>
          </p:cNvSpPr>
          <p:nvPr>
            <p:ph type="sldNum" sz="quarter" idx="2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cxnSp>
        <p:nvCxnSpPr>
          <p:cNvPr id="21" name="Straight Connector 20">
            <a:extLst>
              <a:ext uri="{FF2B5EF4-FFF2-40B4-BE49-F238E27FC236}">
                <a16:creationId xmlns:a16="http://schemas.microsoft.com/office/drawing/2014/main" id="{E2AF11C5-E7BE-76FB-76BD-F5BCFAD8287B}"/>
              </a:ext>
            </a:extLst>
          </p:cNvPr>
          <p:cNvCxnSpPr>
            <a:cxnSpLocks/>
          </p:cNvCxnSpPr>
          <p:nvPr userDrawn="1"/>
        </p:nvCxnSpPr>
        <p:spPr>
          <a:xfrm>
            <a:off x="6096000" y="577850"/>
            <a:ext cx="0" cy="570230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0EC1AEB3-203A-A99D-2704-85C106947BB6}"/>
              </a:ext>
            </a:extLst>
          </p:cNvPr>
          <p:cNvSpPr>
            <a:spLocks noGrp="1"/>
          </p:cNvSpPr>
          <p:nvPr>
            <p:ph type="ftr" sz="quarter" idx="25"/>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4" name="Text Placeholder 2">
            <a:extLst>
              <a:ext uri="{FF2B5EF4-FFF2-40B4-BE49-F238E27FC236}">
                <a16:creationId xmlns:a16="http://schemas.microsoft.com/office/drawing/2014/main" id="{10392172-D37E-90E7-AF16-D1A154B132F9}"/>
              </a:ext>
            </a:extLst>
          </p:cNvPr>
          <p:cNvSpPr>
            <a:spLocks noGrp="1"/>
          </p:cNvSpPr>
          <p:nvPr>
            <p:ph type="body" sz="quarter" idx="11" hasCustomPrompt="1"/>
          </p:nvPr>
        </p:nvSpPr>
        <p:spPr>
          <a:xfrm>
            <a:off x="563499" y="3703186"/>
            <a:ext cx="4994021" cy="1661993"/>
          </a:xfrm>
          <a:prstGeom prst="rect">
            <a:avLst/>
          </a:prstGeom>
        </p:spPr>
        <p:txBody>
          <a:bodyPr anchor="b">
            <a:noAutofit/>
          </a:bodyPr>
          <a:lstStyle>
            <a:lvl1pPr marL="0" indent="0">
              <a:buNone/>
              <a:defRPr sz="36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7" name="Text Placeholder 2">
            <a:extLst>
              <a:ext uri="{FF2B5EF4-FFF2-40B4-BE49-F238E27FC236}">
                <a16:creationId xmlns:a16="http://schemas.microsoft.com/office/drawing/2014/main" id="{BE39FFB6-BBAD-A579-98B0-E8612D7CA703}"/>
              </a:ext>
            </a:extLst>
          </p:cNvPr>
          <p:cNvSpPr>
            <a:spLocks noGrp="1"/>
          </p:cNvSpPr>
          <p:nvPr>
            <p:ph type="body" sz="quarter" idx="12" hasCustomPrompt="1"/>
          </p:nvPr>
        </p:nvSpPr>
        <p:spPr>
          <a:xfrm>
            <a:off x="563499" y="5600028"/>
            <a:ext cx="3983038" cy="369332"/>
          </a:xfrm>
          <a:prstGeom prst="rect">
            <a:avLst/>
          </a:prstGeom>
        </p:spPr>
        <p:txBody>
          <a:bodyPr/>
          <a:lstStyle>
            <a:lvl1pPr marL="0" indent="0">
              <a:buNone/>
              <a:defRPr sz="2400" b="1" i="0">
                <a:solidFill>
                  <a:schemeClr val="tx1"/>
                </a:solidFill>
                <a:latin typeface="Segoe UI Variable Display" pitchFamily="2" charset="0"/>
              </a:defRPr>
            </a:lvl1pPr>
            <a:lvl2pPr marL="228600" indent="0">
              <a:buNone/>
              <a:defRPr sz="2400">
                <a:solidFill>
                  <a:schemeClr val="tx1"/>
                </a:solidFill>
                <a:latin typeface="+mj-lt"/>
              </a:defRPr>
            </a:lvl2pPr>
            <a:lvl3pPr marL="457200" indent="0">
              <a:buNone/>
              <a:defRPr sz="2400">
                <a:solidFill>
                  <a:schemeClr val="tx1"/>
                </a:solidFill>
                <a:latin typeface="+mj-lt"/>
              </a:defRPr>
            </a:lvl3pPr>
            <a:lvl4pPr marL="661988" indent="0">
              <a:buNone/>
              <a:defRPr sz="2400">
                <a:solidFill>
                  <a:schemeClr val="tx1"/>
                </a:solidFill>
                <a:latin typeface="+mj-lt"/>
              </a:defRPr>
            </a:lvl4pPr>
            <a:lvl5pPr marL="855663" indent="0">
              <a:buNone/>
              <a:defRPr sz="2400">
                <a:solidFill>
                  <a:schemeClr val="tx1"/>
                </a:solidFill>
                <a:latin typeface="+mj-lt"/>
              </a:defRPr>
            </a:lvl5pPr>
          </a:lstStyle>
          <a:p>
            <a:pPr algn="l"/>
            <a:r>
              <a:rPr lang="en-US" sz="2400" b="1" i="0">
                <a:latin typeface="Segoe UI Variable Display" pitchFamily="2" charset="0"/>
              </a:rPr>
              <a:t>Click to edit text</a:t>
            </a:r>
          </a:p>
        </p:txBody>
      </p:sp>
      <p:sp>
        <p:nvSpPr>
          <p:cNvPr id="11" name="Text Placeholder 4">
            <a:extLst>
              <a:ext uri="{FF2B5EF4-FFF2-40B4-BE49-F238E27FC236}">
                <a16:creationId xmlns:a16="http://schemas.microsoft.com/office/drawing/2014/main" id="{F017FD68-E283-E80A-842F-F53C3870EDB3}"/>
              </a:ext>
            </a:extLst>
          </p:cNvPr>
          <p:cNvSpPr>
            <a:spLocks noGrp="1"/>
          </p:cNvSpPr>
          <p:nvPr>
            <p:ph type="body" sz="quarter" idx="13" hasCustomPrompt="1"/>
          </p:nvPr>
        </p:nvSpPr>
        <p:spPr>
          <a:xfrm>
            <a:off x="6892671" y="990243"/>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12" name="Text Placeholder 4">
            <a:extLst>
              <a:ext uri="{FF2B5EF4-FFF2-40B4-BE49-F238E27FC236}">
                <a16:creationId xmlns:a16="http://schemas.microsoft.com/office/drawing/2014/main" id="{62D32000-2037-C308-B8C7-C6A4A0088AAF}"/>
              </a:ext>
            </a:extLst>
          </p:cNvPr>
          <p:cNvSpPr>
            <a:spLocks noGrp="1"/>
          </p:cNvSpPr>
          <p:nvPr>
            <p:ph type="body" sz="quarter" idx="14" hasCustomPrompt="1"/>
          </p:nvPr>
        </p:nvSpPr>
        <p:spPr>
          <a:xfrm>
            <a:off x="6892671" y="1320304"/>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13" name="Text Placeholder 4">
            <a:extLst>
              <a:ext uri="{FF2B5EF4-FFF2-40B4-BE49-F238E27FC236}">
                <a16:creationId xmlns:a16="http://schemas.microsoft.com/office/drawing/2014/main" id="{AE5DCA4E-18BD-A9A7-5BAE-0A5F63DC7C48}"/>
              </a:ext>
            </a:extLst>
          </p:cNvPr>
          <p:cNvSpPr>
            <a:spLocks noGrp="1"/>
          </p:cNvSpPr>
          <p:nvPr>
            <p:ph type="body" sz="quarter" idx="16" hasCustomPrompt="1"/>
          </p:nvPr>
        </p:nvSpPr>
        <p:spPr>
          <a:xfrm>
            <a:off x="6892671" y="1599663"/>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
        <p:nvSpPr>
          <p:cNvPr id="22" name="Text Placeholder 4">
            <a:extLst>
              <a:ext uri="{FF2B5EF4-FFF2-40B4-BE49-F238E27FC236}">
                <a16:creationId xmlns:a16="http://schemas.microsoft.com/office/drawing/2014/main" id="{8E8A3BE2-6125-36DB-1B15-B0443B967286}"/>
              </a:ext>
            </a:extLst>
          </p:cNvPr>
          <p:cNvSpPr>
            <a:spLocks noGrp="1"/>
          </p:cNvSpPr>
          <p:nvPr>
            <p:ph type="body" sz="quarter" idx="26" hasCustomPrompt="1"/>
          </p:nvPr>
        </p:nvSpPr>
        <p:spPr>
          <a:xfrm>
            <a:off x="6923151" y="2873001"/>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23" name="Text Placeholder 4">
            <a:extLst>
              <a:ext uri="{FF2B5EF4-FFF2-40B4-BE49-F238E27FC236}">
                <a16:creationId xmlns:a16="http://schemas.microsoft.com/office/drawing/2014/main" id="{880067E5-5A4B-B5F3-65C6-4E06F390ACC5}"/>
              </a:ext>
            </a:extLst>
          </p:cNvPr>
          <p:cNvSpPr>
            <a:spLocks noGrp="1"/>
          </p:cNvSpPr>
          <p:nvPr>
            <p:ph type="body" sz="quarter" idx="27" hasCustomPrompt="1"/>
          </p:nvPr>
        </p:nvSpPr>
        <p:spPr>
          <a:xfrm>
            <a:off x="6923151" y="3203062"/>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24" name="Text Placeholder 4">
            <a:extLst>
              <a:ext uri="{FF2B5EF4-FFF2-40B4-BE49-F238E27FC236}">
                <a16:creationId xmlns:a16="http://schemas.microsoft.com/office/drawing/2014/main" id="{74FF8FA0-FAD5-6833-412C-3CDF819AEC4E}"/>
              </a:ext>
            </a:extLst>
          </p:cNvPr>
          <p:cNvSpPr>
            <a:spLocks noGrp="1"/>
          </p:cNvSpPr>
          <p:nvPr>
            <p:ph type="body" sz="quarter" idx="28" hasCustomPrompt="1"/>
          </p:nvPr>
        </p:nvSpPr>
        <p:spPr>
          <a:xfrm>
            <a:off x="6923151" y="3482421"/>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
        <p:nvSpPr>
          <p:cNvPr id="25" name="Text Placeholder 4">
            <a:extLst>
              <a:ext uri="{FF2B5EF4-FFF2-40B4-BE49-F238E27FC236}">
                <a16:creationId xmlns:a16="http://schemas.microsoft.com/office/drawing/2014/main" id="{E851353C-80BC-58DC-665E-00F7967460A0}"/>
              </a:ext>
            </a:extLst>
          </p:cNvPr>
          <p:cNvSpPr>
            <a:spLocks noGrp="1"/>
          </p:cNvSpPr>
          <p:nvPr>
            <p:ph type="body" sz="quarter" idx="29" hasCustomPrompt="1"/>
          </p:nvPr>
        </p:nvSpPr>
        <p:spPr>
          <a:xfrm>
            <a:off x="6923151" y="4762761"/>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26" name="Text Placeholder 4">
            <a:extLst>
              <a:ext uri="{FF2B5EF4-FFF2-40B4-BE49-F238E27FC236}">
                <a16:creationId xmlns:a16="http://schemas.microsoft.com/office/drawing/2014/main" id="{5696F8D1-4A47-1BE9-F0D2-6EC8145AC4E1}"/>
              </a:ext>
            </a:extLst>
          </p:cNvPr>
          <p:cNvSpPr>
            <a:spLocks noGrp="1"/>
          </p:cNvSpPr>
          <p:nvPr>
            <p:ph type="body" sz="quarter" idx="30" hasCustomPrompt="1"/>
          </p:nvPr>
        </p:nvSpPr>
        <p:spPr>
          <a:xfrm>
            <a:off x="6923151" y="5092822"/>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27" name="Text Placeholder 4">
            <a:extLst>
              <a:ext uri="{FF2B5EF4-FFF2-40B4-BE49-F238E27FC236}">
                <a16:creationId xmlns:a16="http://schemas.microsoft.com/office/drawing/2014/main" id="{7324173E-AA9C-8BF3-2437-1771DBD138D3}"/>
              </a:ext>
            </a:extLst>
          </p:cNvPr>
          <p:cNvSpPr>
            <a:spLocks noGrp="1"/>
          </p:cNvSpPr>
          <p:nvPr>
            <p:ph type="body" sz="quarter" idx="31" hasCustomPrompt="1"/>
          </p:nvPr>
        </p:nvSpPr>
        <p:spPr>
          <a:xfrm>
            <a:off x="6923151" y="5372181"/>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Tree>
    <p:extLst>
      <p:ext uri="{BB962C8B-B14F-4D97-AF65-F5344CB8AC3E}">
        <p14:creationId xmlns:p14="http://schemas.microsoft.com/office/powerpoint/2010/main" val="79024469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Full_Bleed_Image">
    <p:spTree>
      <p:nvGrpSpPr>
        <p:cNvPr id="1" name=""/>
        <p:cNvGrpSpPr/>
        <p:nvPr/>
      </p:nvGrpSpPr>
      <p:grpSpPr>
        <a:xfrm>
          <a:off x="0" y="0"/>
          <a:ext cx="0" cy="0"/>
          <a:chOff x="0" y="0"/>
          <a:chExt cx="0" cy="0"/>
        </a:xfrm>
      </p:grpSpPr>
      <p:sp>
        <p:nvSpPr>
          <p:cNvPr id="7" name="Picture Placeholder 3">
            <a:extLst>
              <a:ext uri="{FF2B5EF4-FFF2-40B4-BE49-F238E27FC236}">
                <a16:creationId xmlns:a16="http://schemas.microsoft.com/office/drawing/2014/main" id="{3AEDEC4F-FC56-B05A-52AD-159156BC0DC8}"/>
              </a:ext>
            </a:extLst>
          </p:cNvPr>
          <p:cNvSpPr>
            <a:spLocks noGrp="1"/>
          </p:cNvSpPr>
          <p:nvPr>
            <p:ph type="pic" sz="quarter" idx="10" hasCustomPrompt="1"/>
          </p:nvPr>
        </p:nvSpPr>
        <p:spPr>
          <a:xfrm>
            <a:off x="0" y="0"/>
            <a:ext cx="12192000" cy="6858000"/>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63499" y="4413251"/>
            <a:ext cx="4994021" cy="1631950"/>
          </a:xfrm>
          <a:prstGeom prst="rect">
            <a:avLst/>
          </a:prstGeom>
        </p:spPr>
        <p:txBody>
          <a:bodyPr anchor="b">
            <a:noAutofit/>
          </a:bodyPr>
          <a:lstStyle>
            <a:lvl1pPr marL="0" indent="0">
              <a:buNone/>
              <a:defRPr sz="36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text</a:t>
            </a:r>
          </a:p>
        </p:txBody>
      </p:sp>
      <p:sp>
        <p:nvSpPr>
          <p:cNvPr id="3" name="Footer Placeholder 1">
            <a:extLst>
              <a:ext uri="{FF2B5EF4-FFF2-40B4-BE49-F238E27FC236}">
                <a16:creationId xmlns:a16="http://schemas.microsoft.com/office/drawing/2014/main" id="{EAC0C3FF-ADA5-FFDB-57E4-002AFDA187C4}"/>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1214642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Full_Bleed_Top_Image">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F5D3AEB4-C898-EBBD-E472-C4A8EAF8E92E}"/>
              </a:ext>
            </a:extLst>
          </p:cNvPr>
          <p:cNvSpPr>
            <a:spLocks noGrp="1"/>
          </p:cNvSpPr>
          <p:nvPr>
            <p:ph type="pic" sz="quarter" idx="10" hasCustomPrompt="1"/>
          </p:nvPr>
        </p:nvSpPr>
        <p:spPr>
          <a:xfrm>
            <a:off x="0" y="969206"/>
            <a:ext cx="12192000" cy="5888794"/>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pic>
        <p:nvPicPr>
          <p:cNvPr id="6" name="Picture 5">
            <a:extLst>
              <a:ext uri="{FF2B5EF4-FFF2-40B4-BE49-F238E27FC236}">
                <a16:creationId xmlns:a16="http://schemas.microsoft.com/office/drawing/2014/main" id="{942F0238-66BE-083C-C773-629AD18C76EA}"/>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969206"/>
          </a:xfrm>
          <a:custGeom>
            <a:avLst/>
            <a:gdLst>
              <a:gd name="connsiteX0" fmla="*/ 0 w 12192000"/>
              <a:gd name="connsiteY0" fmla="*/ 0 h 969206"/>
              <a:gd name="connsiteX1" fmla="*/ 12192000 w 12192000"/>
              <a:gd name="connsiteY1" fmla="*/ 0 h 969206"/>
              <a:gd name="connsiteX2" fmla="*/ 12192000 w 12192000"/>
              <a:gd name="connsiteY2" fmla="*/ 969206 h 969206"/>
              <a:gd name="connsiteX3" fmla="*/ 0 w 12192000"/>
              <a:gd name="connsiteY3" fmla="*/ 969206 h 969206"/>
            </a:gdLst>
            <a:ahLst/>
            <a:cxnLst>
              <a:cxn ang="0">
                <a:pos x="connsiteX0" y="connsiteY0"/>
              </a:cxn>
              <a:cxn ang="0">
                <a:pos x="connsiteX1" y="connsiteY1"/>
              </a:cxn>
              <a:cxn ang="0">
                <a:pos x="connsiteX2" y="connsiteY2"/>
              </a:cxn>
              <a:cxn ang="0">
                <a:pos x="connsiteX3" y="connsiteY3"/>
              </a:cxn>
            </a:cxnLst>
            <a:rect l="l" t="t" r="r" b="b"/>
            <a:pathLst>
              <a:path w="12192000" h="969206">
                <a:moveTo>
                  <a:pt x="0" y="0"/>
                </a:moveTo>
                <a:lnTo>
                  <a:pt x="12192000" y="0"/>
                </a:lnTo>
                <a:lnTo>
                  <a:pt x="12192000" y="969206"/>
                </a:lnTo>
                <a:lnTo>
                  <a:pt x="0" y="969206"/>
                </a:lnTo>
                <a:close/>
              </a:path>
            </a:pathLst>
          </a:custGeom>
        </p:spPr>
      </p:pic>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Text Placeholder 2">
            <a:extLst>
              <a:ext uri="{FF2B5EF4-FFF2-40B4-BE49-F238E27FC236}">
                <a16:creationId xmlns:a16="http://schemas.microsoft.com/office/drawing/2014/main" id="{C57B295A-33AB-0FBB-B09A-55A027E0B411}"/>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3" name="Footer Placeholder 1">
            <a:extLst>
              <a:ext uri="{FF2B5EF4-FFF2-40B4-BE49-F238E27FC236}">
                <a16:creationId xmlns:a16="http://schemas.microsoft.com/office/drawing/2014/main" id="{A4118093-7D3C-9764-D242-3FF6E0731EF9}"/>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19564349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Full_Bleed_Top_White">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F8F8BBAC-8DA3-09F6-A450-B668FFC46A4F}"/>
              </a:ext>
            </a:extLst>
          </p:cNvPr>
          <p:cNvSpPr>
            <a:spLocks noGrp="1"/>
          </p:cNvSpPr>
          <p:nvPr>
            <p:ph type="pic" sz="quarter" idx="10" hasCustomPrompt="1"/>
          </p:nvPr>
        </p:nvSpPr>
        <p:spPr>
          <a:xfrm>
            <a:off x="0" y="969206"/>
            <a:ext cx="12192000" cy="5888794"/>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Text Placeholder 2">
            <a:extLst>
              <a:ext uri="{FF2B5EF4-FFF2-40B4-BE49-F238E27FC236}">
                <a16:creationId xmlns:a16="http://schemas.microsoft.com/office/drawing/2014/main" id="{C57B295A-33AB-0FBB-B09A-55A027E0B411}"/>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tx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3" name="Footer Placeholder 1">
            <a:extLst>
              <a:ext uri="{FF2B5EF4-FFF2-40B4-BE49-F238E27FC236}">
                <a16:creationId xmlns:a16="http://schemas.microsoft.com/office/drawing/2014/main" id="{595F97B7-EA88-4DD0-A6FD-34D74E9D3FE4}"/>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205787842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Full_Bleed_Bottom_Imag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C2A66E-C3D9-FE0F-7C48-C1F7BB13BEE4}"/>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194297"/>
            <a:ext cx="12192000" cy="1663703"/>
          </a:xfrm>
          <a:custGeom>
            <a:avLst/>
            <a:gdLst>
              <a:gd name="connsiteX0" fmla="*/ 0 w 12192000"/>
              <a:gd name="connsiteY0" fmla="*/ 0 h 1663703"/>
              <a:gd name="connsiteX1" fmla="*/ 12192000 w 12192000"/>
              <a:gd name="connsiteY1" fmla="*/ 0 h 1663703"/>
              <a:gd name="connsiteX2" fmla="*/ 12192000 w 12192000"/>
              <a:gd name="connsiteY2" fmla="*/ 1663703 h 1663703"/>
              <a:gd name="connsiteX3" fmla="*/ 0 w 12192000"/>
              <a:gd name="connsiteY3" fmla="*/ 1663703 h 1663703"/>
            </a:gdLst>
            <a:ahLst/>
            <a:cxnLst>
              <a:cxn ang="0">
                <a:pos x="connsiteX0" y="connsiteY0"/>
              </a:cxn>
              <a:cxn ang="0">
                <a:pos x="connsiteX1" y="connsiteY1"/>
              </a:cxn>
              <a:cxn ang="0">
                <a:pos x="connsiteX2" y="connsiteY2"/>
              </a:cxn>
              <a:cxn ang="0">
                <a:pos x="connsiteX3" y="connsiteY3"/>
              </a:cxn>
            </a:cxnLst>
            <a:rect l="l" t="t" r="r" b="b"/>
            <a:pathLst>
              <a:path w="12192000" h="1663703">
                <a:moveTo>
                  <a:pt x="0" y="0"/>
                </a:moveTo>
                <a:lnTo>
                  <a:pt x="12192000" y="0"/>
                </a:lnTo>
                <a:lnTo>
                  <a:pt x="12192000" y="1663703"/>
                </a:lnTo>
                <a:lnTo>
                  <a:pt x="0" y="1663703"/>
                </a:lnTo>
                <a:close/>
              </a:path>
            </a:pathLst>
          </a:custGeom>
        </p:spPr>
      </p:pic>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63499" y="5412143"/>
            <a:ext cx="11045889" cy="847368"/>
          </a:xfrm>
          <a:prstGeom prst="rect">
            <a:avLst/>
          </a:prstGeom>
        </p:spPr>
        <p:txBody>
          <a:bodyPr anchor="ctr">
            <a:noAutofit/>
          </a:bodyPr>
          <a:lstStyle>
            <a:lvl1pPr marL="0" indent="0">
              <a:buNone/>
              <a:defRPr sz="36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solidFill>
                  <a:schemeClr val="bg1"/>
                </a:solidFill>
                <a:latin typeface="Segoe UI Variable Display" pitchFamily="2" charset="0"/>
              </a:defRPr>
            </a:lvl1pPr>
          </a:lstStyle>
          <a:p>
            <a:fld id="{F126207E-29C7-4F9F-8309-C6BAAD6BC8C8}" type="slidenum">
              <a:rPr lang="en-US" smtClean="0"/>
              <a:pPr/>
              <a:t>‹#›</a:t>
            </a:fld>
            <a:endParaRPr lang="en-US"/>
          </a:p>
        </p:txBody>
      </p:sp>
      <p:sp>
        <p:nvSpPr>
          <p:cNvPr id="3" name="Footer Placeholder 1">
            <a:extLst>
              <a:ext uri="{FF2B5EF4-FFF2-40B4-BE49-F238E27FC236}">
                <a16:creationId xmlns:a16="http://schemas.microsoft.com/office/drawing/2014/main" id="{F527D418-DEB4-E6BE-632F-E81F936C2219}"/>
              </a:ext>
            </a:extLst>
          </p:cNvPr>
          <p:cNvSpPr>
            <a:spLocks noGrp="1"/>
          </p:cNvSpPr>
          <p:nvPr>
            <p:ph type="ftr" sz="quarter" idx="12"/>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4" name="Picture Placeholder 3">
            <a:extLst>
              <a:ext uri="{FF2B5EF4-FFF2-40B4-BE49-F238E27FC236}">
                <a16:creationId xmlns:a16="http://schemas.microsoft.com/office/drawing/2014/main" id="{AC6B327B-BAC8-C162-6486-423D58BD11B9}"/>
              </a:ext>
            </a:extLst>
          </p:cNvPr>
          <p:cNvSpPr>
            <a:spLocks noGrp="1"/>
          </p:cNvSpPr>
          <p:nvPr>
            <p:ph type="pic" sz="quarter" idx="10" hasCustomPrompt="1"/>
          </p:nvPr>
        </p:nvSpPr>
        <p:spPr>
          <a:xfrm>
            <a:off x="0" y="-4"/>
            <a:ext cx="12192000" cy="5194301"/>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spTree>
    <p:extLst>
      <p:ext uri="{BB962C8B-B14F-4D97-AF65-F5344CB8AC3E}">
        <p14:creationId xmlns:p14="http://schemas.microsoft.com/office/powerpoint/2010/main" val="14093728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Full_Bleed_Bottom_White">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63499" y="5412143"/>
            <a:ext cx="11045889" cy="847368"/>
          </a:xfrm>
          <a:prstGeom prst="rect">
            <a:avLst/>
          </a:prstGeom>
        </p:spPr>
        <p:txBody>
          <a:bodyPr anchor="ctr">
            <a:noAutofit/>
          </a:bodyPr>
          <a:lstStyle>
            <a:lvl1pPr marL="0" indent="0">
              <a:buNone/>
              <a:defRPr sz="3600" b="1" i="0">
                <a:solidFill>
                  <a:schemeClr val="tx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solidFill>
                  <a:schemeClr val="tx1"/>
                </a:solidFill>
                <a:latin typeface="Segoe UI Variable Display" pitchFamily="2" charset="0"/>
              </a:defRPr>
            </a:lvl1pPr>
          </a:lstStyle>
          <a:p>
            <a:fld id="{F126207E-29C7-4F9F-8309-C6BAAD6BC8C8}" type="slidenum">
              <a:rPr lang="en-US" smtClean="0"/>
              <a:pPr/>
              <a:t>‹#›</a:t>
            </a:fld>
            <a:endParaRPr lang="en-US"/>
          </a:p>
        </p:txBody>
      </p:sp>
      <p:sp>
        <p:nvSpPr>
          <p:cNvPr id="3" name="Footer Placeholder 1">
            <a:extLst>
              <a:ext uri="{FF2B5EF4-FFF2-40B4-BE49-F238E27FC236}">
                <a16:creationId xmlns:a16="http://schemas.microsoft.com/office/drawing/2014/main" id="{4C3C472A-9880-67E2-C6C7-3134163D5A3B}"/>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4" name="Picture Placeholder 3">
            <a:extLst>
              <a:ext uri="{FF2B5EF4-FFF2-40B4-BE49-F238E27FC236}">
                <a16:creationId xmlns:a16="http://schemas.microsoft.com/office/drawing/2014/main" id="{859D7922-CA29-DA79-7E84-A874DC6BAF9A}"/>
              </a:ext>
            </a:extLst>
          </p:cNvPr>
          <p:cNvSpPr>
            <a:spLocks noGrp="1"/>
          </p:cNvSpPr>
          <p:nvPr>
            <p:ph type="pic" sz="quarter" idx="10" hasCustomPrompt="1"/>
          </p:nvPr>
        </p:nvSpPr>
        <p:spPr>
          <a:xfrm>
            <a:off x="0" y="-4"/>
            <a:ext cx="12192000" cy="5194301"/>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spTree>
    <p:extLst>
      <p:ext uri="{BB962C8B-B14F-4D97-AF65-F5344CB8AC3E}">
        <p14:creationId xmlns:p14="http://schemas.microsoft.com/office/powerpoint/2010/main" val="22394581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HalfHalf_Image">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0A8E3695-D58B-CEE4-8D30-AA6C47648C6B}"/>
              </a:ext>
            </a:extLst>
          </p:cNvPr>
          <p:cNvSpPr>
            <a:spLocks noGrp="1"/>
          </p:cNvSpPr>
          <p:nvPr>
            <p:ph type="pic" sz="quarter" idx="10" hasCustomPrompt="1"/>
          </p:nvPr>
        </p:nvSpPr>
        <p:spPr>
          <a:xfrm>
            <a:off x="6095998" y="0"/>
            <a:ext cx="6096001" cy="6858000"/>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pic>
        <p:nvPicPr>
          <p:cNvPr id="5" name="Picture 4">
            <a:extLst>
              <a:ext uri="{FF2B5EF4-FFF2-40B4-BE49-F238E27FC236}">
                <a16:creationId xmlns:a16="http://schemas.microsoft.com/office/drawing/2014/main" id="{447239BF-0481-A97F-2349-BE6007CEC149}"/>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pic>
      <p:sp>
        <p:nvSpPr>
          <p:cNvPr id="3" name="Slide Number Placeholder 2">
            <a:extLst>
              <a:ext uri="{FF2B5EF4-FFF2-40B4-BE49-F238E27FC236}">
                <a16:creationId xmlns:a16="http://schemas.microsoft.com/office/drawing/2014/main" id="{CFD5AF84-2053-9C47-0F10-14DA1507923E}"/>
              </a:ext>
            </a:extLst>
          </p:cNvPr>
          <p:cNvSpPr>
            <a:spLocks noGrp="1"/>
          </p:cNvSpPr>
          <p:nvPr>
            <p:ph type="sldNum" sz="quarter" idx="1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Footer Placeholder 1">
            <a:extLst>
              <a:ext uri="{FF2B5EF4-FFF2-40B4-BE49-F238E27FC236}">
                <a16:creationId xmlns:a16="http://schemas.microsoft.com/office/drawing/2014/main" id="{2EDA3B3A-6C0B-15C1-7D74-FF397B603129}"/>
              </a:ext>
            </a:extLst>
          </p:cNvPr>
          <p:cNvSpPr>
            <a:spLocks noGrp="1"/>
          </p:cNvSpPr>
          <p:nvPr>
            <p:ph type="ftr" sz="quarter" idx="15"/>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8" name="Text Placeholder 2">
            <a:extLst>
              <a:ext uri="{FF2B5EF4-FFF2-40B4-BE49-F238E27FC236}">
                <a16:creationId xmlns:a16="http://schemas.microsoft.com/office/drawing/2014/main" id="{1CD2CE30-1A33-E095-1E39-36DACB7D926C}"/>
              </a:ext>
            </a:extLst>
          </p:cNvPr>
          <p:cNvSpPr>
            <a:spLocks noGrp="1"/>
          </p:cNvSpPr>
          <p:nvPr>
            <p:ph type="body" sz="quarter" idx="11" hasCustomPrompt="1"/>
          </p:nvPr>
        </p:nvSpPr>
        <p:spPr>
          <a:xfrm>
            <a:off x="563499" y="3703186"/>
            <a:ext cx="4994021" cy="1661993"/>
          </a:xfrm>
          <a:prstGeom prst="rect">
            <a:avLst/>
          </a:prstGeom>
        </p:spPr>
        <p:txBody>
          <a:bodyPr anchor="b">
            <a:noAutofit/>
          </a:bodyPr>
          <a:lstStyle>
            <a:lvl1pPr marL="0" indent="0">
              <a:buNone/>
              <a:defRPr sz="36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11" name="Text Placeholder 2">
            <a:extLst>
              <a:ext uri="{FF2B5EF4-FFF2-40B4-BE49-F238E27FC236}">
                <a16:creationId xmlns:a16="http://schemas.microsoft.com/office/drawing/2014/main" id="{24F931D7-A333-BB87-FFB5-3E9DAF4F1848}"/>
              </a:ext>
            </a:extLst>
          </p:cNvPr>
          <p:cNvSpPr>
            <a:spLocks noGrp="1"/>
          </p:cNvSpPr>
          <p:nvPr>
            <p:ph type="body" sz="quarter" idx="12" hasCustomPrompt="1"/>
          </p:nvPr>
        </p:nvSpPr>
        <p:spPr>
          <a:xfrm>
            <a:off x="563499" y="5600028"/>
            <a:ext cx="3983038" cy="369332"/>
          </a:xfrm>
          <a:prstGeom prst="rect">
            <a:avLst/>
          </a:prstGeom>
        </p:spPr>
        <p:txBody>
          <a:bodyPr/>
          <a:lstStyle>
            <a:lvl1pPr marL="0" indent="0">
              <a:buNone/>
              <a:defRPr sz="2400" b="1" i="0">
                <a:solidFill>
                  <a:schemeClr val="bg1"/>
                </a:solidFill>
                <a:latin typeface="Segoe UI Variable Display" pitchFamily="2" charset="0"/>
              </a:defRPr>
            </a:lvl1pPr>
            <a:lvl2pPr marL="228600" indent="0">
              <a:buNone/>
              <a:defRPr sz="2400">
                <a:solidFill>
                  <a:schemeClr val="tx1"/>
                </a:solidFill>
                <a:latin typeface="+mj-lt"/>
              </a:defRPr>
            </a:lvl2pPr>
            <a:lvl3pPr marL="457200" indent="0">
              <a:buNone/>
              <a:defRPr sz="2400">
                <a:solidFill>
                  <a:schemeClr val="tx1"/>
                </a:solidFill>
                <a:latin typeface="+mj-lt"/>
              </a:defRPr>
            </a:lvl3pPr>
            <a:lvl4pPr marL="661988" indent="0">
              <a:buNone/>
              <a:defRPr sz="2400">
                <a:solidFill>
                  <a:schemeClr val="tx1"/>
                </a:solidFill>
                <a:latin typeface="+mj-lt"/>
              </a:defRPr>
            </a:lvl4pPr>
            <a:lvl5pPr marL="855663" indent="0">
              <a:buNone/>
              <a:defRPr sz="2400">
                <a:solidFill>
                  <a:schemeClr val="tx1"/>
                </a:solidFill>
                <a:latin typeface="+mj-lt"/>
              </a:defRPr>
            </a:lvl5pPr>
          </a:lstStyle>
          <a:p>
            <a:pPr algn="l"/>
            <a:r>
              <a:rPr lang="en-US" sz="2400" b="1" i="0">
                <a:latin typeface="Segoe UI Variable Display" pitchFamily="2" charset="0"/>
              </a:rPr>
              <a:t>Click to edit text</a:t>
            </a:r>
          </a:p>
        </p:txBody>
      </p:sp>
    </p:spTree>
    <p:extLst>
      <p:ext uri="{BB962C8B-B14F-4D97-AF65-F5344CB8AC3E}">
        <p14:creationId xmlns:p14="http://schemas.microsoft.com/office/powerpoint/2010/main" val="33075873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HalfHalf_Image_White">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5374165A-58C8-61CD-EBB8-4759B0CE5DBA}"/>
              </a:ext>
            </a:extLst>
          </p:cNvPr>
          <p:cNvSpPr>
            <a:spLocks noGrp="1"/>
          </p:cNvSpPr>
          <p:nvPr>
            <p:ph type="pic" sz="quarter" idx="10" hasCustomPrompt="1"/>
          </p:nvPr>
        </p:nvSpPr>
        <p:spPr>
          <a:xfrm>
            <a:off x="6095998" y="0"/>
            <a:ext cx="6096001" cy="6858000"/>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3" name="Footer Placeholder 1">
            <a:extLst>
              <a:ext uri="{FF2B5EF4-FFF2-40B4-BE49-F238E27FC236}">
                <a16:creationId xmlns:a16="http://schemas.microsoft.com/office/drawing/2014/main" id="{06B4669D-57D3-3D89-6D13-EDDCEC473643}"/>
              </a:ext>
            </a:extLst>
          </p:cNvPr>
          <p:cNvSpPr>
            <a:spLocks noGrp="1"/>
          </p:cNvSpPr>
          <p:nvPr>
            <p:ph type="ftr" sz="quarter" idx="15"/>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12" name="Text Placeholder 2">
            <a:extLst>
              <a:ext uri="{FF2B5EF4-FFF2-40B4-BE49-F238E27FC236}">
                <a16:creationId xmlns:a16="http://schemas.microsoft.com/office/drawing/2014/main" id="{0C51C66B-C47F-0C5F-A1F2-BB028731B909}"/>
              </a:ext>
            </a:extLst>
          </p:cNvPr>
          <p:cNvSpPr>
            <a:spLocks noGrp="1"/>
          </p:cNvSpPr>
          <p:nvPr>
            <p:ph type="body" sz="quarter" idx="11" hasCustomPrompt="1"/>
          </p:nvPr>
        </p:nvSpPr>
        <p:spPr>
          <a:xfrm>
            <a:off x="563499" y="3703186"/>
            <a:ext cx="4994021" cy="1661993"/>
          </a:xfrm>
          <a:prstGeom prst="rect">
            <a:avLst/>
          </a:prstGeom>
        </p:spPr>
        <p:txBody>
          <a:bodyPr anchor="b">
            <a:noAutofit/>
          </a:bodyPr>
          <a:lstStyle>
            <a:lvl1pPr marL="0" indent="0">
              <a:buNone/>
              <a:defRPr sz="3600" b="1" i="0">
                <a:solidFill>
                  <a:schemeClr val="tx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13" name="Text Placeholder 2">
            <a:extLst>
              <a:ext uri="{FF2B5EF4-FFF2-40B4-BE49-F238E27FC236}">
                <a16:creationId xmlns:a16="http://schemas.microsoft.com/office/drawing/2014/main" id="{B47B6CC6-422B-7741-4595-42A385F635F4}"/>
              </a:ext>
            </a:extLst>
          </p:cNvPr>
          <p:cNvSpPr>
            <a:spLocks noGrp="1"/>
          </p:cNvSpPr>
          <p:nvPr>
            <p:ph type="body" sz="quarter" idx="12" hasCustomPrompt="1"/>
          </p:nvPr>
        </p:nvSpPr>
        <p:spPr>
          <a:xfrm>
            <a:off x="563499" y="5600028"/>
            <a:ext cx="3983038" cy="369332"/>
          </a:xfrm>
          <a:prstGeom prst="rect">
            <a:avLst/>
          </a:prstGeom>
        </p:spPr>
        <p:txBody>
          <a:bodyPr/>
          <a:lstStyle>
            <a:lvl1pPr marL="0" indent="0">
              <a:buNone/>
              <a:defRPr sz="2400" b="1" i="0">
                <a:solidFill>
                  <a:schemeClr val="tx1"/>
                </a:solidFill>
                <a:latin typeface="Segoe UI Variable Display" pitchFamily="2" charset="0"/>
              </a:defRPr>
            </a:lvl1pPr>
            <a:lvl2pPr marL="228600" indent="0">
              <a:buNone/>
              <a:defRPr sz="2400">
                <a:solidFill>
                  <a:schemeClr val="tx1"/>
                </a:solidFill>
                <a:latin typeface="+mj-lt"/>
              </a:defRPr>
            </a:lvl2pPr>
            <a:lvl3pPr marL="457200" indent="0">
              <a:buNone/>
              <a:defRPr sz="2400">
                <a:solidFill>
                  <a:schemeClr val="tx1"/>
                </a:solidFill>
                <a:latin typeface="+mj-lt"/>
              </a:defRPr>
            </a:lvl3pPr>
            <a:lvl4pPr marL="661988" indent="0">
              <a:buNone/>
              <a:defRPr sz="2400">
                <a:solidFill>
                  <a:schemeClr val="tx1"/>
                </a:solidFill>
                <a:latin typeface="+mj-lt"/>
              </a:defRPr>
            </a:lvl4pPr>
            <a:lvl5pPr marL="855663" indent="0">
              <a:buNone/>
              <a:defRPr sz="2400">
                <a:solidFill>
                  <a:schemeClr val="tx1"/>
                </a:solidFill>
                <a:latin typeface="+mj-lt"/>
              </a:defRPr>
            </a:lvl5pPr>
          </a:lstStyle>
          <a:p>
            <a:pPr algn="l"/>
            <a:r>
              <a:rPr lang="en-US" sz="2400" b="1" i="0">
                <a:latin typeface="Segoe UI Variable Display" pitchFamily="2" charset="0"/>
              </a:rPr>
              <a:t>Click to edit text</a:t>
            </a:r>
          </a:p>
        </p:txBody>
      </p:sp>
    </p:spTree>
    <p:extLst>
      <p:ext uri="{BB962C8B-B14F-4D97-AF65-F5344CB8AC3E}">
        <p14:creationId xmlns:p14="http://schemas.microsoft.com/office/powerpoint/2010/main" val="18210293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Top_Banner_Imag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34171D8-B95E-7C53-2CC9-A73E98EB7E10}"/>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969206"/>
          </a:xfrm>
          <a:custGeom>
            <a:avLst/>
            <a:gdLst>
              <a:gd name="connsiteX0" fmla="*/ 0 w 12192000"/>
              <a:gd name="connsiteY0" fmla="*/ 0 h 969206"/>
              <a:gd name="connsiteX1" fmla="*/ 12192000 w 12192000"/>
              <a:gd name="connsiteY1" fmla="*/ 0 h 969206"/>
              <a:gd name="connsiteX2" fmla="*/ 12192000 w 12192000"/>
              <a:gd name="connsiteY2" fmla="*/ 969206 h 969206"/>
              <a:gd name="connsiteX3" fmla="*/ 0 w 12192000"/>
              <a:gd name="connsiteY3" fmla="*/ 969206 h 969206"/>
            </a:gdLst>
            <a:ahLst/>
            <a:cxnLst>
              <a:cxn ang="0">
                <a:pos x="connsiteX0" y="connsiteY0"/>
              </a:cxn>
              <a:cxn ang="0">
                <a:pos x="connsiteX1" y="connsiteY1"/>
              </a:cxn>
              <a:cxn ang="0">
                <a:pos x="connsiteX2" y="connsiteY2"/>
              </a:cxn>
              <a:cxn ang="0">
                <a:pos x="connsiteX3" y="connsiteY3"/>
              </a:cxn>
            </a:cxnLst>
            <a:rect l="l" t="t" r="r" b="b"/>
            <a:pathLst>
              <a:path w="12192000" h="969206">
                <a:moveTo>
                  <a:pt x="0" y="0"/>
                </a:moveTo>
                <a:lnTo>
                  <a:pt x="12192000" y="0"/>
                </a:lnTo>
                <a:lnTo>
                  <a:pt x="12192000" y="969206"/>
                </a:lnTo>
                <a:lnTo>
                  <a:pt x="0" y="969206"/>
                </a:lnTo>
                <a:close/>
              </a:path>
            </a:pathLst>
          </a:custGeom>
        </p:spPr>
      </p:pic>
      <p:sp>
        <p:nvSpPr>
          <p:cNvPr id="8" name="Text Placeholder 4">
            <a:extLst>
              <a:ext uri="{FF2B5EF4-FFF2-40B4-BE49-F238E27FC236}">
                <a16:creationId xmlns:a16="http://schemas.microsoft.com/office/drawing/2014/main" id="{EFD76C54-3C31-5CE0-887B-54E15F937659}"/>
              </a:ext>
            </a:extLst>
          </p:cNvPr>
          <p:cNvSpPr>
            <a:spLocks noGrp="1"/>
          </p:cNvSpPr>
          <p:nvPr>
            <p:ph type="body" sz="quarter" idx="13" hasCustomPrompt="1"/>
          </p:nvPr>
        </p:nvSpPr>
        <p:spPr>
          <a:xfrm>
            <a:off x="563498" y="1125402"/>
            <a:ext cx="11045889" cy="90811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10" name="Text Placeholder 2">
            <a:extLst>
              <a:ext uri="{FF2B5EF4-FFF2-40B4-BE49-F238E27FC236}">
                <a16:creationId xmlns:a16="http://schemas.microsoft.com/office/drawing/2014/main" id="{AF0B0EAB-A284-A8BB-179E-428AF2429D6E}"/>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5" name="Footer Placeholder 1">
            <a:extLst>
              <a:ext uri="{FF2B5EF4-FFF2-40B4-BE49-F238E27FC236}">
                <a16:creationId xmlns:a16="http://schemas.microsoft.com/office/drawing/2014/main" id="{F5BFD52B-9607-56D9-DA0D-CB98F20BCE7E}"/>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7" name="Text Placeholder 4">
            <a:extLst>
              <a:ext uri="{FF2B5EF4-FFF2-40B4-BE49-F238E27FC236}">
                <a16:creationId xmlns:a16="http://schemas.microsoft.com/office/drawing/2014/main" id="{40191303-7F6F-5DF5-9085-D58748C9EBF3}"/>
              </a:ext>
            </a:extLst>
          </p:cNvPr>
          <p:cNvSpPr>
            <a:spLocks noGrp="1"/>
          </p:cNvSpPr>
          <p:nvPr>
            <p:ph type="body" sz="quarter" idx="16" hasCustomPrompt="1"/>
          </p:nvPr>
        </p:nvSpPr>
        <p:spPr>
          <a:xfrm>
            <a:off x="563498" y="2171038"/>
            <a:ext cx="11045890" cy="4077362"/>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Tree>
    <p:extLst>
      <p:ext uri="{BB962C8B-B14F-4D97-AF65-F5344CB8AC3E}">
        <p14:creationId xmlns:p14="http://schemas.microsoft.com/office/powerpoint/2010/main" val="2164981135"/>
      </p:ext>
    </p:extLst>
  </p:cSld>
  <p:clrMapOvr>
    <a:masterClrMapping/>
  </p:clrMapOvr>
  <p:transition>
    <p:fade/>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Top_Banner_Gradient_Whit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10" name="Text Placeholder 2">
            <a:extLst>
              <a:ext uri="{FF2B5EF4-FFF2-40B4-BE49-F238E27FC236}">
                <a16:creationId xmlns:a16="http://schemas.microsoft.com/office/drawing/2014/main" id="{AF0B0EAB-A284-A8BB-179E-428AF2429D6E}"/>
              </a:ext>
            </a:extLst>
          </p:cNvPr>
          <p:cNvSpPr>
            <a:spLocks noGrp="1"/>
          </p:cNvSpPr>
          <p:nvPr>
            <p:ph type="body" sz="quarter" idx="11" hasCustomPrompt="1"/>
          </p:nvPr>
        </p:nvSpPr>
        <p:spPr>
          <a:xfrm>
            <a:off x="563499" y="186252"/>
            <a:ext cx="11045888" cy="553998"/>
          </a:xfrm>
          <a:prstGeom prst="rect">
            <a:avLst/>
          </a:prstGeom>
        </p:spPr>
        <p:txBody>
          <a:bodyPr vert="horz" wrap="square" lIns="0" tIns="0" rIns="0" bIns="0" rtlCol="0">
            <a:spAutoFit/>
          </a:bodyPr>
          <a:lstStyle>
            <a:lvl1pPr>
              <a:defRPr lang="en-US" sz="3600">
                <a:solidFill>
                  <a:schemeClr val="tx1"/>
                </a:solidFill>
                <a:latin typeface="Segoe UI Variable Display" pitchFamily="2" charset="0"/>
              </a:defRPr>
            </a:lvl1pPr>
          </a:lstStyle>
          <a:p>
            <a:pPr marL="0" lvl="0" indent="0">
              <a:buNone/>
            </a:pPr>
            <a:r>
              <a:rPr lang="en-US" sz="3600" b="1" i="0">
                <a:latin typeface="Segoe UI Variable Display" pitchFamily="2" charset="0"/>
              </a:rPr>
              <a:t>Click to edit title</a:t>
            </a:r>
          </a:p>
        </p:txBody>
      </p:sp>
      <p:sp>
        <p:nvSpPr>
          <p:cNvPr id="5" name="Footer Placeholder 1">
            <a:extLst>
              <a:ext uri="{FF2B5EF4-FFF2-40B4-BE49-F238E27FC236}">
                <a16:creationId xmlns:a16="http://schemas.microsoft.com/office/drawing/2014/main" id="{7A193465-ADC4-F3FA-006A-4DFCD348545F}"/>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6" name="Text Placeholder 4">
            <a:extLst>
              <a:ext uri="{FF2B5EF4-FFF2-40B4-BE49-F238E27FC236}">
                <a16:creationId xmlns:a16="http://schemas.microsoft.com/office/drawing/2014/main" id="{9611D6D9-4F27-F2CE-1B34-B66702E04839}"/>
              </a:ext>
            </a:extLst>
          </p:cNvPr>
          <p:cNvSpPr>
            <a:spLocks noGrp="1"/>
          </p:cNvSpPr>
          <p:nvPr>
            <p:ph type="body" sz="quarter" idx="13" hasCustomPrompt="1"/>
          </p:nvPr>
        </p:nvSpPr>
        <p:spPr>
          <a:xfrm>
            <a:off x="563498" y="1125402"/>
            <a:ext cx="11045889" cy="90811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2" name="Text Placeholder 4">
            <a:extLst>
              <a:ext uri="{FF2B5EF4-FFF2-40B4-BE49-F238E27FC236}">
                <a16:creationId xmlns:a16="http://schemas.microsoft.com/office/drawing/2014/main" id="{BAEF16A7-14DC-0F5A-9EFA-FEB462C2D9B2}"/>
              </a:ext>
            </a:extLst>
          </p:cNvPr>
          <p:cNvSpPr>
            <a:spLocks noGrp="1"/>
          </p:cNvSpPr>
          <p:nvPr>
            <p:ph type="body" sz="quarter" idx="16" hasCustomPrompt="1"/>
          </p:nvPr>
        </p:nvSpPr>
        <p:spPr>
          <a:xfrm>
            <a:off x="563498" y="2171038"/>
            <a:ext cx="11045890" cy="4077362"/>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Tree>
    <p:extLst>
      <p:ext uri="{BB962C8B-B14F-4D97-AF65-F5344CB8AC3E}">
        <p14:creationId xmlns:p14="http://schemas.microsoft.com/office/powerpoint/2010/main" val="2270009449"/>
      </p:ext>
    </p:extLst>
  </p:cSld>
  <p:clrMapOvr>
    <a:masterClrMapping/>
  </p:clrMapOvr>
  <p:transition>
    <p:fade/>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Banner_NoTert_Image">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EFD76C54-3C31-5CE0-887B-54E15F937659}"/>
              </a:ext>
            </a:extLst>
          </p:cNvPr>
          <p:cNvSpPr>
            <a:spLocks noGrp="1"/>
          </p:cNvSpPr>
          <p:nvPr>
            <p:ph type="body" sz="quarter" idx="13" hasCustomPrompt="1"/>
          </p:nvPr>
        </p:nvSpPr>
        <p:spPr>
          <a:xfrm>
            <a:off x="563498" y="1125401"/>
            <a:ext cx="11045889" cy="512299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5" name="Footer Placeholder 1">
            <a:extLst>
              <a:ext uri="{FF2B5EF4-FFF2-40B4-BE49-F238E27FC236}">
                <a16:creationId xmlns:a16="http://schemas.microsoft.com/office/drawing/2014/main" id="{4A3220C7-FAAE-6B2B-D410-9A2035A93902}"/>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pic>
        <p:nvPicPr>
          <p:cNvPr id="7" name="Picture 6">
            <a:extLst>
              <a:ext uri="{FF2B5EF4-FFF2-40B4-BE49-F238E27FC236}">
                <a16:creationId xmlns:a16="http://schemas.microsoft.com/office/drawing/2014/main" id="{4E4A96EA-8D54-ADD1-09D5-0413E9FE692E}"/>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969206"/>
          </a:xfrm>
          <a:custGeom>
            <a:avLst/>
            <a:gdLst>
              <a:gd name="connsiteX0" fmla="*/ 0 w 12192000"/>
              <a:gd name="connsiteY0" fmla="*/ 0 h 969206"/>
              <a:gd name="connsiteX1" fmla="*/ 12192000 w 12192000"/>
              <a:gd name="connsiteY1" fmla="*/ 0 h 969206"/>
              <a:gd name="connsiteX2" fmla="*/ 12192000 w 12192000"/>
              <a:gd name="connsiteY2" fmla="*/ 969206 h 969206"/>
              <a:gd name="connsiteX3" fmla="*/ 0 w 12192000"/>
              <a:gd name="connsiteY3" fmla="*/ 969206 h 969206"/>
            </a:gdLst>
            <a:ahLst/>
            <a:cxnLst>
              <a:cxn ang="0">
                <a:pos x="connsiteX0" y="connsiteY0"/>
              </a:cxn>
              <a:cxn ang="0">
                <a:pos x="connsiteX1" y="connsiteY1"/>
              </a:cxn>
              <a:cxn ang="0">
                <a:pos x="connsiteX2" y="connsiteY2"/>
              </a:cxn>
              <a:cxn ang="0">
                <a:pos x="connsiteX3" y="connsiteY3"/>
              </a:cxn>
            </a:cxnLst>
            <a:rect l="l" t="t" r="r" b="b"/>
            <a:pathLst>
              <a:path w="12192000" h="969206">
                <a:moveTo>
                  <a:pt x="0" y="0"/>
                </a:moveTo>
                <a:lnTo>
                  <a:pt x="12192000" y="0"/>
                </a:lnTo>
                <a:lnTo>
                  <a:pt x="12192000" y="969206"/>
                </a:lnTo>
                <a:lnTo>
                  <a:pt x="0" y="969206"/>
                </a:lnTo>
                <a:close/>
              </a:path>
            </a:pathLst>
          </a:custGeom>
        </p:spPr>
      </p:pic>
      <p:sp>
        <p:nvSpPr>
          <p:cNvPr id="9" name="Text Placeholder 2">
            <a:extLst>
              <a:ext uri="{FF2B5EF4-FFF2-40B4-BE49-F238E27FC236}">
                <a16:creationId xmlns:a16="http://schemas.microsoft.com/office/drawing/2014/main" id="{25DECBCC-10C9-3B20-FF41-C63041E237B8}"/>
              </a:ext>
            </a:extLst>
          </p:cNvPr>
          <p:cNvSpPr>
            <a:spLocks noGrp="1"/>
          </p:cNvSpPr>
          <p:nvPr>
            <p:ph type="body" sz="quarter" idx="11" hasCustomPrompt="1"/>
          </p:nvPr>
        </p:nvSpPr>
        <p:spPr>
          <a:xfrm>
            <a:off x="563499" y="186252"/>
            <a:ext cx="11045888" cy="553998"/>
          </a:xfrm>
          <a:prstGeom prst="rect">
            <a:avLst/>
          </a:prstGeom>
        </p:spPr>
        <p:txBody>
          <a:bodyPr vert="horz" wrap="square" lIns="0" tIns="0" rIns="0" bIns="0" rtlCol="0">
            <a:spAutoFit/>
          </a:bodyPr>
          <a:lstStyle>
            <a:lvl1pPr marL="0" indent="0">
              <a:buNone/>
              <a:defRPr lang="en-US" sz="3600">
                <a:solidFill>
                  <a:schemeClr val="bg1"/>
                </a:solidFill>
                <a:latin typeface="+mj-lt"/>
              </a:defRPr>
            </a:lvl1pPr>
          </a:lstStyle>
          <a:p>
            <a:pPr marL="228600" lvl="0" indent="-228600"/>
            <a:r>
              <a:rPr lang="en-US" sz="3600" b="1" i="0">
                <a:latin typeface="Segoe UI Variable Display" pitchFamily="2" charset="0"/>
              </a:rPr>
              <a:t>Click to edit title</a:t>
            </a:r>
          </a:p>
        </p:txBody>
      </p:sp>
    </p:spTree>
    <p:extLst>
      <p:ext uri="{BB962C8B-B14F-4D97-AF65-F5344CB8AC3E}">
        <p14:creationId xmlns:p14="http://schemas.microsoft.com/office/powerpoint/2010/main" val="2133435203"/>
      </p:ext>
    </p:extLst>
  </p:cSld>
  <p:clrMapOvr>
    <a:masterClrMapping/>
  </p:clrMapOvr>
  <p:transition>
    <p:fade/>
  </p:transition>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Top_Banner_NoTert_Whit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10" name="Text Placeholder 2">
            <a:extLst>
              <a:ext uri="{FF2B5EF4-FFF2-40B4-BE49-F238E27FC236}">
                <a16:creationId xmlns:a16="http://schemas.microsoft.com/office/drawing/2014/main" id="{AF0B0EAB-A284-A8BB-179E-428AF2429D6E}"/>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4" name="Footer Placeholder 1">
            <a:extLst>
              <a:ext uri="{FF2B5EF4-FFF2-40B4-BE49-F238E27FC236}">
                <a16:creationId xmlns:a16="http://schemas.microsoft.com/office/drawing/2014/main" id="{1755EFB9-9C51-91C0-FEAF-31297B8B2C68}"/>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7" name="Text Placeholder 4">
            <a:extLst>
              <a:ext uri="{FF2B5EF4-FFF2-40B4-BE49-F238E27FC236}">
                <a16:creationId xmlns:a16="http://schemas.microsoft.com/office/drawing/2014/main" id="{91382626-CED8-2B9E-7D3C-5E126A56B6CB}"/>
              </a:ext>
            </a:extLst>
          </p:cNvPr>
          <p:cNvSpPr>
            <a:spLocks noGrp="1"/>
          </p:cNvSpPr>
          <p:nvPr>
            <p:ph type="body" sz="quarter" idx="13" hasCustomPrompt="1"/>
          </p:nvPr>
        </p:nvSpPr>
        <p:spPr>
          <a:xfrm>
            <a:off x="563498" y="1125401"/>
            <a:ext cx="11045889" cy="5177863"/>
          </a:xfrm>
          <a:prstGeom prst="rect">
            <a:avLst/>
          </a:prstGeom>
        </p:spPr>
        <p:txBody>
          <a:bodyPr/>
          <a:lstStyle>
            <a:lvl1pPr marL="0" indent="0">
              <a:buNone/>
              <a:defRPr sz="2000" b="0"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Tree>
    <p:extLst>
      <p:ext uri="{BB962C8B-B14F-4D97-AF65-F5344CB8AC3E}">
        <p14:creationId xmlns:p14="http://schemas.microsoft.com/office/powerpoint/2010/main" val="198837519"/>
      </p:ext>
    </p:extLst>
  </p:cSld>
  <p:clrMapOvr>
    <a:masterClrMapping/>
  </p:clrMapOvr>
  <p:transition>
    <p:fade/>
  </p:transition>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op_Banner_Duo_Image">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EFD76C54-3C31-5CE0-887B-54E15F937659}"/>
              </a:ext>
            </a:extLst>
          </p:cNvPr>
          <p:cNvSpPr>
            <a:spLocks noGrp="1"/>
          </p:cNvSpPr>
          <p:nvPr>
            <p:ph type="body" sz="quarter" idx="13" hasCustomPrompt="1"/>
          </p:nvPr>
        </p:nvSpPr>
        <p:spPr>
          <a:xfrm>
            <a:off x="563499" y="1125402"/>
            <a:ext cx="5532501" cy="871543"/>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Text Placeholder 4">
            <a:extLst>
              <a:ext uri="{FF2B5EF4-FFF2-40B4-BE49-F238E27FC236}">
                <a16:creationId xmlns:a16="http://schemas.microsoft.com/office/drawing/2014/main" id="{87A707C1-7CFF-F8B3-0065-07AB65C52903}"/>
              </a:ext>
            </a:extLst>
          </p:cNvPr>
          <p:cNvSpPr>
            <a:spLocks noGrp="1"/>
          </p:cNvSpPr>
          <p:nvPr>
            <p:ph type="body" sz="quarter" idx="19" hasCustomPrompt="1"/>
          </p:nvPr>
        </p:nvSpPr>
        <p:spPr>
          <a:xfrm>
            <a:off x="6269535" y="1114222"/>
            <a:ext cx="5532501" cy="871543"/>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5" name="Footer Placeholder 1">
            <a:extLst>
              <a:ext uri="{FF2B5EF4-FFF2-40B4-BE49-F238E27FC236}">
                <a16:creationId xmlns:a16="http://schemas.microsoft.com/office/drawing/2014/main" id="{B33B71F4-3755-658C-6CEC-DC7462957F30}"/>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pic>
        <p:nvPicPr>
          <p:cNvPr id="11" name="Picture 10">
            <a:extLst>
              <a:ext uri="{FF2B5EF4-FFF2-40B4-BE49-F238E27FC236}">
                <a16:creationId xmlns:a16="http://schemas.microsoft.com/office/drawing/2014/main" id="{27ADDDFE-8429-7DAE-8EB5-A0ED71C7BB35}"/>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969206"/>
          </a:xfrm>
          <a:custGeom>
            <a:avLst/>
            <a:gdLst>
              <a:gd name="connsiteX0" fmla="*/ 0 w 12192000"/>
              <a:gd name="connsiteY0" fmla="*/ 0 h 969206"/>
              <a:gd name="connsiteX1" fmla="*/ 12192000 w 12192000"/>
              <a:gd name="connsiteY1" fmla="*/ 0 h 969206"/>
              <a:gd name="connsiteX2" fmla="*/ 12192000 w 12192000"/>
              <a:gd name="connsiteY2" fmla="*/ 969206 h 969206"/>
              <a:gd name="connsiteX3" fmla="*/ 0 w 12192000"/>
              <a:gd name="connsiteY3" fmla="*/ 969206 h 969206"/>
            </a:gdLst>
            <a:ahLst/>
            <a:cxnLst>
              <a:cxn ang="0">
                <a:pos x="connsiteX0" y="connsiteY0"/>
              </a:cxn>
              <a:cxn ang="0">
                <a:pos x="connsiteX1" y="connsiteY1"/>
              </a:cxn>
              <a:cxn ang="0">
                <a:pos x="connsiteX2" y="connsiteY2"/>
              </a:cxn>
              <a:cxn ang="0">
                <a:pos x="connsiteX3" y="connsiteY3"/>
              </a:cxn>
            </a:cxnLst>
            <a:rect l="l" t="t" r="r" b="b"/>
            <a:pathLst>
              <a:path w="12192000" h="969206">
                <a:moveTo>
                  <a:pt x="0" y="0"/>
                </a:moveTo>
                <a:lnTo>
                  <a:pt x="12192000" y="0"/>
                </a:lnTo>
                <a:lnTo>
                  <a:pt x="12192000" y="969206"/>
                </a:lnTo>
                <a:lnTo>
                  <a:pt x="0" y="969206"/>
                </a:lnTo>
                <a:close/>
              </a:path>
            </a:pathLst>
          </a:custGeom>
        </p:spPr>
      </p:pic>
      <p:sp>
        <p:nvSpPr>
          <p:cNvPr id="12" name="Text Placeholder 2">
            <a:extLst>
              <a:ext uri="{FF2B5EF4-FFF2-40B4-BE49-F238E27FC236}">
                <a16:creationId xmlns:a16="http://schemas.microsoft.com/office/drawing/2014/main" id="{FA48CB90-2254-194C-D01F-D132279547CC}"/>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bg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13" name="Text Placeholder 4">
            <a:extLst>
              <a:ext uri="{FF2B5EF4-FFF2-40B4-BE49-F238E27FC236}">
                <a16:creationId xmlns:a16="http://schemas.microsoft.com/office/drawing/2014/main" id="{822A8AFE-5C2A-6252-FE77-9B5074E6B037}"/>
              </a:ext>
            </a:extLst>
          </p:cNvPr>
          <p:cNvSpPr>
            <a:spLocks noGrp="1"/>
          </p:cNvSpPr>
          <p:nvPr>
            <p:ph type="body" sz="quarter" idx="16" hasCustomPrompt="1"/>
          </p:nvPr>
        </p:nvSpPr>
        <p:spPr>
          <a:xfrm>
            <a:off x="563499" y="2171038"/>
            <a:ext cx="5532502" cy="4015450"/>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
        <p:nvSpPr>
          <p:cNvPr id="14" name="Text Placeholder 4">
            <a:extLst>
              <a:ext uri="{FF2B5EF4-FFF2-40B4-BE49-F238E27FC236}">
                <a16:creationId xmlns:a16="http://schemas.microsoft.com/office/drawing/2014/main" id="{5E3D1867-3935-B7B5-BA9B-E130DC77BEBA}"/>
              </a:ext>
            </a:extLst>
          </p:cNvPr>
          <p:cNvSpPr>
            <a:spLocks noGrp="1"/>
          </p:cNvSpPr>
          <p:nvPr>
            <p:ph type="body" sz="quarter" idx="20" hasCustomPrompt="1"/>
          </p:nvPr>
        </p:nvSpPr>
        <p:spPr>
          <a:xfrm>
            <a:off x="6269535" y="2159858"/>
            <a:ext cx="5532502" cy="4015450"/>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Tree>
    <p:extLst>
      <p:ext uri="{BB962C8B-B14F-4D97-AF65-F5344CB8AC3E}">
        <p14:creationId xmlns:p14="http://schemas.microsoft.com/office/powerpoint/2010/main" val="2887021915"/>
      </p:ext>
    </p:extLst>
  </p:cSld>
  <p:clrMapOvr>
    <a:masterClrMapping/>
  </p:clrMapOvr>
  <p:transition>
    <p:fade/>
  </p:transition>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op_Banner_Duo_Whit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10" name="Text Placeholder 2">
            <a:extLst>
              <a:ext uri="{FF2B5EF4-FFF2-40B4-BE49-F238E27FC236}">
                <a16:creationId xmlns:a16="http://schemas.microsoft.com/office/drawing/2014/main" id="{AF0B0EAB-A284-A8BB-179E-428AF2429D6E}"/>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5" name="Footer Placeholder 1">
            <a:extLst>
              <a:ext uri="{FF2B5EF4-FFF2-40B4-BE49-F238E27FC236}">
                <a16:creationId xmlns:a16="http://schemas.microsoft.com/office/drawing/2014/main" id="{239791FC-9174-3E4E-7EE6-1E573BD5946F}"/>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14" name="Text Placeholder 4">
            <a:extLst>
              <a:ext uri="{FF2B5EF4-FFF2-40B4-BE49-F238E27FC236}">
                <a16:creationId xmlns:a16="http://schemas.microsoft.com/office/drawing/2014/main" id="{EA6DC214-CD14-8F4F-46C9-A190227629B6}"/>
              </a:ext>
            </a:extLst>
          </p:cNvPr>
          <p:cNvSpPr>
            <a:spLocks noGrp="1"/>
          </p:cNvSpPr>
          <p:nvPr>
            <p:ph type="body" sz="quarter" idx="13" hasCustomPrompt="1"/>
          </p:nvPr>
        </p:nvSpPr>
        <p:spPr>
          <a:xfrm>
            <a:off x="563499" y="1125402"/>
            <a:ext cx="5532501" cy="871543"/>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16" name="Text Placeholder 4">
            <a:extLst>
              <a:ext uri="{FF2B5EF4-FFF2-40B4-BE49-F238E27FC236}">
                <a16:creationId xmlns:a16="http://schemas.microsoft.com/office/drawing/2014/main" id="{63E4C2B0-40C0-A1AE-1C0A-43BE080CC93E}"/>
              </a:ext>
            </a:extLst>
          </p:cNvPr>
          <p:cNvSpPr>
            <a:spLocks noGrp="1"/>
          </p:cNvSpPr>
          <p:nvPr>
            <p:ph type="body" sz="quarter" idx="19" hasCustomPrompt="1"/>
          </p:nvPr>
        </p:nvSpPr>
        <p:spPr>
          <a:xfrm>
            <a:off x="6269535" y="1114222"/>
            <a:ext cx="5532501" cy="871543"/>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2" name="Text Placeholder 4">
            <a:extLst>
              <a:ext uri="{FF2B5EF4-FFF2-40B4-BE49-F238E27FC236}">
                <a16:creationId xmlns:a16="http://schemas.microsoft.com/office/drawing/2014/main" id="{FF6C37F7-8227-1A55-2BC6-934248002CE5}"/>
              </a:ext>
            </a:extLst>
          </p:cNvPr>
          <p:cNvSpPr>
            <a:spLocks noGrp="1"/>
          </p:cNvSpPr>
          <p:nvPr>
            <p:ph type="body" sz="quarter" idx="16" hasCustomPrompt="1"/>
          </p:nvPr>
        </p:nvSpPr>
        <p:spPr>
          <a:xfrm>
            <a:off x="563499" y="2171038"/>
            <a:ext cx="5532502" cy="4015450"/>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
        <p:nvSpPr>
          <p:cNvPr id="4" name="Text Placeholder 4">
            <a:extLst>
              <a:ext uri="{FF2B5EF4-FFF2-40B4-BE49-F238E27FC236}">
                <a16:creationId xmlns:a16="http://schemas.microsoft.com/office/drawing/2014/main" id="{92F6A92B-A0B5-9FEA-FAD7-CDA80EEBEA7B}"/>
              </a:ext>
            </a:extLst>
          </p:cNvPr>
          <p:cNvSpPr>
            <a:spLocks noGrp="1"/>
          </p:cNvSpPr>
          <p:nvPr>
            <p:ph type="body" sz="quarter" idx="20" hasCustomPrompt="1"/>
          </p:nvPr>
        </p:nvSpPr>
        <p:spPr>
          <a:xfrm>
            <a:off x="6269535" y="2159858"/>
            <a:ext cx="5532502" cy="4015450"/>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Tree>
    <p:extLst>
      <p:ext uri="{BB962C8B-B14F-4D97-AF65-F5344CB8AC3E}">
        <p14:creationId xmlns:p14="http://schemas.microsoft.com/office/powerpoint/2010/main" val="1872267472"/>
      </p:ext>
    </p:extLst>
  </p:cSld>
  <p:clrMapOvr>
    <a:masterClrMapping/>
  </p:clrMapOvr>
  <p:transition>
    <p:fade/>
  </p:transition>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Top_Banner_Trio_Image">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EFD76C54-3C31-5CE0-887B-54E15F937659}"/>
              </a:ext>
            </a:extLst>
          </p:cNvPr>
          <p:cNvSpPr>
            <a:spLocks noGrp="1"/>
          </p:cNvSpPr>
          <p:nvPr>
            <p:ph type="body" sz="quarter" idx="13" hasCustomPrompt="1"/>
          </p:nvPr>
        </p:nvSpPr>
        <p:spPr>
          <a:xfrm>
            <a:off x="563499" y="1125401"/>
            <a:ext cx="5532501" cy="521443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Text Placeholder 4">
            <a:extLst>
              <a:ext uri="{FF2B5EF4-FFF2-40B4-BE49-F238E27FC236}">
                <a16:creationId xmlns:a16="http://schemas.microsoft.com/office/drawing/2014/main" id="{87A707C1-7CFF-F8B3-0065-07AB65C52903}"/>
              </a:ext>
            </a:extLst>
          </p:cNvPr>
          <p:cNvSpPr>
            <a:spLocks noGrp="1"/>
          </p:cNvSpPr>
          <p:nvPr>
            <p:ph type="body" sz="quarter" idx="19" hasCustomPrompt="1"/>
          </p:nvPr>
        </p:nvSpPr>
        <p:spPr>
          <a:xfrm>
            <a:off x="6269535" y="1114221"/>
            <a:ext cx="5532501" cy="521443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5" name="Footer Placeholder 1">
            <a:extLst>
              <a:ext uri="{FF2B5EF4-FFF2-40B4-BE49-F238E27FC236}">
                <a16:creationId xmlns:a16="http://schemas.microsoft.com/office/drawing/2014/main" id="{6E95DBA8-54D3-2FE1-5C2E-248FA385633F}"/>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pic>
        <p:nvPicPr>
          <p:cNvPr id="7" name="Picture 6">
            <a:extLst>
              <a:ext uri="{FF2B5EF4-FFF2-40B4-BE49-F238E27FC236}">
                <a16:creationId xmlns:a16="http://schemas.microsoft.com/office/drawing/2014/main" id="{59F4EF30-953D-7C7A-F1AC-7FF65BB4C74C}"/>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969206"/>
          </a:xfrm>
          <a:custGeom>
            <a:avLst/>
            <a:gdLst>
              <a:gd name="connsiteX0" fmla="*/ 0 w 12192000"/>
              <a:gd name="connsiteY0" fmla="*/ 0 h 969206"/>
              <a:gd name="connsiteX1" fmla="*/ 12192000 w 12192000"/>
              <a:gd name="connsiteY1" fmla="*/ 0 h 969206"/>
              <a:gd name="connsiteX2" fmla="*/ 12192000 w 12192000"/>
              <a:gd name="connsiteY2" fmla="*/ 969206 h 969206"/>
              <a:gd name="connsiteX3" fmla="*/ 0 w 12192000"/>
              <a:gd name="connsiteY3" fmla="*/ 969206 h 969206"/>
            </a:gdLst>
            <a:ahLst/>
            <a:cxnLst>
              <a:cxn ang="0">
                <a:pos x="connsiteX0" y="connsiteY0"/>
              </a:cxn>
              <a:cxn ang="0">
                <a:pos x="connsiteX1" y="connsiteY1"/>
              </a:cxn>
              <a:cxn ang="0">
                <a:pos x="connsiteX2" y="connsiteY2"/>
              </a:cxn>
              <a:cxn ang="0">
                <a:pos x="connsiteX3" y="connsiteY3"/>
              </a:cxn>
            </a:cxnLst>
            <a:rect l="l" t="t" r="r" b="b"/>
            <a:pathLst>
              <a:path w="12192000" h="969206">
                <a:moveTo>
                  <a:pt x="0" y="0"/>
                </a:moveTo>
                <a:lnTo>
                  <a:pt x="12192000" y="0"/>
                </a:lnTo>
                <a:lnTo>
                  <a:pt x="12192000" y="969206"/>
                </a:lnTo>
                <a:lnTo>
                  <a:pt x="0" y="969206"/>
                </a:lnTo>
                <a:close/>
              </a:path>
            </a:pathLst>
          </a:custGeom>
        </p:spPr>
      </p:pic>
      <p:sp>
        <p:nvSpPr>
          <p:cNvPr id="9" name="Text Placeholder 2">
            <a:extLst>
              <a:ext uri="{FF2B5EF4-FFF2-40B4-BE49-F238E27FC236}">
                <a16:creationId xmlns:a16="http://schemas.microsoft.com/office/drawing/2014/main" id="{68EFF0C1-4C2F-F855-150A-68E8C805582E}"/>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bg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Tree>
    <p:extLst>
      <p:ext uri="{BB962C8B-B14F-4D97-AF65-F5344CB8AC3E}">
        <p14:creationId xmlns:p14="http://schemas.microsoft.com/office/powerpoint/2010/main" val="2669085532"/>
      </p:ext>
    </p:extLst>
  </p:cSld>
  <p:clrMapOvr>
    <a:masterClrMapping/>
  </p:clrMapOvr>
  <p:transition>
    <p:fade/>
  </p:transition>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Top_Banner_Trio_Whit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10" name="Text Placeholder 2">
            <a:extLst>
              <a:ext uri="{FF2B5EF4-FFF2-40B4-BE49-F238E27FC236}">
                <a16:creationId xmlns:a16="http://schemas.microsoft.com/office/drawing/2014/main" id="{AF0B0EAB-A284-A8BB-179E-428AF2429D6E}"/>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4" name="Footer Placeholder 1">
            <a:extLst>
              <a:ext uri="{FF2B5EF4-FFF2-40B4-BE49-F238E27FC236}">
                <a16:creationId xmlns:a16="http://schemas.microsoft.com/office/drawing/2014/main" id="{CE4A9C1D-FD8A-BCDD-042A-AB36EE68F116}"/>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9" name="Text Placeholder 4">
            <a:extLst>
              <a:ext uri="{FF2B5EF4-FFF2-40B4-BE49-F238E27FC236}">
                <a16:creationId xmlns:a16="http://schemas.microsoft.com/office/drawing/2014/main" id="{8E0180DE-4ABA-4FD6-BDA8-961ED052125F}"/>
              </a:ext>
            </a:extLst>
          </p:cNvPr>
          <p:cNvSpPr>
            <a:spLocks noGrp="1"/>
          </p:cNvSpPr>
          <p:nvPr>
            <p:ph type="body" sz="quarter" idx="13" hasCustomPrompt="1"/>
          </p:nvPr>
        </p:nvSpPr>
        <p:spPr>
          <a:xfrm>
            <a:off x="563499" y="1125401"/>
            <a:ext cx="5532501" cy="521443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11" name="Text Placeholder 4">
            <a:extLst>
              <a:ext uri="{FF2B5EF4-FFF2-40B4-BE49-F238E27FC236}">
                <a16:creationId xmlns:a16="http://schemas.microsoft.com/office/drawing/2014/main" id="{A64EC02C-CD0D-2406-7313-FA3453FAD434}"/>
              </a:ext>
            </a:extLst>
          </p:cNvPr>
          <p:cNvSpPr>
            <a:spLocks noGrp="1"/>
          </p:cNvSpPr>
          <p:nvPr>
            <p:ph type="body" sz="quarter" idx="19" hasCustomPrompt="1"/>
          </p:nvPr>
        </p:nvSpPr>
        <p:spPr>
          <a:xfrm>
            <a:off x="6269535" y="1114221"/>
            <a:ext cx="5532501" cy="521443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Tree>
    <p:extLst>
      <p:ext uri="{BB962C8B-B14F-4D97-AF65-F5344CB8AC3E}">
        <p14:creationId xmlns:p14="http://schemas.microsoft.com/office/powerpoint/2010/main" val="2602993600"/>
      </p:ext>
    </p:extLst>
  </p:cSld>
  <p:clrMapOvr>
    <a:masterClrMapping/>
  </p:clrMapOvr>
  <p:transition>
    <p:fade/>
  </p:transition>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Thank_You_Im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EE5EDC-231B-9E08-7B8D-B15DB1DEBFD3}"/>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Footer Placeholder 1">
            <a:extLst>
              <a:ext uri="{FF2B5EF4-FFF2-40B4-BE49-F238E27FC236}">
                <a16:creationId xmlns:a16="http://schemas.microsoft.com/office/drawing/2014/main" id="{C137BB25-FAE7-4594-DE3A-28FB1247ADBA}"/>
              </a:ext>
            </a:extLst>
          </p:cNvPr>
          <p:cNvSpPr>
            <a:spLocks noGrp="1"/>
          </p:cNvSpPr>
          <p:nvPr>
            <p:ph type="ftr" sz="quarter" idx="12"/>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7" name="Text Placeholder 6">
            <a:extLst>
              <a:ext uri="{FF2B5EF4-FFF2-40B4-BE49-F238E27FC236}">
                <a16:creationId xmlns:a16="http://schemas.microsoft.com/office/drawing/2014/main" id="{74A6712B-AE58-A954-20DB-A07FB2E5D3F9}"/>
              </a:ext>
            </a:extLst>
          </p:cNvPr>
          <p:cNvSpPr>
            <a:spLocks noGrp="1"/>
          </p:cNvSpPr>
          <p:nvPr>
            <p:ph type="body" sz="quarter" idx="13" hasCustomPrompt="1"/>
          </p:nvPr>
        </p:nvSpPr>
        <p:spPr>
          <a:xfrm>
            <a:off x="584200" y="4885140"/>
            <a:ext cx="10480421" cy="923330"/>
          </a:xfrm>
        </p:spPr>
        <p:txBody>
          <a:bodyPr/>
          <a:lstStyle>
            <a:lvl1pPr marL="0" indent="0">
              <a:buNone/>
              <a:defRPr sz="6000" b="1" i="0">
                <a:solidFill>
                  <a:schemeClr val="bg1"/>
                </a:solidFill>
                <a:latin typeface="Segoe UI Variable Display" pitchFamily="2" charset="0"/>
              </a:defRPr>
            </a:lvl1pPr>
          </a:lstStyle>
          <a:p>
            <a:pPr lvl="0"/>
            <a:r>
              <a:rPr lang="en-US"/>
              <a:t>Thank you.</a:t>
            </a:r>
          </a:p>
        </p:txBody>
      </p:sp>
    </p:spTree>
    <p:extLst>
      <p:ext uri="{BB962C8B-B14F-4D97-AF65-F5344CB8AC3E}">
        <p14:creationId xmlns:p14="http://schemas.microsoft.com/office/powerpoint/2010/main" val="41607889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Heading Segoe UI </a:t>
            </a:r>
            <a:r>
              <a:rPr lang="en-US" err="1"/>
              <a:t>Semibold</a:t>
            </a:r>
            <a:r>
              <a:rPr lang="en-US"/>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105542"/>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5" y="1922586"/>
            <a:ext cx="9384447" cy="3365537"/>
          </a:xfrm>
          <a:prstGeom prst="rect">
            <a:avLst/>
          </a:prstGeom>
        </p:spPr>
        <p:txBody>
          <a:bodyPr wrap="square" lIns="0" tIns="0" rIns="0" bIns="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endParaRPr lang="en-US"/>
          </a:p>
          <a:p>
            <a:pPr lvl="0"/>
            <a:endParaRPr lang="en-US"/>
          </a:p>
          <a:p>
            <a:pPr lvl="0"/>
            <a:endParaRPr lang="en-US"/>
          </a:p>
          <a:p>
            <a:pPr lvl="0"/>
            <a:endParaRPr lang="en-US"/>
          </a:p>
        </p:txBody>
      </p:sp>
    </p:spTree>
    <p:extLst>
      <p:ext uri="{BB962C8B-B14F-4D97-AF65-F5344CB8AC3E}">
        <p14:creationId xmlns:p14="http://schemas.microsoft.com/office/powerpoint/2010/main" val="2129148354"/>
      </p:ext>
    </p:extLst>
  </p:cSld>
  <p:clrMapOvr>
    <a:masterClrMapping/>
  </p:clrMapOvr>
  <p:transition>
    <p:fade/>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041390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85468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5"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33101722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userDrawn="1">
  <p:cSld name="Screensho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65C022-5A4E-84F5-B51B-1431B6A0AE21}"/>
              </a:ext>
            </a:extLst>
          </p:cNvPr>
          <p:cNvSpPr/>
          <p:nvPr userDrawn="1"/>
        </p:nvSpPr>
        <p:spPr bwMode="auto">
          <a:xfrm>
            <a:off x="304800" y="292100"/>
            <a:ext cx="11582400" cy="6272213"/>
          </a:xfrm>
          <a:prstGeom prst="rect">
            <a:avLst/>
          </a:prstGeom>
          <a:gradFill>
            <a:gsLst>
              <a:gs pos="64000">
                <a:srgbClr val="0D82CB"/>
              </a:gs>
              <a:gs pos="0">
                <a:srgbClr val="7FDE7B"/>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Sans Text" pitchFamily="2" charset="0"/>
            </a:endParaRPr>
          </a:p>
        </p:txBody>
      </p:sp>
      <p:sp>
        <p:nvSpPr>
          <p:cNvPr id="2" name="Title 1">
            <a:extLst>
              <a:ext uri="{FF2B5EF4-FFF2-40B4-BE49-F238E27FC236}">
                <a16:creationId xmlns:a16="http://schemas.microsoft.com/office/drawing/2014/main" id="{F83E7235-22DD-1125-FF85-028A2E641445}"/>
              </a:ext>
            </a:extLst>
          </p:cNvPr>
          <p:cNvSpPr>
            <a:spLocks noGrp="1"/>
          </p:cNvSpPr>
          <p:nvPr>
            <p:ph type="title"/>
          </p:nvPr>
        </p:nvSpPr>
        <p:spPr>
          <a:xfrm>
            <a:off x="588263" y="2896801"/>
            <a:ext cx="3590037" cy="1661993"/>
          </a:xfrm>
        </p:spPr>
        <p:txBody>
          <a:bodyPr/>
          <a:lstStyle>
            <a:lvl1pPr algn="l">
              <a:defRPr>
                <a:solidFill>
                  <a:schemeClr val="tx1"/>
                </a:solidFill>
              </a:defRPr>
            </a:lvl1pPr>
          </a:lstStyle>
          <a:p>
            <a:r>
              <a:rPr lang="en-US"/>
              <a:t>Click to edit Master title style</a:t>
            </a:r>
          </a:p>
        </p:txBody>
      </p:sp>
      <p:sp>
        <p:nvSpPr>
          <p:cNvPr id="16" name="Picture Placeholder 15">
            <a:extLst>
              <a:ext uri="{FF2B5EF4-FFF2-40B4-BE49-F238E27FC236}">
                <a16:creationId xmlns:a16="http://schemas.microsoft.com/office/drawing/2014/main" id="{B5068233-F46E-B659-0799-22A45E3DA223}"/>
              </a:ext>
            </a:extLst>
          </p:cNvPr>
          <p:cNvSpPr>
            <a:spLocks noGrp="1"/>
          </p:cNvSpPr>
          <p:nvPr>
            <p:ph type="pic" sz="quarter" idx="10" hasCustomPrompt="1"/>
          </p:nvPr>
        </p:nvSpPr>
        <p:spPr>
          <a:xfrm>
            <a:off x="4461762" y="1490647"/>
            <a:ext cx="6879337" cy="3876706"/>
          </a:xfrm>
          <a:blipFill>
            <a:blip r:embed="rId2"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1097280" rIns="1097280" bIns="1097280" anchor="ctr" anchorCtr="0">
            <a:normAutofit/>
          </a:bodyPr>
          <a:lstStyle>
            <a:lvl1pPr marL="0" indent="0" algn="ctr">
              <a:buFont typeface="Arial" panose="020B0604020202020204" pitchFamily="34" charset="0"/>
              <a:buNone/>
              <a:defRPr sz="2000" b="1">
                <a:solidFill>
                  <a:schemeClr val="bg1"/>
                </a:solidFill>
              </a:defRPr>
            </a:lvl1pPr>
          </a:lstStyle>
          <a:p>
            <a:r>
              <a:rPr lang="en-US"/>
              <a:t>Drag &amp; drop your photo here or click or tap icon below to insert</a:t>
            </a:r>
          </a:p>
        </p:txBody>
      </p:sp>
    </p:spTree>
    <p:extLst>
      <p:ext uri="{BB962C8B-B14F-4D97-AF65-F5344CB8AC3E}">
        <p14:creationId xmlns:p14="http://schemas.microsoft.com/office/powerpoint/2010/main" val="40474291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0.xml><?xml version="1.0" encoding="utf-8"?>
<p:sldLayout xmlns:a="http://schemas.openxmlformats.org/drawingml/2006/main" xmlns:r="http://schemas.openxmlformats.org/officeDocument/2006/relationships" xmlns:p="http://schemas.openxmlformats.org/presentationml/2006/main">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gradFill>
            <a:gsLst>
              <a:gs pos="100000">
                <a:schemeClr val="accent3"/>
              </a:gs>
              <a:gs pos="8000">
                <a:schemeClr val="accent1"/>
              </a:gs>
            </a:gsLst>
            <a:lin ang="18900000" scaled="1"/>
          </a:gradFill>
        </p:spPr>
        <p:txBody>
          <a:bodyPr vert="horz" wrap="square" lIns="0" tIns="1371600" rIns="0" bIns="0" rtlCol="0" anchor="t" anchorCtr="0">
            <a:noAutofit/>
          </a:bodyPr>
          <a:lstStyle>
            <a:lvl1pPr marL="0" indent="0" algn="ctr">
              <a:buNone/>
              <a:defRPr lang="en-US" sz="14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66734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userDrawn="1">
  <p:cSld name="Photo sl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0FE6-6EE4-72F6-EE0C-E481F72F7DFB}"/>
              </a:ext>
            </a:extLst>
          </p:cNvPr>
          <p:cNvSpPr>
            <a:spLocks noGrp="1"/>
          </p:cNvSpPr>
          <p:nvPr>
            <p:ph type="title"/>
          </p:nvPr>
        </p:nvSpPr>
        <p:spPr>
          <a:xfrm>
            <a:off x="588263" y="457200"/>
            <a:ext cx="4910837" cy="1107996"/>
          </a:xfrm>
        </p:spPr>
        <p:txBody>
          <a:bodyPr/>
          <a:lstStyle>
            <a:lvl1pPr>
              <a:defRPr>
                <a:solidFill>
                  <a:schemeClr val="tx2"/>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DBEC160D-0F95-E237-7287-43174DA4A3F3}"/>
              </a:ext>
            </a:extLst>
          </p:cNvPr>
          <p:cNvSpPr>
            <a:spLocks noGrp="1"/>
          </p:cNvSpPr>
          <p:nvPr>
            <p:ph sz="quarter" idx="12"/>
          </p:nvPr>
        </p:nvSpPr>
        <p:spPr>
          <a:xfrm>
            <a:off x="584201" y="1816100"/>
            <a:ext cx="4910838" cy="161274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5">
            <a:extLst>
              <a:ext uri="{FF2B5EF4-FFF2-40B4-BE49-F238E27FC236}">
                <a16:creationId xmlns:a16="http://schemas.microsoft.com/office/drawing/2014/main" id="{830D09FD-2495-FD73-64EA-14E484039EF8}"/>
              </a:ext>
            </a:extLst>
          </p:cNvPr>
          <p:cNvSpPr>
            <a:spLocks noGrp="1"/>
          </p:cNvSpPr>
          <p:nvPr>
            <p:ph type="pic" sz="quarter" idx="10" hasCustomPrompt="1"/>
          </p:nvPr>
        </p:nvSpPr>
        <p:spPr>
          <a:xfrm>
            <a:off x="6096000" y="0"/>
            <a:ext cx="6096000" cy="6858000"/>
          </a:xfrm>
          <a:blipFill>
            <a:blip r:embed="rId2"/>
            <a:stretch>
              <a:fillRect/>
            </a:stretch>
          </a:blipFill>
          <a:effectLst/>
        </p:spPr>
        <p:txBody>
          <a:bodyPr lIns="1097280" rIns="1097280" bIns="1097280" anchor="ctr" anchorCtr="0">
            <a:normAutofit/>
          </a:bodyPr>
          <a:lstStyle>
            <a:lvl1pPr marL="0" indent="0" algn="ctr">
              <a:buFont typeface="Arial" panose="020B0604020202020204" pitchFamily="34" charset="0"/>
              <a:buNone/>
              <a:defRPr sz="2000" b="1">
                <a:solidFill>
                  <a:schemeClr val="bg1"/>
                </a:solidFill>
              </a:defRPr>
            </a:lvl1pPr>
          </a:lstStyle>
          <a:p>
            <a:r>
              <a:rPr lang="en-US"/>
              <a:t>Drag &amp; drop your photo here or click or tap icon below to insert</a:t>
            </a:r>
          </a:p>
        </p:txBody>
      </p:sp>
    </p:spTree>
    <p:extLst>
      <p:ext uri="{BB962C8B-B14F-4D97-AF65-F5344CB8AC3E}">
        <p14:creationId xmlns:p14="http://schemas.microsoft.com/office/powerpoint/2010/main" val="876437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2.xml><?xml version="1.0" encoding="utf-8"?>
<p:sldLayout xmlns:a="http://schemas.openxmlformats.org/drawingml/2006/main" xmlns:r="http://schemas.openxmlformats.org/officeDocument/2006/relationships" xmlns:p="http://schemas.openxmlformats.org/presentationml/2006/main">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68120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0303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2259461"/>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4" y="457200"/>
            <a:ext cx="11018520" cy="553870"/>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1"/>
            <a:ext cx="5367528" cy="276871"/>
          </a:xfrm>
        </p:spPr>
        <p:txBody>
          <a:bodyPr/>
          <a:lstStyle>
            <a:lvl1pPr marL="0" indent="0" algn="l">
              <a:spcBef>
                <a:spcPts val="0"/>
              </a:spcBef>
              <a:buNone/>
              <a:defRPr sz="1799">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no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31" lvl="0" indent="-228531"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1"/>
            <a:ext cx="5367528" cy="276871"/>
          </a:xfrm>
        </p:spPr>
        <p:txBody>
          <a:bodyPr/>
          <a:lstStyle>
            <a:lvl1pPr marL="0" indent="0" algn="l">
              <a:spcBef>
                <a:spcPts val="0"/>
              </a:spcBef>
              <a:buNone/>
              <a:defRPr sz="1799">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no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31" lvl="0" indent="-228531"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2"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3904871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cSld name="1_Title &amp;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E16DF-5189-4EC0-9ED7-D0F6BB61E862}"/>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69"/>
            <a:ext cx="10984539" cy="4899524"/>
          </a:xfrm>
        </p:spPr>
        <p:txBody>
          <a:bodyPr wrap="square">
            <a:noAutofit/>
          </a:bodyPr>
          <a:lstStyle>
            <a:lvl1pPr marL="0" indent="0">
              <a:buNone/>
              <a:defRPr/>
            </a:lvl1pPr>
            <a:lvl2pPr marL="0" indent="0">
              <a:buNone/>
              <a:defRPr/>
            </a:lvl2pPr>
            <a:lvl3pPr marL="0" indent="0">
              <a:buNone/>
              <a:defRPr/>
            </a:lvl3pPr>
            <a:lvl4pPr marL="0" indent="0">
              <a:buNone/>
              <a:defRPr/>
            </a:lvl4pPr>
            <a:lvl5pPr marL="176213" indent="-176213">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9278727"/>
      </p:ext>
    </p:extLst>
  </p:cSld>
  <p:clrMapOvr>
    <a:masterClrMapping/>
  </p:clrMapOvr>
  <p:transition>
    <p:fade/>
  </p:transition>
  <p:extLst>
    <p:ext uri="{DCECCB84-F9BA-43D5-87BE-67443E8EF086}">
      <p15:sldGuideLst xmlns:p15="http://schemas.microsoft.com/office/powerpoint/2012/main"/>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userDrawn="1">
  <p:cSld name="10_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FE9529-DD87-4671-AEC5-9F8C9794C005}"/>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DC99A39-21B4-B0B5-B84C-183403D9C7E5}"/>
              </a:ext>
            </a:extLst>
          </p:cNvPr>
          <p:cNvSpPr>
            <a:spLocks noGrp="1"/>
          </p:cNvSpPr>
          <p:nvPr>
            <p:ph sz="quarter" idx="10"/>
          </p:nvPr>
        </p:nvSpPr>
        <p:spPr>
          <a:xfrm>
            <a:off x="625475" y="1473200"/>
            <a:ext cx="3476625" cy="520700"/>
          </a:xfrm>
        </p:spPr>
        <p:txBody>
          <a:bodyPr/>
          <a:lstStyle/>
          <a:p>
            <a:pPr lvl="0"/>
            <a:endParaRPr lang="en-US"/>
          </a:p>
        </p:txBody>
      </p:sp>
      <p:sp>
        <p:nvSpPr>
          <p:cNvPr id="5" name="Content Placeholder 3">
            <a:extLst>
              <a:ext uri="{FF2B5EF4-FFF2-40B4-BE49-F238E27FC236}">
                <a16:creationId xmlns:a16="http://schemas.microsoft.com/office/drawing/2014/main" id="{7DF11D15-A85A-0C8F-DBB3-47143ED1D869}"/>
              </a:ext>
            </a:extLst>
          </p:cNvPr>
          <p:cNvSpPr>
            <a:spLocks noGrp="1"/>
          </p:cNvSpPr>
          <p:nvPr>
            <p:ph sz="quarter" idx="11"/>
          </p:nvPr>
        </p:nvSpPr>
        <p:spPr>
          <a:xfrm>
            <a:off x="625475" y="2298700"/>
            <a:ext cx="3476625" cy="520700"/>
          </a:xfrm>
        </p:spPr>
        <p:txBody>
          <a:bodyPr/>
          <a:lstStyle/>
          <a:p>
            <a:pPr lvl="0"/>
            <a:endParaRPr lang="en-US"/>
          </a:p>
        </p:txBody>
      </p:sp>
      <p:sp>
        <p:nvSpPr>
          <p:cNvPr id="6" name="Content Placeholder 3">
            <a:extLst>
              <a:ext uri="{FF2B5EF4-FFF2-40B4-BE49-F238E27FC236}">
                <a16:creationId xmlns:a16="http://schemas.microsoft.com/office/drawing/2014/main" id="{71DA5763-0B9E-FC89-1D26-5C518A79DA05}"/>
              </a:ext>
            </a:extLst>
          </p:cNvPr>
          <p:cNvSpPr>
            <a:spLocks noGrp="1"/>
          </p:cNvSpPr>
          <p:nvPr>
            <p:ph sz="quarter" idx="12"/>
          </p:nvPr>
        </p:nvSpPr>
        <p:spPr>
          <a:xfrm>
            <a:off x="625475" y="3124200"/>
            <a:ext cx="3476625" cy="520700"/>
          </a:xfrm>
        </p:spPr>
        <p:txBody>
          <a:bodyPr/>
          <a:lstStyle/>
          <a:p>
            <a:pPr lvl="0"/>
            <a:endParaRPr lang="en-US"/>
          </a:p>
        </p:txBody>
      </p:sp>
      <p:sp>
        <p:nvSpPr>
          <p:cNvPr id="7" name="Content Placeholder 3">
            <a:extLst>
              <a:ext uri="{FF2B5EF4-FFF2-40B4-BE49-F238E27FC236}">
                <a16:creationId xmlns:a16="http://schemas.microsoft.com/office/drawing/2014/main" id="{B04A2C3D-7C9B-4DEA-11A8-C12CF6080B4F}"/>
              </a:ext>
            </a:extLst>
          </p:cNvPr>
          <p:cNvSpPr>
            <a:spLocks noGrp="1"/>
          </p:cNvSpPr>
          <p:nvPr>
            <p:ph sz="quarter" idx="13"/>
          </p:nvPr>
        </p:nvSpPr>
        <p:spPr>
          <a:xfrm>
            <a:off x="625475" y="3949700"/>
            <a:ext cx="3476625" cy="520700"/>
          </a:xfrm>
        </p:spPr>
        <p:txBody>
          <a:bodyPr/>
          <a:lstStyle/>
          <a:p>
            <a:pPr lvl="0"/>
            <a:endParaRPr lang="en-US"/>
          </a:p>
        </p:txBody>
      </p:sp>
      <p:sp>
        <p:nvSpPr>
          <p:cNvPr id="8" name="Content Placeholder 3">
            <a:extLst>
              <a:ext uri="{FF2B5EF4-FFF2-40B4-BE49-F238E27FC236}">
                <a16:creationId xmlns:a16="http://schemas.microsoft.com/office/drawing/2014/main" id="{37258921-F190-D1FD-7DDC-9574DB62C512}"/>
              </a:ext>
            </a:extLst>
          </p:cNvPr>
          <p:cNvSpPr>
            <a:spLocks noGrp="1"/>
          </p:cNvSpPr>
          <p:nvPr>
            <p:ph sz="quarter" idx="14"/>
          </p:nvPr>
        </p:nvSpPr>
        <p:spPr>
          <a:xfrm>
            <a:off x="624849" y="4775200"/>
            <a:ext cx="3476625" cy="520700"/>
          </a:xfrm>
        </p:spPr>
        <p:txBody>
          <a:bodyPr/>
          <a:lstStyle/>
          <a:p>
            <a:pPr lvl="0"/>
            <a:endParaRPr lang="en-US"/>
          </a:p>
        </p:txBody>
      </p:sp>
      <p:sp>
        <p:nvSpPr>
          <p:cNvPr id="9" name="Content Placeholder 3">
            <a:extLst>
              <a:ext uri="{FF2B5EF4-FFF2-40B4-BE49-F238E27FC236}">
                <a16:creationId xmlns:a16="http://schemas.microsoft.com/office/drawing/2014/main" id="{6C8C944A-1B2A-74C5-EEDD-B6F26279274A}"/>
              </a:ext>
            </a:extLst>
          </p:cNvPr>
          <p:cNvSpPr>
            <a:spLocks noGrp="1"/>
          </p:cNvSpPr>
          <p:nvPr>
            <p:ph sz="quarter" idx="15"/>
          </p:nvPr>
        </p:nvSpPr>
        <p:spPr>
          <a:xfrm>
            <a:off x="624849" y="5600700"/>
            <a:ext cx="3476625" cy="520700"/>
          </a:xfrm>
        </p:spPr>
        <p:txBody>
          <a:bodyPr/>
          <a:lstStyle/>
          <a:p>
            <a:pPr lvl="0"/>
            <a:endParaRPr lang="en-US"/>
          </a:p>
        </p:txBody>
      </p:sp>
    </p:spTree>
    <p:extLst>
      <p:ext uri="{BB962C8B-B14F-4D97-AF65-F5344CB8AC3E}">
        <p14:creationId xmlns:p14="http://schemas.microsoft.com/office/powerpoint/2010/main" val="292305423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userDrawn="1">
  <p:cSld name="2_Title left &amp; non-bulleted text righ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AE8A1D1-C0FE-4F6D-AB19-4D9F4FAF1014}"/>
              </a:ext>
            </a:extLst>
          </p:cNvPr>
          <p:cNvSpPr>
            <a:spLocks noGrp="1"/>
          </p:cNvSpPr>
          <p:nvPr>
            <p:ph type="title"/>
          </p:nvPr>
        </p:nvSpPr>
        <p:spPr>
          <a:xfrm>
            <a:off x="584201" y="906705"/>
            <a:ext cx="3650573" cy="2519707"/>
          </a:xfrm>
          <a:prstGeom prst="rect">
            <a:avLst/>
          </a:prstGeom>
        </p:spPr>
        <p:txBody>
          <a:bodyPr lIns="0" tIns="0" rIns="0" bIns="0" anchor="b">
            <a:noAutofit/>
          </a:bodyPr>
          <a:lstStyle>
            <a:lvl1pPr algn="l">
              <a:defRPr/>
            </a:lvl1pPr>
          </a:lstStyle>
          <a:p>
            <a:r>
              <a:rPr lang="en-US"/>
              <a:t>Click to edit Master title style</a:t>
            </a:r>
          </a:p>
        </p:txBody>
      </p:sp>
      <p:sp>
        <p:nvSpPr>
          <p:cNvPr id="4" name="Text Placeholder 3"/>
          <p:cNvSpPr>
            <a:spLocks noGrp="1"/>
          </p:cNvSpPr>
          <p:nvPr>
            <p:ph type="body" sz="quarter" idx="10"/>
          </p:nvPr>
        </p:nvSpPr>
        <p:spPr>
          <a:xfrm>
            <a:off x="5484700" y="-2588"/>
            <a:ext cx="6124688" cy="6858000"/>
          </a:xfrm>
        </p:spPr>
        <p:txBody>
          <a:bodyPr wrap="square" anchor="ctr">
            <a:noAutofit/>
          </a:bodyPr>
          <a:lstStyle>
            <a:lvl1pPr marL="0" indent="0">
              <a:buNone/>
              <a:defRPr sz="2000"/>
            </a:lvl1pPr>
            <a:lvl2pPr marL="0" indent="0">
              <a:spcAft>
                <a:spcPts val="600"/>
              </a:spcAft>
              <a:buNone/>
              <a:defRPr sz="1800"/>
            </a:lvl2pPr>
            <a:lvl3pPr marL="0" indent="0">
              <a:buNone/>
              <a:defRPr sz="1400"/>
            </a:lvl3pPr>
            <a:lvl4pPr marL="0" indent="0">
              <a:buNone/>
              <a:defRPr/>
            </a:lvl4pPr>
            <a:lvl5pPr marL="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56B5B105-7471-4F10-87CC-49F9B5C2363B}"/>
              </a:ext>
            </a:extLst>
          </p:cNvPr>
          <p:cNvSpPr>
            <a:spLocks noGrp="1"/>
          </p:cNvSpPr>
          <p:nvPr>
            <p:ph type="body" sz="quarter" idx="11"/>
          </p:nvPr>
        </p:nvSpPr>
        <p:spPr>
          <a:xfrm>
            <a:off x="584201" y="3552881"/>
            <a:ext cx="3650573" cy="1448492"/>
          </a:xfrm>
        </p:spPr>
        <p:txBody>
          <a:bodyPr>
            <a:noAutofit/>
          </a:bodyPr>
          <a:lstStyle>
            <a:lvl1pPr algn="l">
              <a:defRPr sz="2000"/>
            </a:lvl1pPr>
            <a:lvl2pPr algn="l">
              <a:defRPr sz="1800"/>
            </a:lvl2pPr>
            <a:lvl3pPr algn="l">
              <a:defRPr sz="1400"/>
            </a:lvl3pPr>
            <a:lvl4pPr algn="l">
              <a:defRPr sz="1200"/>
            </a:lvl4pPr>
            <a:lvl5pPr algn="l">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19597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guide id="5" orient="horz" pos="2160">
          <p15:clr>
            <a:srgbClr val="5ACBF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4201" y="2019300"/>
            <a:ext cx="3650573" cy="1409700"/>
          </a:xfrm>
          <a:prstGeom prst="rect">
            <a:avLst/>
          </a:prstGeom>
        </p:spPr>
        <p:txBody>
          <a:bodyPr lIns="0" tIns="0" rIns="0" bIns="0" anchor="b">
            <a:noAutofit/>
          </a:bodyPr>
          <a:lstStyle>
            <a:lvl1pPr algn="l">
              <a:defRPr/>
            </a:lvl1pPr>
          </a:lstStyle>
          <a:p>
            <a:r>
              <a:rPr lang="en-US"/>
              <a:t>Click to edit Master title style</a:t>
            </a:r>
          </a:p>
        </p:txBody>
      </p:sp>
      <p:sp>
        <p:nvSpPr>
          <p:cNvPr id="3" name="Rectangle 2">
            <a:extLst>
              <a:ext uri="{FF2B5EF4-FFF2-40B4-BE49-F238E27FC236}">
                <a16:creationId xmlns:a16="http://schemas.microsoft.com/office/drawing/2014/main" id="{6A7E4C07-9D8A-38B6-8E2D-CF244A34EDDB}"/>
              </a:ext>
            </a:extLst>
          </p:cNvPr>
          <p:cNvSpPr>
            <a:spLocks noChangeAspect="1"/>
          </p:cNvSpPr>
          <p:nvPr userDrawn="1"/>
        </p:nvSpPr>
        <p:spPr bwMode="auto">
          <a:xfrm>
            <a:off x="584201" y="521231"/>
            <a:ext cx="1371600" cy="1371600"/>
          </a:xfrm>
          <a:prstGeom prst="rect">
            <a:avLst/>
          </a:prstGeom>
          <a:solidFill>
            <a:schemeClr val="accent1">
              <a:alpha val="30000"/>
            </a:schemeClr>
          </a:solidFill>
          <a:ln w="3175">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130539832"/>
      </p:ext>
    </p:extLst>
  </p:cSld>
  <p:clrMapOvr>
    <a:masterClrMapping/>
  </p:clrMapOvr>
  <p:transition>
    <p:fade/>
  </p:transition>
  <p:extLst>
    <p:ext uri="{DCECCB84-F9BA-43D5-87BE-67443E8EF086}">
      <p15:sldGuideLst xmlns:p15="http://schemas.microsoft.com/office/powerpoint/2012/main">
        <p15:guide id="2" orient="horz" pos="2160">
          <p15:clr>
            <a:srgbClr val="5ACBF0"/>
          </p15:clr>
        </p15:guide>
        <p15:guide id="3" orient="horz" pos="288">
          <p15:clr>
            <a:srgbClr val="5ACBF0"/>
          </p15:clr>
        </p15:guide>
        <p15:guide id="5" orient="horz" pos="904">
          <p15:clr>
            <a:srgbClr val="5ACBF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8748521"/>
      </p:ext>
    </p:extLst>
  </p:cSld>
  <p:clrMapOvr>
    <a:masterClrMapping/>
  </p:clrMapOvr>
  <p:transition>
    <p:fade/>
  </p:transition>
  <p:extLst>
    <p:ext uri="{DCECCB84-F9BA-43D5-87BE-67443E8EF086}">
      <p15:sldGuideLst xmlns:p15="http://schemas.microsoft.com/office/powerpoint/2012/main"/>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170040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pic>
        <p:nvPicPr>
          <p:cNvPr id="2" name="MS logo white - EMF" descr="Microsoft logo white text version">
            <a:extLst>
              <a:ext uri="{FF2B5EF4-FFF2-40B4-BE49-F238E27FC236}">
                <a16:creationId xmlns:a16="http://schemas.microsoft.com/office/drawing/2014/main" id="{962D3685-4435-423E-AC9A-86C3F6305A3A}"/>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3761195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9470252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245328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97461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20186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00480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30392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2437416"/>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342734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49076158"/>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15528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05513782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63223866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70756215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Title - Diagonal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745737"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7" name="Picture Placeholder 6" descr="This photo is a 'placeholder' only. Drag or drop your photo here, or click and tap the center to insert a photo.">
            <a:extLst>
              <a:ext uri="{FF2B5EF4-FFF2-40B4-BE49-F238E27FC236}">
                <a16:creationId xmlns:a16="http://schemas.microsoft.com/office/drawing/2014/main" id="{96FC256F-5E96-4FBB-9716-7513A1C62748}"/>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2104545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1" pos="2993">
          <p15:clr>
            <a:srgbClr val="5ACBF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8206522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Diagonal Right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745738" cy="5683249"/>
          </a:xfrm>
        </p:spPr>
        <p:txBody>
          <a:bodyPr anchor="ctr"/>
          <a:lstStyle/>
          <a:p>
            <a:r>
              <a:rPr lang="en-US"/>
              <a:t>Click to edit Master title style</a:t>
            </a:r>
          </a:p>
        </p:txBody>
      </p:sp>
      <p:sp>
        <p:nvSpPr>
          <p:cNvPr id="9" name="Picture Placeholder 8" descr="This photo is a 'placeholder' only. Drag or drop your photo here, or click and tap the center to insert a photo.">
            <a:extLst>
              <a:ext uri="{FF2B5EF4-FFF2-40B4-BE49-F238E27FC236}">
                <a16:creationId xmlns:a16="http://schemas.microsoft.com/office/drawing/2014/main" id="{2329700E-8602-48B7-B5D9-EEDEF0890439}"/>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CB83FC06-DEAF-44A6-AE44-1424370CFF6E}"/>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02981117"/>
      </p:ext>
    </p:extLst>
  </p:cSld>
  <p:clrMapOvr>
    <a:masterClrMapping/>
  </p:clrMapOvr>
  <p:transition>
    <p:fade/>
  </p:transition>
  <p:extLst>
    <p:ext uri="{DCECCB84-F9BA-43D5-87BE-67443E8EF086}">
      <p15:sldGuideLst xmlns:p15="http://schemas.microsoft.com/office/powerpoint/2012/main">
        <p15:guide id="5" orient="horz" pos="2160">
          <p15:clr>
            <a:srgbClr val="5ACBF0"/>
          </p15:clr>
        </p15:guide>
        <p15:guide id="6" pos="3360">
          <p15:clr>
            <a:srgbClr val="5ACBF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667130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46922637"/>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80203579"/>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98212969"/>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0905672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26364899"/>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4756299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4603407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09070986"/>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0839941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5077800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5470894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6397302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9785018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inserts</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2739389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inserts</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5435732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585585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4268497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630648345"/>
      </p:ext>
    </p:extLst>
  </p:cSld>
  <p:clrMapOvr>
    <a:masterClrMapping/>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1797513798"/>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72163074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46383405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3306862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30945503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4691817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129224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6679713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128087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99911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815823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7512125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287926030"/>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281.xml><?xml version="1.0" encoding="utf-8"?>
<p:sldLayout xmlns:a="http://schemas.openxmlformats.org/drawingml/2006/main" xmlns:r="http://schemas.openxmlformats.org/officeDocument/2006/relationships" xmlns:p="http://schemas.openxmlformats.org/presentationml/2006/main"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2823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1_Azure Data All Hands">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FEE0C23-C0DD-6E4A-9E72-11CB6C3AA833}"/>
              </a:ext>
            </a:extLst>
          </p:cNvPr>
          <p:cNvSpPr/>
          <p:nvPr userDrawn="1"/>
        </p:nvSpPr>
        <p:spPr bwMode="auto">
          <a:xfrm>
            <a:off x="5326063" y="0"/>
            <a:ext cx="6865937"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pic>
        <p:nvPicPr>
          <p:cNvPr id="4" name="Graphic 3">
            <a:extLst>
              <a:ext uri="{FF2B5EF4-FFF2-40B4-BE49-F238E27FC236}">
                <a16:creationId xmlns:a16="http://schemas.microsoft.com/office/drawing/2014/main" id="{A57CF859-E00A-8047-B30C-E47B6D4BB41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11371" y="377371"/>
            <a:ext cx="6103257" cy="6103257"/>
          </a:xfrm>
          <a:prstGeom prst="rect">
            <a:avLst/>
          </a:prstGeom>
        </p:spPr>
      </p:pic>
      <p:sp>
        <p:nvSpPr>
          <p:cNvPr id="3" name="Rectangle 2">
            <a:extLst>
              <a:ext uri="{FF2B5EF4-FFF2-40B4-BE49-F238E27FC236}">
                <a16:creationId xmlns:a16="http://schemas.microsoft.com/office/drawing/2014/main" id="{4696F784-A615-2F41-93AA-8064D970D771}"/>
              </a:ext>
            </a:extLst>
          </p:cNvPr>
          <p:cNvSpPr/>
          <p:nvPr userDrawn="1"/>
        </p:nvSpPr>
        <p:spPr bwMode="auto">
          <a:xfrm>
            <a:off x="1" y="1"/>
            <a:ext cx="12192000" cy="6858000"/>
          </a:xfrm>
          <a:prstGeom prst="rect">
            <a:avLst/>
          </a:prstGeom>
          <a:gradFill>
            <a:gsLst>
              <a:gs pos="100000">
                <a:schemeClr val="accent1">
                  <a:alpha val="25000"/>
                </a:schemeClr>
              </a:gs>
              <a:gs pos="0">
                <a:schemeClr val="accent1">
                  <a:alpha val="0"/>
                </a:schemeClr>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548652"/>
            <a:ext cx="4167887" cy="984885"/>
          </a:xfrm>
        </p:spPr>
        <p:txBody>
          <a:bodyPr anchor="b" anchorCtr="0">
            <a:spAutoFit/>
          </a:bodyPr>
          <a:lstStyle>
            <a:lvl1pPr algn="l">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sp>
        <p:nvSpPr>
          <p:cNvPr id="10" name="Text Placeholder 4">
            <a:extLst>
              <a:ext uri="{FF2B5EF4-FFF2-40B4-BE49-F238E27FC236}">
                <a16:creationId xmlns:a16="http://schemas.microsoft.com/office/drawing/2014/main" id="{9971DF7F-2C6F-C047-87E6-01BCE692B33C}"/>
              </a:ext>
            </a:extLst>
          </p:cNvPr>
          <p:cNvSpPr>
            <a:spLocks noGrp="1"/>
          </p:cNvSpPr>
          <p:nvPr>
            <p:ph type="body" sz="quarter" idx="13" hasCustomPrompt="1"/>
          </p:nvPr>
        </p:nvSpPr>
        <p:spPr>
          <a:xfrm>
            <a:off x="582042" y="6088741"/>
            <a:ext cx="4164583" cy="215444"/>
          </a:xfrm>
          <a:noFill/>
        </p:spPr>
        <p:txBody>
          <a:bodyPr wrap="square" lIns="0" tIns="0" rIns="0" bIns="0">
            <a:spAutoFit/>
          </a:bodyPr>
          <a:lstStyle>
            <a:lvl1pPr marL="0" indent="0">
              <a:spcBef>
                <a:spcPts val="0"/>
              </a:spcBef>
              <a:buNone/>
              <a:defRPr sz="1400" b="0" i="0" spc="0" baseline="0">
                <a:solidFill>
                  <a:schemeClr val="tx1"/>
                </a:solidFill>
                <a:latin typeface="Segoe UI" panose="020B0502040204020203" pitchFamily="34" charset="0"/>
                <a:cs typeface="Segoe UI" panose="020B0502040204020203" pitchFamily="34" charset="0"/>
              </a:defRPr>
            </a:lvl1pPr>
          </a:lstStyle>
          <a:p>
            <a:pPr lvl="0"/>
            <a:r>
              <a:rPr lang="en-US"/>
              <a:t>Date</a:t>
            </a:r>
          </a:p>
        </p:txBody>
      </p:sp>
      <p:sp>
        <p:nvSpPr>
          <p:cNvPr id="11" name="Text Placeholder 4">
            <a:extLst>
              <a:ext uri="{FF2B5EF4-FFF2-40B4-BE49-F238E27FC236}">
                <a16:creationId xmlns:a16="http://schemas.microsoft.com/office/drawing/2014/main" id="{F5A9D17E-0B71-3F4E-966C-B9B2C5D11AAB}"/>
              </a:ext>
            </a:extLst>
          </p:cNvPr>
          <p:cNvSpPr>
            <a:spLocks noGrp="1"/>
          </p:cNvSpPr>
          <p:nvPr>
            <p:ph type="body" sz="quarter" idx="14" hasCustomPrompt="1"/>
          </p:nvPr>
        </p:nvSpPr>
        <p:spPr>
          <a:xfrm>
            <a:off x="582042" y="4400889"/>
            <a:ext cx="4164583" cy="215444"/>
          </a:xfrm>
          <a:noFill/>
        </p:spPr>
        <p:txBody>
          <a:bodyPr wrap="square" lIns="0" tIns="0" rIns="0" bIns="0">
            <a:spAutoFit/>
          </a:bodyPr>
          <a:lstStyle>
            <a:lvl1pPr marL="0" indent="0">
              <a:spcBef>
                <a:spcPts val="0"/>
              </a:spcBef>
              <a:buNone/>
              <a:defRPr sz="1400" b="0" i="0" spc="0" baseline="0">
                <a:solidFill>
                  <a:schemeClr val="tx1"/>
                </a:solidFill>
                <a:latin typeface="Segoe UI" panose="020B0502040204020203" pitchFamily="34" charset="0"/>
                <a:cs typeface="Segoe UI" panose="020B0502040204020203" pitchFamily="34" charset="0"/>
              </a:defRPr>
            </a:lvl1pPr>
          </a:lstStyle>
          <a:p>
            <a:pPr lvl="0"/>
            <a:r>
              <a:rPr lang="en-US"/>
              <a:t>Speaker title</a:t>
            </a:r>
          </a:p>
        </p:txBody>
      </p:sp>
      <p:pic>
        <p:nvPicPr>
          <p:cNvPr id="9" name="MS logo white - EMF" descr="Microsoft logo white text version">
            <a:extLst>
              <a:ext uri="{FF2B5EF4-FFF2-40B4-BE49-F238E27FC236}">
                <a16:creationId xmlns:a16="http://schemas.microsoft.com/office/drawing/2014/main" id="{34ABE124-0544-0C4D-9FCE-68AA16069F0C}"/>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6378931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lgn="l">
              <a:defRPr sz="3600" spc="-50" baseline="0">
                <a:solidFill>
                  <a:schemeClr val="accent1">
                    <a:lumMod val="60000"/>
                    <a:lumOff val="40000"/>
                  </a:schemeClr>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37977003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ED0B55-BEE6-44FE-A0B2-59B9E157D92F}"/>
              </a:ext>
            </a:extLst>
          </p:cNvPr>
          <p:cNvSpPr/>
          <p:nvPr userDrawn="1"/>
        </p:nvSpPr>
        <p:spPr>
          <a:xfrm>
            <a:off x="6239619" y="2645549"/>
            <a:ext cx="2560320" cy="2550267"/>
          </a:xfrm>
          <a:prstGeom prst="rect">
            <a:avLst/>
          </a:prstGeom>
          <a:solidFill>
            <a:schemeClr val="bg1"/>
          </a:solidFill>
          <a:ln w="3175">
            <a:no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4" name="Rectangle 3">
            <a:extLst>
              <a:ext uri="{FF2B5EF4-FFF2-40B4-BE49-F238E27FC236}">
                <a16:creationId xmlns:a16="http://schemas.microsoft.com/office/drawing/2014/main" id="{9F5FE248-E008-4D5B-B496-4C16DD3B73C1}"/>
              </a:ext>
            </a:extLst>
          </p:cNvPr>
          <p:cNvSpPr/>
          <p:nvPr userDrawn="1"/>
        </p:nvSpPr>
        <p:spPr>
          <a:xfrm>
            <a:off x="625933" y="2642967"/>
            <a:ext cx="2560320" cy="2550267"/>
          </a:xfrm>
          <a:prstGeom prst="rect">
            <a:avLst/>
          </a:prstGeom>
          <a:solidFill>
            <a:schemeClr val="bg1"/>
          </a:solidFill>
          <a:ln w="3175">
            <a:no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5" name="Rectangle 4">
            <a:extLst>
              <a:ext uri="{FF2B5EF4-FFF2-40B4-BE49-F238E27FC236}">
                <a16:creationId xmlns:a16="http://schemas.microsoft.com/office/drawing/2014/main" id="{75633F4A-4D31-437B-9F1A-75AC415749C1}"/>
              </a:ext>
            </a:extLst>
          </p:cNvPr>
          <p:cNvSpPr/>
          <p:nvPr userDrawn="1"/>
        </p:nvSpPr>
        <p:spPr>
          <a:xfrm>
            <a:off x="3432776" y="2646797"/>
            <a:ext cx="2560320" cy="2550267"/>
          </a:xfrm>
          <a:prstGeom prst="rect">
            <a:avLst/>
          </a:prstGeom>
          <a:solidFill>
            <a:schemeClr val="bg1"/>
          </a:solidFill>
          <a:ln w="3175">
            <a:no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6" name="Rectangle 5">
            <a:extLst>
              <a:ext uri="{FF2B5EF4-FFF2-40B4-BE49-F238E27FC236}">
                <a16:creationId xmlns:a16="http://schemas.microsoft.com/office/drawing/2014/main" id="{606C4D1A-77C5-4349-ACF2-F07969E17BEA}"/>
              </a:ext>
            </a:extLst>
          </p:cNvPr>
          <p:cNvSpPr/>
          <p:nvPr userDrawn="1"/>
        </p:nvSpPr>
        <p:spPr>
          <a:xfrm>
            <a:off x="9046463" y="2642967"/>
            <a:ext cx="2560320" cy="2550267"/>
          </a:xfrm>
          <a:prstGeom prst="rect">
            <a:avLst/>
          </a:prstGeom>
          <a:solidFill>
            <a:schemeClr val="bg1"/>
          </a:solidFill>
          <a:ln w="3175">
            <a:no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12" name="Text Placeholder 3">
            <a:extLst>
              <a:ext uri="{FF2B5EF4-FFF2-40B4-BE49-F238E27FC236}">
                <a16:creationId xmlns:a16="http://schemas.microsoft.com/office/drawing/2014/main" id="{CFF3042A-522F-4C25-8B66-C0EB7FED3989}"/>
              </a:ext>
            </a:extLst>
          </p:cNvPr>
          <p:cNvSpPr>
            <a:spLocks noGrp="1"/>
          </p:cNvSpPr>
          <p:nvPr>
            <p:ph type="body" sz="quarter" idx="17"/>
          </p:nvPr>
        </p:nvSpPr>
        <p:spPr>
          <a:xfrm>
            <a:off x="3569936"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3" name="Text Placeholder 3">
            <a:extLst>
              <a:ext uri="{FF2B5EF4-FFF2-40B4-BE49-F238E27FC236}">
                <a16:creationId xmlns:a16="http://schemas.microsoft.com/office/drawing/2014/main" id="{6611A15A-0519-4A60-90A1-E95F5CF60D96}"/>
              </a:ext>
            </a:extLst>
          </p:cNvPr>
          <p:cNvSpPr>
            <a:spLocks noGrp="1"/>
          </p:cNvSpPr>
          <p:nvPr>
            <p:ph type="body" sz="quarter" idx="18"/>
          </p:nvPr>
        </p:nvSpPr>
        <p:spPr>
          <a:xfrm>
            <a:off x="6376779"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4" name="Text Placeholder 3">
            <a:extLst>
              <a:ext uri="{FF2B5EF4-FFF2-40B4-BE49-F238E27FC236}">
                <a16:creationId xmlns:a16="http://schemas.microsoft.com/office/drawing/2014/main" id="{5415B8D4-14BD-43DC-957C-578C933ED210}"/>
              </a:ext>
            </a:extLst>
          </p:cNvPr>
          <p:cNvSpPr>
            <a:spLocks noGrp="1"/>
          </p:cNvSpPr>
          <p:nvPr>
            <p:ph type="body" sz="quarter" idx="19"/>
          </p:nvPr>
        </p:nvSpPr>
        <p:spPr>
          <a:xfrm>
            <a:off x="9183623"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2" name="Title 1">
            <a:extLst>
              <a:ext uri="{FF2B5EF4-FFF2-40B4-BE49-F238E27FC236}">
                <a16:creationId xmlns:a16="http://schemas.microsoft.com/office/drawing/2014/main" id="{FABE8937-081E-4F89-A6B4-662049ED496D}"/>
              </a:ext>
            </a:extLst>
          </p:cNvPr>
          <p:cNvSpPr>
            <a:spLocks noGrp="1"/>
          </p:cNvSpPr>
          <p:nvPr>
            <p:ph type="title"/>
          </p:nvPr>
        </p:nvSpPr>
        <p:spPr/>
        <p:txBody>
          <a:bodyPr/>
          <a:lstStyle/>
          <a:p>
            <a:r>
              <a:rPr lang="en-US"/>
              <a:t>Click to edit Master title style</a:t>
            </a:r>
          </a:p>
        </p:txBody>
      </p:sp>
      <p:sp>
        <p:nvSpPr>
          <p:cNvPr id="17" name="Text Placeholder 16">
            <a:extLst>
              <a:ext uri="{FF2B5EF4-FFF2-40B4-BE49-F238E27FC236}">
                <a16:creationId xmlns:a16="http://schemas.microsoft.com/office/drawing/2014/main" id="{411AD21C-81F9-4999-B2C4-D518EF263794}"/>
              </a:ext>
            </a:extLst>
          </p:cNvPr>
          <p:cNvSpPr>
            <a:spLocks noGrp="1"/>
          </p:cNvSpPr>
          <p:nvPr>
            <p:ph type="body" sz="quarter" idx="20"/>
          </p:nvPr>
        </p:nvSpPr>
        <p:spPr>
          <a:xfrm>
            <a:off x="769443" y="4268570"/>
            <a:ext cx="2273300" cy="812530"/>
          </a:xfrm>
        </p:spPr>
        <p:txBody>
          <a:bodyPr/>
          <a:lstStyle>
            <a:lvl1pPr algn="ctr">
              <a:defRPr sz="1800">
                <a:solidFill>
                  <a:schemeClr val="accent2"/>
                </a:solidFill>
              </a:defRPr>
            </a:lvl1pPr>
            <a:lvl2pPr algn="ctr">
              <a:defRPr sz="1400">
                <a:solidFill>
                  <a:schemeClr val="accent2"/>
                </a:solidFill>
              </a:defRPr>
            </a:lvl2pPr>
            <a:lvl3pPr>
              <a:defRPr sz="1100">
                <a:solidFill>
                  <a:schemeClr val="accent2"/>
                </a:solidFill>
              </a:defRPr>
            </a:lvl3pPr>
            <a:lvl4pPr>
              <a:defRPr sz="1050">
                <a:solidFill>
                  <a:schemeClr val="accent2"/>
                </a:solidFill>
              </a:defRPr>
            </a:lvl4pPr>
            <a:lvl5pPr>
              <a:defRPr sz="1050">
                <a:solidFill>
                  <a:schemeClr val="accent2"/>
                </a:solidFill>
              </a:defRPr>
            </a:lvl5pPr>
          </a:lstStyle>
          <a:p>
            <a:pPr lvl="0"/>
            <a:r>
              <a:rPr lang="en-US"/>
              <a:t>Click to edit Master text styles</a:t>
            </a:r>
          </a:p>
          <a:p>
            <a:pPr lvl="1"/>
            <a:r>
              <a:rPr lang="en-US"/>
              <a:t>Second level</a:t>
            </a:r>
          </a:p>
        </p:txBody>
      </p:sp>
      <p:grpSp>
        <p:nvGrpSpPr>
          <p:cNvPr id="49" name="Group 48">
            <a:extLst>
              <a:ext uri="{FF2B5EF4-FFF2-40B4-BE49-F238E27FC236}">
                <a16:creationId xmlns:a16="http://schemas.microsoft.com/office/drawing/2014/main" id="{B988A210-464A-4E4A-A5EC-6A9F188993AC}"/>
              </a:ext>
            </a:extLst>
          </p:cNvPr>
          <p:cNvGrpSpPr/>
          <p:nvPr userDrawn="1"/>
        </p:nvGrpSpPr>
        <p:grpSpPr>
          <a:xfrm>
            <a:off x="4254385" y="2884146"/>
            <a:ext cx="917103" cy="847023"/>
            <a:chOff x="9664969" y="2124583"/>
            <a:chExt cx="917103" cy="847023"/>
          </a:xfrm>
        </p:grpSpPr>
        <p:grpSp>
          <p:nvGrpSpPr>
            <p:cNvPr id="19" name="Group 18">
              <a:extLst>
                <a:ext uri="{FF2B5EF4-FFF2-40B4-BE49-F238E27FC236}">
                  <a16:creationId xmlns:a16="http://schemas.microsoft.com/office/drawing/2014/main" id="{1DFF98CA-7D40-4D07-8AB0-F9FABEA06766}"/>
                </a:ext>
              </a:extLst>
            </p:cNvPr>
            <p:cNvGrpSpPr/>
            <p:nvPr/>
          </p:nvGrpSpPr>
          <p:grpSpPr>
            <a:xfrm>
              <a:off x="9664969" y="2309869"/>
              <a:ext cx="470966" cy="246457"/>
              <a:chOff x="13721512" y="1085822"/>
              <a:chExt cx="3673755" cy="1922480"/>
            </a:xfrm>
          </p:grpSpPr>
          <p:grpSp>
            <p:nvGrpSpPr>
              <p:cNvPr id="44" name="Group 43">
                <a:extLst>
                  <a:ext uri="{FF2B5EF4-FFF2-40B4-BE49-F238E27FC236}">
                    <a16:creationId xmlns:a16="http://schemas.microsoft.com/office/drawing/2014/main" id="{465ADB1D-47B6-4762-915F-B976A6371677}"/>
                  </a:ext>
                </a:extLst>
              </p:cNvPr>
              <p:cNvGrpSpPr/>
              <p:nvPr/>
            </p:nvGrpSpPr>
            <p:grpSpPr>
              <a:xfrm>
                <a:off x="13727467" y="1202243"/>
                <a:ext cx="3341598" cy="1806059"/>
                <a:chOff x="13727467" y="1202243"/>
                <a:chExt cx="3341598" cy="1806059"/>
              </a:xfrm>
            </p:grpSpPr>
            <p:sp>
              <p:nvSpPr>
                <p:cNvPr id="46" name="Isosceles Triangle 45">
                  <a:extLst>
                    <a:ext uri="{FF2B5EF4-FFF2-40B4-BE49-F238E27FC236}">
                      <a16:creationId xmlns:a16="http://schemas.microsoft.com/office/drawing/2014/main" id="{AE8FAB45-8D4E-4823-87F3-E901BBF377D6}"/>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7" name="Isosceles Triangle 46">
                  <a:extLst>
                    <a:ext uri="{FF2B5EF4-FFF2-40B4-BE49-F238E27FC236}">
                      <a16:creationId xmlns:a16="http://schemas.microsoft.com/office/drawing/2014/main" id="{12445C1B-6F26-4CE8-B389-B66A16B90A9C}"/>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8" name="Isosceles Triangle 375">
                  <a:extLst>
                    <a:ext uri="{FF2B5EF4-FFF2-40B4-BE49-F238E27FC236}">
                      <a16:creationId xmlns:a16="http://schemas.microsoft.com/office/drawing/2014/main" id="{C9386C8D-757A-417F-B53C-81F49DD30971}"/>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45" name="Freeform: Shape 44">
                <a:extLst>
                  <a:ext uri="{FF2B5EF4-FFF2-40B4-BE49-F238E27FC236}">
                    <a16:creationId xmlns:a16="http://schemas.microsoft.com/office/drawing/2014/main" id="{154FF891-D191-414F-8957-99FA4FA604E8}"/>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0" name="Group 19">
              <a:extLst>
                <a:ext uri="{FF2B5EF4-FFF2-40B4-BE49-F238E27FC236}">
                  <a16:creationId xmlns:a16="http://schemas.microsoft.com/office/drawing/2014/main" id="{DFEC75A4-3A06-4C74-A1BE-E649840B9A18}"/>
                </a:ext>
              </a:extLst>
            </p:cNvPr>
            <p:cNvGrpSpPr/>
            <p:nvPr/>
          </p:nvGrpSpPr>
          <p:grpSpPr>
            <a:xfrm>
              <a:off x="9978266" y="2222938"/>
              <a:ext cx="323597" cy="360640"/>
              <a:chOff x="9978266" y="2222938"/>
              <a:chExt cx="323597" cy="360640"/>
            </a:xfrm>
          </p:grpSpPr>
          <p:sp>
            <p:nvSpPr>
              <p:cNvPr id="41" name="Isosceles Triangle 40">
                <a:extLst>
                  <a:ext uri="{FF2B5EF4-FFF2-40B4-BE49-F238E27FC236}">
                    <a16:creationId xmlns:a16="http://schemas.microsoft.com/office/drawing/2014/main" id="{75259615-2187-4F94-A969-DCA5190858F0}"/>
                  </a:ext>
                </a:extLst>
              </p:cNvPr>
              <p:cNvSpPr/>
              <p:nvPr/>
            </p:nvSpPr>
            <p:spPr bwMode="auto">
              <a:xfrm rot="13393209">
                <a:off x="9978266" y="2222938"/>
                <a:ext cx="313134" cy="149847"/>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2" name="Isosceles Triangle 41">
                <a:extLst>
                  <a:ext uri="{FF2B5EF4-FFF2-40B4-BE49-F238E27FC236}">
                    <a16:creationId xmlns:a16="http://schemas.microsoft.com/office/drawing/2014/main" id="{99B77C10-4771-48E4-91E2-103A8F870215}"/>
                  </a:ext>
                </a:extLst>
              </p:cNvPr>
              <p:cNvSpPr/>
              <p:nvPr/>
            </p:nvSpPr>
            <p:spPr bwMode="auto">
              <a:xfrm rot="3787336">
                <a:off x="10125858" y="2299763"/>
                <a:ext cx="168530" cy="183481"/>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3" name="Isosceles Triangle 375">
                <a:extLst>
                  <a:ext uri="{FF2B5EF4-FFF2-40B4-BE49-F238E27FC236}">
                    <a16:creationId xmlns:a16="http://schemas.microsoft.com/office/drawing/2014/main" id="{5A7483F9-456F-4639-8FB3-89BCDBA59816}"/>
                  </a:ext>
                </a:extLst>
              </p:cNvPr>
              <p:cNvSpPr/>
              <p:nvPr/>
            </p:nvSpPr>
            <p:spPr bwMode="auto">
              <a:xfrm rot="5172541">
                <a:off x="10016540" y="2440081"/>
                <a:ext cx="220647" cy="66348"/>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1" name="Freeform: Shape 20">
              <a:extLst>
                <a:ext uri="{FF2B5EF4-FFF2-40B4-BE49-F238E27FC236}">
                  <a16:creationId xmlns:a16="http://schemas.microsoft.com/office/drawing/2014/main" id="{D6FF55D4-9AB4-4E0C-BACF-4340818E43BD}"/>
                </a:ext>
              </a:extLst>
            </p:cNvPr>
            <p:cNvSpPr/>
            <p:nvPr/>
          </p:nvSpPr>
          <p:spPr bwMode="auto">
            <a:xfrm rot="5254367">
              <a:off x="9956136" y="2247079"/>
              <a:ext cx="470966" cy="22597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22" name="Group 21">
              <a:extLst>
                <a:ext uri="{FF2B5EF4-FFF2-40B4-BE49-F238E27FC236}">
                  <a16:creationId xmlns:a16="http://schemas.microsoft.com/office/drawing/2014/main" id="{6BBE2167-AFCF-45E2-863F-76B98D874DD1}"/>
                </a:ext>
              </a:extLst>
            </p:cNvPr>
            <p:cNvGrpSpPr/>
            <p:nvPr/>
          </p:nvGrpSpPr>
          <p:grpSpPr>
            <a:xfrm rot="2124180" flipH="1" flipV="1">
              <a:off x="9911732" y="2725149"/>
              <a:ext cx="470966" cy="246457"/>
              <a:chOff x="13721512" y="1085822"/>
              <a:chExt cx="3673755" cy="1922480"/>
            </a:xfrm>
          </p:grpSpPr>
          <p:grpSp>
            <p:nvGrpSpPr>
              <p:cNvPr id="36" name="Group 35">
                <a:extLst>
                  <a:ext uri="{FF2B5EF4-FFF2-40B4-BE49-F238E27FC236}">
                    <a16:creationId xmlns:a16="http://schemas.microsoft.com/office/drawing/2014/main" id="{9A03488A-F40D-44D0-A2AB-94FECFB418ED}"/>
                  </a:ext>
                </a:extLst>
              </p:cNvPr>
              <p:cNvGrpSpPr/>
              <p:nvPr/>
            </p:nvGrpSpPr>
            <p:grpSpPr>
              <a:xfrm>
                <a:off x="13727467" y="1202243"/>
                <a:ext cx="3341598" cy="1806059"/>
                <a:chOff x="13727467" y="1202243"/>
                <a:chExt cx="3341598" cy="1806059"/>
              </a:xfrm>
            </p:grpSpPr>
            <p:sp>
              <p:nvSpPr>
                <p:cNvPr id="38" name="Isosceles Triangle 37">
                  <a:extLst>
                    <a:ext uri="{FF2B5EF4-FFF2-40B4-BE49-F238E27FC236}">
                      <a16:creationId xmlns:a16="http://schemas.microsoft.com/office/drawing/2014/main" id="{1E1BC72D-9C0C-4F7E-B0F2-07C1A8924939}"/>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9" name="Isosceles Triangle 38">
                  <a:extLst>
                    <a:ext uri="{FF2B5EF4-FFF2-40B4-BE49-F238E27FC236}">
                      <a16:creationId xmlns:a16="http://schemas.microsoft.com/office/drawing/2014/main" id="{EA716B81-1D05-4CD9-AB09-CAE56B00D710}"/>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0" name="Isosceles Triangle 375">
                  <a:extLst>
                    <a:ext uri="{FF2B5EF4-FFF2-40B4-BE49-F238E27FC236}">
                      <a16:creationId xmlns:a16="http://schemas.microsoft.com/office/drawing/2014/main" id="{25F1B473-A080-4957-AFA3-52B3626596CC}"/>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7" name="Freeform: Shape 36">
                <a:extLst>
                  <a:ext uri="{FF2B5EF4-FFF2-40B4-BE49-F238E27FC236}">
                    <a16:creationId xmlns:a16="http://schemas.microsoft.com/office/drawing/2014/main" id="{2A7EE5E8-7587-4E38-981B-C7A689EF4F5F}"/>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3" name="Group 22">
              <a:extLst>
                <a:ext uri="{FF2B5EF4-FFF2-40B4-BE49-F238E27FC236}">
                  <a16:creationId xmlns:a16="http://schemas.microsoft.com/office/drawing/2014/main" id="{4ED7F3E0-DE9F-49C1-B15A-1D1B46C85976}"/>
                </a:ext>
              </a:extLst>
            </p:cNvPr>
            <p:cNvGrpSpPr/>
            <p:nvPr/>
          </p:nvGrpSpPr>
          <p:grpSpPr>
            <a:xfrm rot="17317314">
              <a:off x="9632120" y="2608617"/>
              <a:ext cx="470966" cy="246457"/>
              <a:chOff x="13721512" y="1085822"/>
              <a:chExt cx="3673755" cy="1922480"/>
            </a:xfrm>
          </p:grpSpPr>
          <p:grpSp>
            <p:nvGrpSpPr>
              <p:cNvPr id="31" name="Group 30">
                <a:extLst>
                  <a:ext uri="{FF2B5EF4-FFF2-40B4-BE49-F238E27FC236}">
                    <a16:creationId xmlns:a16="http://schemas.microsoft.com/office/drawing/2014/main" id="{BB76E0AE-3B21-4BD3-9F7A-EB2047D3F4EA}"/>
                  </a:ext>
                </a:extLst>
              </p:cNvPr>
              <p:cNvGrpSpPr/>
              <p:nvPr/>
            </p:nvGrpSpPr>
            <p:grpSpPr>
              <a:xfrm>
                <a:off x="13727467" y="1202243"/>
                <a:ext cx="3341598" cy="1806059"/>
                <a:chOff x="13727467" y="1202243"/>
                <a:chExt cx="3341598" cy="1806059"/>
              </a:xfrm>
            </p:grpSpPr>
            <p:sp>
              <p:nvSpPr>
                <p:cNvPr id="33" name="Isosceles Triangle 32">
                  <a:extLst>
                    <a:ext uri="{FF2B5EF4-FFF2-40B4-BE49-F238E27FC236}">
                      <a16:creationId xmlns:a16="http://schemas.microsoft.com/office/drawing/2014/main" id="{198F8398-E0B7-4182-9E09-E9C37B294C24}"/>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4" name="Isosceles Triangle 33">
                  <a:extLst>
                    <a:ext uri="{FF2B5EF4-FFF2-40B4-BE49-F238E27FC236}">
                      <a16:creationId xmlns:a16="http://schemas.microsoft.com/office/drawing/2014/main" id="{CF5A8EE3-8C03-4611-A75D-774E4B5F9DCF}"/>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Isosceles Triangle 375">
                  <a:extLst>
                    <a:ext uri="{FF2B5EF4-FFF2-40B4-BE49-F238E27FC236}">
                      <a16:creationId xmlns:a16="http://schemas.microsoft.com/office/drawing/2014/main" id="{DC611FC2-D5BC-41FE-B053-C17A9C1C7C5D}"/>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2" name="Freeform: Shape 31">
                <a:extLst>
                  <a:ext uri="{FF2B5EF4-FFF2-40B4-BE49-F238E27FC236}">
                    <a16:creationId xmlns:a16="http://schemas.microsoft.com/office/drawing/2014/main" id="{5A22793B-B22A-4AB8-949B-0219C862632F}"/>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4" name="Group 23">
              <a:extLst>
                <a:ext uri="{FF2B5EF4-FFF2-40B4-BE49-F238E27FC236}">
                  <a16:creationId xmlns:a16="http://schemas.microsoft.com/office/drawing/2014/main" id="{8F496923-2DD6-494A-AF13-C39351250AD6}"/>
                </a:ext>
              </a:extLst>
            </p:cNvPr>
            <p:cNvGrpSpPr/>
            <p:nvPr/>
          </p:nvGrpSpPr>
          <p:grpSpPr>
            <a:xfrm rot="8733085">
              <a:off x="10111106" y="2505403"/>
              <a:ext cx="470966" cy="246457"/>
              <a:chOff x="13721512" y="1085822"/>
              <a:chExt cx="3673755" cy="1922480"/>
            </a:xfrm>
          </p:grpSpPr>
          <p:grpSp>
            <p:nvGrpSpPr>
              <p:cNvPr id="26" name="Group 25">
                <a:extLst>
                  <a:ext uri="{FF2B5EF4-FFF2-40B4-BE49-F238E27FC236}">
                    <a16:creationId xmlns:a16="http://schemas.microsoft.com/office/drawing/2014/main" id="{9C0C8A6D-177D-4363-AD87-C1A4976794D7}"/>
                  </a:ext>
                </a:extLst>
              </p:cNvPr>
              <p:cNvGrpSpPr/>
              <p:nvPr/>
            </p:nvGrpSpPr>
            <p:grpSpPr>
              <a:xfrm>
                <a:off x="13727467" y="1202243"/>
                <a:ext cx="3341598" cy="1806059"/>
                <a:chOff x="13727467" y="1202243"/>
                <a:chExt cx="3341598" cy="1806059"/>
              </a:xfrm>
            </p:grpSpPr>
            <p:sp>
              <p:nvSpPr>
                <p:cNvPr id="28" name="Isosceles Triangle 27">
                  <a:extLst>
                    <a:ext uri="{FF2B5EF4-FFF2-40B4-BE49-F238E27FC236}">
                      <a16:creationId xmlns:a16="http://schemas.microsoft.com/office/drawing/2014/main" id="{E3BEB39B-8E7E-4F75-B874-4802AA070D2D}"/>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9" name="Isosceles Triangle 28">
                  <a:extLst>
                    <a:ext uri="{FF2B5EF4-FFF2-40B4-BE49-F238E27FC236}">
                      <a16:creationId xmlns:a16="http://schemas.microsoft.com/office/drawing/2014/main" id="{A8D5B2A7-864C-4DC5-9F21-F1045F20E4F7}"/>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0" name="Isosceles Triangle 375">
                  <a:extLst>
                    <a:ext uri="{FF2B5EF4-FFF2-40B4-BE49-F238E27FC236}">
                      <a16:creationId xmlns:a16="http://schemas.microsoft.com/office/drawing/2014/main" id="{1BD5B9D0-97DD-4A0E-A035-D5A829C207BE}"/>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7" name="Freeform: Shape 26">
                <a:extLst>
                  <a:ext uri="{FF2B5EF4-FFF2-40B4-BE49-F238E27FC236}">
                    <a16:creationId xmlns:a16="http://schemas.microsoft.com/office/drawing/2014/main" id="{96DFB6AF-0ED0-4007-9D6A-63249BBF97B8}"/>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5" name="Oval 24">
              <a:extLst>
                <a:ext uri="{FF2B5EF4-FFF2-40B4-BE49-F238E27FC236}">
                  <a16:creationId xmlns:a16="http://schemas.microsoft.com/office/drawing/2014/main" id="{2D9AE606-1D99-4CDC-BF50-869AAFD51524}"/>
                </a:ext>
              </a:extLst>
            </p:cNvPr>
            <p:cNvSpPr/>
            <p:nvPr/>
          </p:nvSpPr>
          <p:spPr bwMode="auto">
            <a:xfrm>
              <a:off x="10070950" y="2577554"/>
              <a:ext cx="38496" cy="3849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53" name="Group 52">
            <a:extLst>
              <a:ext uri="{FF2B5EF4-FFF2-40B4-BE49-F238E27FC236}">
                <a16:creationId xmlns:a16="http://schemas.microsoft.com/office/drawing/2014/main" id="{48C29746-3C18-4714-8B67-8FE0404AA717}"/>
              </a:ext>
            </a:extLst>
          </p:cNvPr>
          <p:cNvGrpSpPr/>
          <p:nvPr userDrawn="1"/>
        </p:nvGrpSpPr>
        <p:grpSpPr>
          <a:xfrm>
            <a:off x="9988208" y="2904614"/>
            <a:ext cx="676830" cy="806086"/>
            <a:chOff x="10360925" y="1869605"/>
            <a:chExt cx="513810" cy="611934"/>
          </a:xfrm>
        </p:grpSpPr>
        <p:sp>
          <p:nvSpPr>
            <p:cNvPr id="51" name="Freeform 128">
              <a:extLst>
                <a:ext uri="{FF2B5EF4-FFF2-40B4-BE49-F238E27FC236}">
                  <a16:creationId xmlns:a16="http://schemas.microsoft.com/office/drawing/2014/main" id="{2A0515F8-9584-4B8A-8585-DD59C46148CB}"/>
                </a:ext>
              </a:extLst>
            </p:cNvPr>
            <p:cNvSpPr>
              <a:spLocks/>
            </p:cNvSpPr>
            <p:nvPr/>
          </p:nvSpPr>
          <p:spPr bwMode="auto">
            <a:xfrm>
              <a:off x="10360925" y="1869605"/>
              <a:ext cx="513810" cy="611934"/>
            </a:xfrm>
            <a:custGeom>
              <a:avLst/>
              <a:gdLst>
                <a:gd name="T0" fmla="*/ 69 w 138"/>
                <a:gd name="T1" fmla="*/ 173 h 173"/>
                <a:gd name="T2" fmla="*/ 69 w 138"/>
                <a:gd name="T3" fmla="*/ 173 h 173"/>
                <a:gd name="T4" fmla="*/ 0 w 138"/>
                <a:gd name="T5" fmla="*/ 77 h 173"/>
                <a:gd name="T6" fmla="*/ 0 w 138"/>
                <a:gd name="T7" fmla="*/ 29 h 173"/>
                <a:gd name="T8" fmla="*/ 4 w 138"/>
                <a:gd name="T9" fmla="*/ 29 h 173"/>
                <a:gd name="T10" fmla="*/ 67 w 138"/>
                <a:gd name="T11" fmla="*/ 2 h 173"/>
                <a:gd name="T12" fmla="*/ 69 w 138"/>
                <a:gd name="T13" fmla="*/ 0 h 173"/>
                <a:gd name="T14" fmla="*/ 72 w 138"/>
                <a:gd name="T15" fmla="*/ 2 h 173"/>
                <a:gd name="T16" fmla="*/ 135 w 138"/>
                <a:gd name="T17" fmla="*/ 29 h 173"/>
                <a:gd name="T18" fmla="*/ 138 w 138"/>
                <a:gd name="T19" fmla="*/ 29 h 173"/>
                <a:gd name="T20" fmla="*/ 138 w 138"/>
                <a:gd name="T21" fmla="*/ 78 h 173"/>
                <a:gd name="T22" fmla="*/ 69 w 138"/>
                <a:gd name="T23" fmla="*/ 173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8" h="173">
                  <a:moveTo>
                    <a:pt x="69" y="173"/>
                  </a:moveTo>
                  <a:cubicBezTo>
                    <a:pt x="69" y="173"/>
                    <a:pt x="69" y="173"/>
                    <a:pt x="69" y="173"/>
                  </a:cubicBezTo>
                  <a:cubicBezTo>
                    <a:pt x="50" y="173"/>
                    <a:pt x="0" y="140"/>
                    <a:pt x="0" y="77"/>
                  </a:cubicBezTo>
                  <a:cubicBezTo>
                    <a:pt x="0" y="29"/>
                    <a:pt x="0" y="29"/>
                    <a:pt x="0" y="29"/>
                  </a:cubicBezTo>
                  <a:cubicBezTo>
                    <a:pt x="4" y="29"/>
                    <a:pt x="4" y="29"/>
                    <a:pt x="4" y="29"/>
                  </a:cubicBezTo>
                  <a:cubicBezTo>
                    <a:pt x="4" y="29"/>
                    <a:pt x="35" y="32"/>
                    <a:pt x="67" y="2"/>
                  </a:cubicBezTo>
                  <a:cubicBezTo>
                    <a:pt x="69" y="0"/>
                    <a:pt x="69" y="0"/>
                    <a:pt x="69" y="0"/>
                  </a:cubicBezTo>
                  <a:cubicBezTo>
                    <a:pt x="72" y="2"/>
                    <a:pt x="72" y="2"/>
                    <a:pt x="72" y="2"/>
                  </a:cubicBezTo>
                  <a:cubicBezTo>
                    <a:pt x="106" y="29"/>
                    <a:pt x="135" y="29"/>
                    <a:pt x="135" y="29"/>
                  </a:cubicBezTo>
                  <a:cubicBezTo>
                    <a:pt x="138" y="29"/>
                    <a:pt x="138" y="29"/>
                    <a:pt x="138" y="29"/>
                  </a:cubicBezTo>
                  <a:cubicBezTo>
                    <a:pt x="138" y="78"/>
                    <a:pt x="138" y="78"/>
                    <a:pt x="138" y="78"/>
                  </a:cubicBezTo>
                  <a:cubicBezTo>
                    <a:pt x="138" y="140"/>
                    <a:pt x="88" y="173"/>
                    <a:pt x="69" y="173"/>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2" name="check">
              <a:extLst>
                <a:ext uri="{FF2B5EF4-FFF2-40B4-BE49-F238E27FC236}">
                  <a16:creationId xmlns:a16="http://schemas.microsoft.com/office/drawing/2014/main" id="{9DDE635B-6509-4AA2-B1F5-2ED3DE273026}"/>
                </a:ext>
              </a:extLst>
            </p:cNvPr>
            <p:cNvSpPr>
              <a:spLocks noChangeAspect="1"/>
            </p:cNvSpPr>
            <p:nvPr/>
          </p:nvSpPr>
          <p:spPr bwMode="auto">
            <a:xfrm>
              <a:off x="10515895" y="2103594"/>
              <a:ext cx="203870" cy="143956"/>
            </a:xfrm>
            <a:custGeom>
              <a:avLst/>
              <a:gdLst>
                <a:gd name="T0" fmla="*/ 245 w 245"/>
                <a:gd name="T1" fmla="*/ 0 h 173"/>
                <a:gd name="T2" fmla="*/ 73 w 245"/>
                <a:gd name="T3" fmla="*/ 173 h 173"/>
                <a:gd name="T4" fmla="*/ 0 w 245"/>
                <a:gd name="T5" fmla="*/ 101 h 173"/>
              </a:gdLst>
              <a:ahLst/>
              <a:cxnLst>
                <a:cxn ang="0">
                  <a:pos x="T0" y="T1"/>
                </a:cxn>
                <a:cxn ang="0">
                  <a:pos x="T2" y="T3"/>
                </a:cxn>
                <a:cxn ang="0">
                  <a:pos x="T4" y="T5"/>
                </a:cxn>
              </a:cxnLst>
              <a:rect l="0" t="0" r="r" b="b"/>
              <a:pathLst>
                <a:path w="245" h="173">
                  <a:moveTo>
                    <a:pt x="245" y="0"/>
                  </a:moveTo>
                  <a:lnTo>
                    <a:pt x="73" y="173"/>
                  </a:lnTo>
                  <a:lnTo>
                    <a:pt x="0" y="101"/>
                  </a:lnTo>
                </a:path>
              </a:pathLst>
            </a:custGeom>
            <a:noFill/>
            <a:ln w="285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solidFill>
                    <a:srgbClr val="50E6FF"/>
                  </a:solidFill>
                </a:ln>
                <a:solidFill>
                  <a:srgbClr val="FFFFFF"/>
                </a:solidFill>
                <a:effectLst/>
                <a:uLnTx/>
                <a:uFillTx/>
                <a:latin typeface="Segoe UI"/>
                <a:ea typeface="+mn-ea"/>
                <a:cs typeface="+mn-cs"/>
              </a:endParaRPr>
            </a:p>
          </p:txBody>
        </p:sp>
      </p:grpSp>
      <p:grpSp>
        <p:nvGrpSpPr>
          <p:cNvPr id="95" name="Group 94">
            <a:extLst>
              <a:ext uri="{FF2B5EF4-FFF2-40B4-BE49-F238E27FC236}">
                <a16:creationId xmlns:a16="http://schemas.microsoft.com/office/drawing/2014/main" id="{43FFE3D1-4751-42F9-83F3-070D7C8A28D5}"/>
              </a:ext>
            </a:extLst>
          </p:cNvPr>
          <p:cNvGrpSpPr/>
          <p:nvPr userDrawn="1"/>
        </p:nvGrpSpPr>
        <p:grpSpPr>
          <a:xfrm>
            <a:off x="7065062" y="2946916"/>
            <a:ext cx="909435" cy="721482"/>
            <a:chOff x="4262868" y="2183779"/>
            <a:chExt cx="909435" cy="721482"/>
          </a:xfrm>
        </p:grpSpPr>
        <p:sp>
          <p:nvSpPr>
            <p:cNvPr id="55" name="Arrow: Bent 22">
              <a:extLst>
                <a:ext uri="{FF2B5EF4-FFF2-40B4-BE49-F238E27FC236}">
                  <a16:creationId xmlns:a16="http://schemas.microsoft.com/office/drawing/2014/main" id="{F31B69A7-78DF-45F3-8771-36ACE038A37D}"/>
                </a:ext>
              </a:extLst>
            </p:cNvPr>
            <p:cNvSpPr/>
            <p:nvPr/>
          </p:nvSpPr>
          <p:spPr bwMode="auto">
            <a:xfrm rot="16200000">
              <a:off x="4397652" y="2468630"/>
              <a:ext cx="106041" cy="164625"/>
            </a:xfrm>
            <a:custGeom>
              <a:avLst/>
              <a:gdLst>
                <a:gd name="connsiteX0" fmla="*/ 0 w 306806"/>
                <a:gd name="connsiteY0" fmla="*/ 0 h 442882"/>
                <a:gd name="connsiteX1" fmla="*/ 306806 w 306806"/>
                <a:gd name="connsiteY1" fmla="*/ 0 h 442882"/>
                <a:gd name="connsiteX2" fmla="*/ 306806 w 306806"/>
                <a:gd name="connsiteY2" fmla="*/ 442882 h 442882"/>
                <a:gd name="connsiteX3" fmla="*/ 0 w 306806"/>
                <a:gd name="connsiteY3" fmla="*/ 442882 h 442882"/>
                <a:gd name="connsiteX4" fmla="*/ 0 w 306806"/>
                <a:gd name="connsiteY4" fmla="*/ 0 h 442882"/>
                <a:gd name="connsiteX0" fmla="*/ 306806 w 398246"/>
                <a:gd name="connsiteY0" fmla="*/ 442882 h 534322"/>
                <a:gd name="connsiteX1" fmla="*/ 0 w 398246"/>
                <a:gd name="connsiteY1" fmla="*/ 442882 h 534322"/>
                <a:gd name="connsiteX2" fmla="*/ 0 w 398246"/>
                <a:gd name="connsiteY2" fmla="*/ 0 h 534322"/>
                <a:gd name="connsiteX3" fmla="*/ 306806 w 398246"/>
                <a:gd name="connsiteY3" fmla="*/ 0 h 534322"/>
                <a:gd name="connsiteX4" fmla="*/ 398246 w 398246"/>
                <a:gd name="connsiteY4" fmla="*/ 534322 h 534322"/>
                <a:gd name="connsiteX0" fmla="*/ 0 w 398246"/>
                <a:gd name="connsiteY0" fmla="*/ 442882 h 534322"/>
                <a:gd name="connsiteX1" fmla="*/ 0 w 398246"/>
                <a:gd name="connsiteY1" fmla="*/ 0 h 534322"/>
                <a:gd name="connsiteX2" fmla="*/ 306806 w 398246"/>
                <a:gd name="connsiteY2" fmla="*/ 0 h 534322"/>
                <a:gd name="connsiteX3" fmla="*/ 398246 w 398246"/>
                <a:gd name="connsiteY3" fmla="*/ 534322 h 534322"/>
                <a:gd name="connsiteX0" fmla="*/ 0 w 306806"/>
                <a:gd name="connsiteY0" fmla="*/ 442882 h 442882"/>
                <a:gd name="connsiteX1" fmla="*/ 0 w 306806"/>
                <a:gd name="connsiteY1" fmla="*/ 0 h 442882"/>
                <a:gd name="connsiteX2" fmla="*/ 306806 w 306806"/>
                <a:gd name="connsiteY2" fmla="*/ 0 h 442882"/>
              </a:gdLst>
              <a:ahLst/>
              <a:cxnLst>
                <a:cxn ang="0">
                  <a:pos x="connsiteX0" y="connsiteY0"/>
                </a:cxn>
                <a:cxn ang="0">
                  <a:pos x="connsiteX1" y="connsiteY1"/>
                </a:cxn>
                <a:cxn ang="0">
                  <a:pos x="connsiteX2" y="connsiteY2"/>
                </a:cxn>
              </a:cxnLst>
              <a:rect l="l" t="t" r="r" b="b"/>
              <a:pathLst>
                <a:path w="306806" h="442882">
                  <a:moveTo>
                    <a:pt x="0" y="442882"/>
                  </a:moveTo>
                  <a:lnTo>
                    <a:pt x="0" y="0"/>
                  </a:lnTo>
                  <a:lnTo>
                    <a:pt x="306806"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6" name="Arrow: Bent 24">
              <a:extLst>
                <a:ext uri="{FF2B5EF4-FFF2-40B4-BE49-F238E27FC236}">
                  <a16:creationId xmlns:a16="http://schemas.microsoft.com/office/drawing/2014/main" id="{8200DDF9-CF34-45B3-93DD-0B2B81F633E4}"/>
                </a:ext>
              </a:extLst>
            </p:cNvPr>
            <p:cNvSpPr/>
            <p:nvPr/>
          </p:nvSpPr>
          <p:spPr bwMode="auto">
            <a:xfrm rot="16200000">
              <a:off x="4803569" y="2731149"/>
              <a:ext cx="92731" cy="211516"/>
            </a:xfrm>
            <a:custGeom>
              <a:avLst/>
              <a:gdLst>
                <a:gd name="connsiteX0" fmla="*/ 0 w 228567"/>
                <a:gd name="connsiteY0" fmla="*/ 0 h 569032"/>
                <a:gd name="connsiteX1" fmla="*/ 228567 w 228567"/>
                <a:gd name="connsiteY1" fmla="*/ 0 h 569032"/>
                <a:gd name="connsiteX2" fmla="*/ 228567 w 228567"/>
                <a:gd name="connsiteY2" fmla="*/ 569032 h 569032"/>
                <a:gd name="connsiteX3" fmla="*/ 0 w 228567"/>
                <a:gd name="connsiteY3" fmla="*/ 569032 h 569032"/>
                <a:gd name="connsiteX4" fmla="*/ 0 w 228567"/>
                <a:gd name="connsiteY4" fmla="*/ 0 h 569032"/>
                <a:gd name="connsiteX0" fmla="*/ 228567 w 320007"/>
                <a:gd name="connsiteY0" fmla="*/ 569032 h 660472"/>
                <a:gd name="connsiteX1" fmla="*/ 0 w 320007"/>
                <a:gd name="connsiteY1" fmla="*/ 569032 h 660472"/>
                <a:gd name="connsiteX2" fmla="*/ 0 w 320007"/>
                <a:gd name="connsiteY2" fmla="*/ 0 h 660472"/>
                <a:gd name="connsiteX3" fmla="*/ 228567 w 320007"/>
                <a:gd name="connsiteY3" fmla="*/ 0 h 660472"/>
                <a:gd name="connsiteX4" fmla="*/ 320007 w 320007"/>
                <a:gd name="connsiteY4" fmla="*/ 660472 h 660472"/>
                <a:gd name="connsiteX0" fmla="*/ 0 w 320007"/>
                <a:gd name="connsiteY0" fmla="*/ 569032 h 660472"/>
                <a:gd name="connsiteX1" fmla="*/ 0 w 320007"/>
                <a:gd name="connsiteY1" fmla="*/ 0 h 660472"/>
                <a:gd name="connsiteX2" fmla="*/ 228567 w 320007"/>
                <a:gd name="connsiteY2" fmla="*/ 0 h 660472"/>
                <a:gd name="connsiteX3" fmla="*/ 320007 w 320007"/>
                <a:gd name="connsiteY3" fmla="*/ 660472 h 660472"/>
                <a:gd name="connsiteX0" fmla="*/ 0 w 228567"/>
                <a:gd name="connsiteY0" fmla="*/ 569032 h 569032"/>
                <a:gd name="connsiteX1" fmla="*/ 0 w 228567"/>
                <a:gd name="connsiteY1" fmla="*/ 0 h 569032"/>
                <a:gd name="connsiteX2" fmla="*/ 228567 w 228567"/>
                <a:gd name="connsiteY2" fmla="*/ 0 h 569032"/>
              </a:gdLst>
              <a:ahLst/>
              <a:cxnLst>
                <a:cxn ang="0">
                  <a:pos x="connsiteX0" y="connsiteY0"/>
                </a:cxn>
                <a:cxn ang="0">
                  <a:pos x="connsiteX1" y="connsiteY1"/>
                </a:cxn>
                <a:cxn ang="0">
                  <a:pos x="connsiteX2" y="connsiteY2"/>
                </a:cxn>
              </a:cxnLst>
              <a:rect l="l" t="t" r="r" b="b"/>
              <a:pathLst>
                <a:path w="228567" h="569032">
                  <a:moveTo>
                    <a:pt x="0" y="569032"/>
                  </a:moveTo>
                  <a:lnTo>
                    <a:pt x="0" y="0"/>
                  </a:lnTo>
                  <a:lnTo>
                    <a:pt x="228567"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7" name="Arrow: Bent 76">
              <a:extLst>
                <a:ext uri="{FF2B5EF4-FFF2-40B4-BE49-F238E27FC236}">
                  <a16:creationId xmlns:a16="http://schemas.microsoft.com/office/drawing/2014/main" id="{E5E0C78A-0848-4C86-838C-B667ECE01E1F}"/>
                </a:ext>
              </a:extLst>
            </p:cNvPr>
            <p:cNvSpPr/>
            <p:nvPr/>
          </p:nvSpPr>
          <p:spPr bwMode="auto">
            <a:xfrm rot="5400000">
              <a:off x="4661716" y="2163798"/>
              <a:ext cx="290763" cy="529173"/>
            </a:xfrm>
            <a:custGeom>
              <a:avLst/>
              <a:gdLst>
                <a:gd name="connsiteX0" fmla="*/ 0 w 920098"/>
                <a:gd name="connsiteY0" fmla="*/ 0 h 1506443"/>
                <a:gd name="connsiteX1" fmla="*/ 920098 w 920098"/>
                <a:gd name="connsiteY1" fmla="*/ 0 h 1506443"/>
                <a:gd name="connsiteX2" fmla="*/ 920098 w 920098"/>
                <a:gd name="connsiteY2" fmla="*/ 1506443 h 1506443"/>
                <a:gd name="connsiteX3" fmla="*/ 0 w 920098"/>
                <a:gd name="connsiteY3" fmla="*/ 1506443 h 1506443"/>
                <a:gd name="connsiteX4" fmla="*/ 0 w 920098"/>
                <a:gd name="connsiteY4" fmla="*/ 0 h 1506443"/>
                <a:gd name="connsiteX0" fmla="*/ 920098 w 1011538"/>
                <a:gd name="connsiteY0" fmla="*/ 1506443 h 1597883"/>
                <a:gd name="connsiteX1" fmla="*/ 0 w 1011538"/>
                <a:gd name="connsiteY1" fmla="*/ 1506443 h 1597883"/>
                <a:gd name="connsiteX2" fmla="*/ 0 w 1011538"/>
                <a:gd name="connsiteY2" fmla="*/ 0 h 1597883"/>
                <a:gd name="connsiteX3" fmla="*/ 920098 w 1011538"/>
                <a:gd name="connsiteY3" fmla="*/ 0 h 1597883"/>
                <a:gd name="connsiteX4" fmla="*/ 1011538 w 1011538"/>
                <a:gd name="connsiteY4" fmla="*/ 1597883 h 1597883"/>
                <a:gd name="connsiteX0" fmla="*/ 0 w 1011538"/>
                <a:gd name="connsiteY0" fmla="*/ 1506443 h 1597883"/>
                <a:gd name="connsiteX1" fmla="*/ 0 w 1011538"/>
                <a:gd name="connsiteY1" fmla="*/ 0 h 1597883"/>
                <a:gd name="connsiteX2" fmla="*/ 920098 w 1011538"/>
                <a:gd name="connsiteY2" fmla="*/ 0 h 1597883"/>
                <a:gd name="connsiteX3" fmla="*/ 1011538 w 1011538"/>
                <a:gd name="connsiteY3" fmla="*/ 1597883 h 1597883"/>
                <a:gd name="connsiteX0" fmla="*/ 0 w 920098"/>
                <a:gd name="connsiteY0" fmla="*/ 1506443 h 1506443"/>
                <a:gd name="connsiteX1" fmla="*/ 0 w 920098"/>
                <a:gd name="connsiteY1" fmla="*/ 0 h 1506443"/>
                <a:gd name="connsiteX2" fmla="*/ 920098 w 920098"/>
                <a:gd name="connsiteY2" fmla="*/ 0 h 1506443"/>
              </a:gdLst>
              <a:ahLst/>
              <a:cxnLst>
                <a:cxn ang="0">
                  <a:pos x="connsiteX0" y="connsiteY0"/>
                </a:cxn>
                <a:cxn ang="0">
                  <a:pos x="connsiteX1" y="connsiteY1"/>
                </a:cxn>
                <a:cxn ang="0">
                  <a:pos x="connsiteX2" y="connsiteY2"/>
                </a:cxn>
              </a:cxnLst>
              <a:rect l="l" t="t" r="r" b="b"/>
              <a:pathLst>
                <a:path w="920098" h="1506443">
                  <a:moveTo>
                    <a:pt x="0" y="1506443"/>
                  </a:moveTo>
                  <a:lnTo>
                    <a:pt x="0" y="0"/>
                  </a:lnTo>
                  <a:lnTo>
                    <a:pt x="920098"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8" name="Rectangle 57">
              <a:extLst>
                <a:ext uri="{FF2B5EF4-FFF2-40B4-BE49-F238E27FC236}">
                  <a16:creationId xmlns:a16="http://schemas.microsoft.com/office/drawing/2014/main" id="{19721FB2-7138-4FCE-BBA9-4DD6AB59C018}"/>
                </a:ext>
              </a:extLst>
            </p:cNvPr>
            <p:cNvSpPr/>
            <p:nvPr/>
          </p:nvSpPr>
          <p:spPr bwMode="auto">
            <a:xfrm>
              <a:off x="4542512"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59" name="Rectangle 58">
              <a:extLst>
                <a:ext uri="{FF2B5EF4-FFF2-40B4-BE49-F238E27FC236}">
                  <a16:creationId xmlns:a16="http://schemas.microsoft.com/office/drawing/2014/main" id="{10A63D7B-2FDE-4DED-85FF-1EF546410461}"/>
                </a:ext>
              </a:extLst>
            </p:cNvPr>
            <p:cNvSpPr/>
            <p:nvPr/>
          </p:nvSpPr>
          <p:spPr bwMode="auto">
            <a:xfrm>
              <a:off x="4649998"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0" name="Rectangle 59">
              <a:extLst>
                <a:ext uri="{FF2B5EF4-FFF2-40B4-BE49-F238E27FC236}">
                  <a16:creationId xmlns:a16="http://schemas.microsoft.com/office/drawing/2014/main" id="{0CA2CD59-914C-452F-8365-6B24A01380A6}"/>
                </a:ext>
              </a:extLst>
            </p:cNvPr>
            <p:cNvSpPr/>
            <p:nvPr/>
          </p:nvSpPr>
          <p:spPr bwMode="auto">
            <a:xfrm>
              <a:off x="4762482"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1" name="Rectangle 60">
              <a:extLst>
                <a:ext uri="{FF2B5EF4-FFF2-40B4-BE49-F238E27FC236}">
                  <a16:creationId xmlns:a16="http://schemas.microsoft.com/office/drawing/2014/main" id="{85B8CF8B-0BBB-4641-A127-B04DA519EC34}"/>
                </a:ext>
              </a:extLst>
            </p:cNvPr>
            <p:cNvSpPr/>
            <p:nvPr/>
          </p:nvSpPr>
          <p:spPr bwMode="auto">
            <a:xfrm>
              <a:off x="4542512" y="2533001"/>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2" name="Rectangle 61">
              <a:extLst>
                <a:ext uri="{FF2B5EF4-FFF2-40B4-BE49-F238E27FC236}">
                  <a16:creationId xmlns:a16="http://schemas.microsoft.com/office/drawing/2014/main" id="{E6F0EF1F-3C23-4827-8577-ED04AEEBBDDC}"/>
                </a:ext>
              </a:extLst>
            </p:cNvPr>
            <p:cNvSpPr/>
            <p:nvPr/>
          </p:nvSpPr>
          <p:spPr bwMode="auto">
            <a:xfrm>
              <a:off x="4649998" y="253300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3" name="Rectangle 62">
              <a:extLst>
                <a:ext uri="{FF2B5EF4-FFF2-40B4-BE49-F238E27FC236}">
                  <a16:creationId xmlns:a16="http://schemas.microsoft.com/office/drawing/2014/main" id="{27221916-C3DF-4BE5-AA77-B270C9B42B12}"/>
                </a:ext>
              </a:extLst>
            </p:cNvPr>
            <p:cNvSpPr/>
            <p:nvPr/>
          </p:nvSpPr>
          <p:spPr bwMode="auto">
            <a:xfrm>
              <a:off x="4762482" y="253300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4" name="Rectangle 63">
              <a:extLst>
                <a:ext uri="{FF2B5EF4-FFF2-40B4-BE49-F238E27FC236}">
                  <a16:creationId xmlns:a16="http://schemas.microsoft.com/office/drawing/2014/main" id="{AB1DD898-F3FF-4481-9E22-5AD0FED8D3CC}"/>
                </a:ext>
              </a:extLst>
            </p:cNvPr>
            <p:cNvSpPr/>
            <p:nvPr/>
          </p:nvSpPr>
          <p:spPr bwMode="auto">
            <a:xfrm>
              <a:off x="4542512" y="2659361"/>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5" name="Rectangle 64">
              <a:extLst>
                <a:ext uri="{FF2B5EF4-FFF2-40B4-BE49-F238E27FC236}">
                  <a16:creationId xmlns:a16="http://schemas.microsoft.com/office/drawing/2014/main" id="{87D6CFD7-CF81-4435-8900-32F759AF4C79}"/>
                </a:ext>
              </a:extLst>
            </p:cNvPr>
            <p:cNvSpPr/>
            <p:nvPr/>
          </p:nvSpPr>
          <p:spPr bwMode="auto">
            <a:xfrm>
              <a:off x="4649998" y="265936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6" name="Rectangle 65">
              <a:extLst>
                <a:ext uri="{FF2B5EF4-FFF2-40B4-BE49-F238E27FC236}">
                  <a16:creationId xmlns:a16="http://schemas.microsoft.com/office/drawing/2014/main" id="{248284E4-608D-43F6-8E19-DA2183749DA1}"/>
                </a:ext>
              </a:extLst>
            </p:cNvPr>
            <p:cNvSpPr/>
            <p:nvPr/>
          </p:nvSpPr>
          <p:spPr bwMode="auto">
            <a:xfrm>
              <a:off x="4762482" y="265936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7" name="Rectangle 66">
              <a:extLst>
                <a:ext uri="{FF2B5EF4-FFF2-40B4-BE49-F238E27FC236}">
                  <a16:creationId xmlns:a16="http://schemas.microsoft.com/office/drawing/2014/main" id="{683342F8-83D2-4D1D-8B02-CF4BE6958AB3}"/>
                </a:ext>
              </a:extLst>
            </p:cNvPr>
            <p:cNvSpPr/>
            <p:nvPr/>
          </p:nvSpPr>
          <p:spPr bwMode="auto">
            <a:xfrm>
              <a:off x="4631082" y="2512568"/>
              <a:ext cx="224300" cy="252475"/>
            </a:xfrm>
            <a:prstGeom prst="rect">
              <a:avLst/>
            </a:prstGeom>
            <a:noFill/>
            <a:ln w="3175" cap="sq">
              <a:solidFill>
                <a:schemeClr val="accent2">
                  <a:lumMod val="75000"/>
                </a:schemeClr>
              </a:solidFill>
              <a:prstDash val="sysDash"/>
              <a:miter lim="800000"/>
              <a:headEnd/>
              <a:tailEnd/>
            </a:ln>
            <a:extLst>
              <a:ext uri="{909E8E84-426E-40DD-AFC4-6F175D3DCCD1}">
                <a14:hiddenFill xmlns:a14="http://schemas.microsoft.com/office/drawing/2010/main">
                  <a:noFill/>
                </a14:hiddenFill>
              </a:ext>
            </a:extLst>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cxnSp>
          <p:nvCxnSpPr>
            <p:cNvPr id="68" name="Straight Connector 67">
              <a:extLst>
                <a:ext uri="{FF2B5EF4-FFF2-40B4-BE49-F238E27FC236}">
                  <a16:creationId xmlns:a16="http://schemas.microsoft.com/office/drawing/2014/main" id="{51887851-B14E-45B1-9C85-DA7492F639D1}"/>
                </a:ext>
              </a:extLst>
            </p:cNvPr>
            <p:cNvCxnSpPr>
              <a:cxnSpLocks/>
              <a:stCxn id="65" idx="3"/>
              <a:endCxn id="66" idx="1"/>
            </p:cNvCxnSpPr>
            <p:nvPr/>
          </p:nvCxnSpPr>
          <p:spPr>
            <a:xfrm>
              <a:off x="4723793" y="2574570"/>
              <a:ext cx="35639" cy="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69" name="Straight Connector 68">
              <a:extLst>
                <a:ext uri="{FF2B5EF4-FFF2-40B4-BE49-F238E27FC236}">
                  <a16:creationId xmlns:a16="http://schemas.microsoft.com/office/drawing/2014/main" id="{22F4E327-FC3B-4CB2-917A-711D09A6178F}"/>
                </a:ext>
              </a:extLst>
            </p:cNvPr>
            <p:cNvCxnSpPr>
              <a:cxnSpLocks/>
              <a:stCxn id="68" idx="3"/>
              <a:endCxn id="69" idx="1"/>
            </p:cNvCxnSpPr>
            <p:nvPr/>
          </p:nvCxnSpPr>
          <p:spPr>
            <a:xfrm>
              <a:off x="4723793" y="2700933"/>
              <a:ext cx="35639" cy="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0" name="Straight Connector 69">
              <a:extLst>
                <a:ext uri="{FF2B5EF4-FFF2-40B4-BE49-F238E27FC236}">
                  <a16:creationId xmlns:a16="http://schemas.microsoft.com/office/drawing/2014/main" id="{E84B0F77-79C8-45D8-897A-C9C9A191B9D6}"/>
                </a:ext>
              </a:extLst>
            </p:cNvPr>
            <p:cNvCxnSpPr>
              <a:cxnSpLocks/>
              <a:stCxn id="65" idx="2"/>
              <a:endCxn id="68" idx="0"/>
            </p:cNvCxnSpPr>
            <p:nvPr/>
          </p:nvCxnSpPr>
          <p:spPr>
            <a:xfrm>
              <a:off x="4686894" y="2616144"/>
              <a:ext cx="0" cy="43216"/>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1" name="Straight Connector 70">
              <a:extLst>
                <a:ext uri="{FF2B5EF4-FFF2-40B4-BE49-F238E27FC236}">
                  <a16:creationId xmlns:a16="http://schemas.microsoft.com/office/drawing/2014/main" id="{312389F5-1C4E-430D-B2A9-B28E01258D3E}"/>
                </a:ext>
              </a:extLst>
            </p:cNvPr>
            <p:cNvCxnSpPr>
              <a:cxnSpLocks/>
            </p:cNvCxnSpPr>
            <p:nvPr/>
          </p:nvCxnSpPr>
          <p:spPr>
            <a:xfrm>
              <a:off x="4799379" y="2616144"/>
              <a:ext cx="0" cy="43216"/>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2" name="Straight Connector 71">
              <a:extLst>
                <a:ext uri="{FF2B5EF4-FFF2-40B4-BE49-F238E27FC236}">
                  <a16:creationId xmlns:a16="http://schemas.microsoft.com/office/drawing/2014/main" id="{2C012619-946A-4E06-B449-A2C8D2D4E1B5}"/>
                </a:ext>
              </a:extLst>
            </p:cNvPr>
            <p:cNvCxnSpPr>
              <a:cxnSpLocks/>
            </p:cNvCxnSpPr>
            <p:nvPr/>
          </p:nvCxnSpPr>
          <p:spPr>
            <a:xfrm flipH="1">
              <a:off x="4709015" y="2592285"/>
              <a:ext cx="75588" cy="8479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grpSp>
          <p:nvGrpSpPr>
            <p:cNvPr id="73" name="Group 4">
              <a:extLst>
                <a:ext uri="{FF2B5EF4-FFF2-40B4-BE49-F238E27FC236}">
                  <a16:creationId xmlns:a16="http://schemas.microsoft.com/office/drawing/2014/main" id="{395A33EB-9808-443D-9F91-1A249A808D4D}"/>
                </a:ext>
              </a:extLst>
            </p:cNvPr>
            <p:cNvGrpSpPr>
              <a:grpSpLocks noChangeAspect="1"/>
            </p:cNvGrpSpPr>
            <p:nvPr/>
          </p:nvGrpSpPr>
          <p:grpSpPr bwMode="auto">
            <a:xfrm>
              <a:off x="4987026" y="2624845"/>
              <a:ext cx="185277" cy="280416"/>
              <a:chOff x="1057" y="999"/>
              <a:chExt cx="225" cy="312"/>
            </a:xfrm>
            <a:solidFill>
              <a:srgbClr val="0078D4"/>
            </a:solidFill>
          </p:grpSpPr>
          <p:sp>
            <p:nvSpPr>
              <p:cNvPr id="91" name="Oval 5">
                <a:extLst>
                  <a:ext uri="{FF2B5EF4-FFF2-40B4-BE49-F238E27FC236}">
                    <a16:creationId xmlns:a16="http://schemas.microsoft.com/office/drawing/2014/main" id="{615B87A2-F85D-4301-A5E2-4F0838D026BE}"/>
                  </a:ext>
                </a:extLst>
              </p:cNvPr>
              <p:cNvSpPr>
                <a:spLocks noChangeArrowheads="1"/>
              </p:cNvSpPr>
              <p:nvPr/>
            </p:nvSpPr>
            <p:spPr bwMode="auto">
              <a:xfrm>
                <a:off x="1057" y="999"/>
                <a:ext cx="225" cy="224"/>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2" name="Freeform 6">
                <a:extLst>
                  <a:ext uri="{FF2B5EF4-FFF2-40B4-BE49-F238E27FC236}">
                    <a16:creationId xmlns:a16="http://schemas.microsoft.com/office/drawing/2014/main" id="{7EB3038B-1E67-40EC-829F-B5DF5E9776EF}"/>
                  </a:ext>
                </a:extLst>
              </p:cNvPr>
              <p:cNvSpPr>
                <a:spLocks/>
              </p:cNvSpPr>
              <p:nvPr/>
            </p:nvSpPr>
            <p:spPr bwMode="auto">
              <a:xfrm>
                <a:off x="1121" y="1282"/>
                <a:ext cx="97" cy="29"/>
              </a:xfrm>
              <a:custGeom>
                <a:avLst/>
                <a:gdLst>
                  <a:gd name="T0" fmla="*/ 362 w 426"/>
                  <a:gd name="T1" fmla="*/ 128 h 128"/>
                  <a:gd name="T2" fmla="*/ 64 w 426"/>
                  <a:gd name="T3" fmla="*/ 128 h 128"/>
                  <a:gd name="T4" fmla="*/ 0 w 426"/>
                  <a:gd name="T5" fmla="*/ 64 h 128"/>
                  <a:gd name="T6" fmla="*/ 0 w 426"/>
                  <a:gd name="T7" fmla="*/ 64 h 128"/>
                  <a:gd name="T8" fmla="*/ 64 w 426"/>
                  <a:gd name="T9" fmla="*/ 0 h 128"/>
                  <a:gd name="T10" fmla="*/ 362 w 426"/>
                  <a:gd name="T11" fmla="*/ 0 h 128"/>
                  <a:gd name="T12" fmla="*/ 426 w 426"/>
                  <a:gd name="T13" fmla="*/ 64 h 128"/>
                  <a:gd name="T14" fmla="*/ 426 w 426"/>
                  <a:gd name="T15" fmla="*/ 64 h 128"/>
                  <a:gd name="T16" fmla="*/ 362 w 426"/>
                  <a:gd name="T1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28">
                    <a:moveTo>
                      <a:pt x="362" y="128"/>
                    </a:moveTo>
                    <a:cubicBezTo>
                      <a:pt x="64" y="128"/>
                      <a:pt x="64" y="128"/>
                      <a:pt x="64" y="128"/>
                    </a:cubicBezTo>
                    <a:cubicBezTo>
                      <a:pt x="28" y="128"/>
                      <a:pt x="0" y="99"/>
                      <a:pt x="0" y="64"/>
                    </a:cubicBezTo>
                    <a:cubicBezTo>
                      <a:pt x="0" y="64"/>
                      <a:pt x="0" y="64"/>
                      <a:pt x="0" y="64"/>
                    </a:cubicBezTo>
                    <a:cubicBezTo>
                      <a:pt x="0" y="29"/>
                      <a:pt x="28" y="0"/>
                      <a:pt x="64" y="0"/>
                    </a:cubicBezTo>
                    <a:cubicBezTo>
                      <a:pt x="362" y="0"/>
                      <a:pt x="362" y="0"/>
                      <a:pt x="362" y="0"/>
                    </a:cubicBezTo>
                    <a:cubicBezTo>
                      <a:pt x="398" y="0"/>
                      <a:pt x="426" y="29"/>
                      <a:pt x="426" y="64"/>
                    </a:cubicBezTo>
                    <a:cubicBezTo>
                      <a:pt x="426" y="64"/>
                      <a:pt x="426" y="64"/>
                      <a:pt x="426" y="64"/>
                    </a:cubicBezTo>
                    <a:cubicBezTo>
                      <a:pt x="426" y="99"/>
                      <a:pt x="398" y="128"/>
                      <a:pt x="362" y="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3" name="Freeform 7">
                <a:extLst>
                  <a:ext uri="{FF2B5EF4-FFF2-40B4-BE49-F238E27FC236}">
                    <a16:creationId xmlns:a16="http://schemas.microsoft.com/office/drawing/2014/main" id="{BA099CE9-A374-4911-8936-49A8EBAF8D61}"/>
                  </a:ext>
                </a:extLst>
              </p:cNvPr>
              <p:cNvSpPr>
                <a:spLocks/>
              </p:cNvSpPr>
              <p:nvPr/>
            </p:nvSpPr>
            <p:spPr bwMode="auto">
              <a:xfrm>
                <a:off x="1121" y="1243"/>
                <a:ext cx="97" cy="29"/>
              </a:xfrm>
              <a:custGeom>
                <a:avLst/>
                <a:gdLst>
                  <a:gd name="T0" fmla="*/ 362 w 426"/>
                  <a:gd name="T1" fmla="*/ 128 h 128"/>
                  <a:gd name="T2" fmla="*/ 64 w 426"/>
                  <a:gd name="T3" fmla="*/ 128 h 128"/>
                  <a:gd name="T4" fmla="*/ 0 w 426"/>
                  <a:gd name="T5" fmla="*/ 64 h 128"/>
                  <a:gd name="T6" fmla="*/ 0 w 426"/>
                  <a:gd name="T7" fmla="*/ 64 h 128"/>
                  <a:gd name="T8" fmla="*/ 64 w 426"/>
                  <a:gd name="T9" fmla="*/ 0 h 128"/>
                  <a:gd name="T10" fmla="*/ 362 w 426"/>
                  <a:gd name="T11" fmla="*/ 0 h 128"/>
                  <a:gd name="T12" fmla="*/ 426 w 426"/>
                  <a:gd name="T13" fmla="*/ 64 h 128"/>
                  <a:gd name="T14" fmla="*/ 426 w 426"/>
                  <a:gd name="T15" fmla="*/ 64 h 128"/>
                  <a:gd name="T16" fmla="*/ 362 w 426"/>
                  <a:gd name="T1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28">
                    <a:moveTo>
                      <a:pt x="362" y="128"/>
                    </a:moveTo>
                    <a:cubicBezTo>
                      <a:pt x="64" y="128"/>
                      <a:pt x="64" y="128"/>
                      <a:pt x="64" y="128"/>
                    </a:cubicBezTo>
                    <a:cubicBezTo>
                      <a:pt x="28" y="128"/>
                      <a:pt x="0" y="100"/>
                      <a:pt x="0" y="64"/>
                    </a:cubicBezTo>
                    <a:cubicBezTo>
                      <a:pt x="0" y="64"/>
                      <a:pt x="0" y="64"/>
                      <a:pt x="0" y="64"/>
                    </a:cubicBezTo>
                    <a:cubicBezTo>
                      <a:pt x="0" y="29"/>
                      <a:pt x="28" y="0"/>
                      <a:pt x="64" y="0"/>
                    </a:cubicBezTo>
                    <a:cubicBezTo>
                      <a:pt x="362" y="0"/>
                      <a:pt x="362" y="0"/>
                      <a:pt x="362" y="0"/>
                    </a:cubicBezTo>
                    <a:cubicBezTo>
                      <a:pt x="398" y="0"/>
                      <a:pt x="426" y="29"/>
                      <a:pt x="426" y="64"/>
                    </a:cubicBezTo>
                    <a:cubicBezTo>
                      <a:pt x="426" y="64"/>
                      <a:pt x="426" y="64"/>
                      <a:pt x="426" y="64"/>
                    </a:cubicBezTo>
                    <a:cubicBezTo>
                      <a:pt x="426" y="100"/>
                      <a:pt x="398" y="128"/>
                      <a:pt x="362" y="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4" name="Freeform 8">
                <a:extLst>
                  <a:ext uri="{FF2B5EF4-FFF2-40B4-BE49-F238E27FC236}">
                    <a16:creationId xmlns:a16="http://schemas.microsoft.com/office/drawing/2014/main" id="{70A51006-036C-4A3F-9C95-359EDF0842C3}"/>
                  </a:ext>
                </a:extLst>
              </p:cNvPr>
              <p:cNvSpPr>
                <a:spLocks/>
              </p:cNvSpPr>
              <p:nvPr/>
            </p:nvSpPr>
            <p:spPr bwMode="auto">
              <a:xfrm>
                <a:off x="1121" y="1194"/>
                <a:ext cx="97" cy="39"/>
              </a:xfrm>
              <a:custGeom>
                <a:avLst/>
                <a:gdLst>
                  <a:gd name="T0" fmla="*/ 341 w 426"/>
                  <a:gd name="T1" fmla="*/ 171 h 171"/>
                  <a:gd name="T2" fmla="*/ 85 w 426"/>
                  <a:gd name="T3" fmla="*/ 171 h 171"/>
                  <a:gd name="T4" fmla="*/ 0 w 426"/>
                  <a:gd name="T5" fmla="*/ 85 h 171"/>
                  <a:gd name="T6" fmla="*/ 0 w 426"/>
                  <a:gd name="T7" fmla="*/ 85 h 171"/>
                  <a:gd name="T8" fmla="*/ 85 w 426"/>
                  <a:gd name="T9" fmla="*/ 0 h 171"/>
                  <a:gd name="T10" fmla="*/ 341 w 426"/>
                  <a:gd name="T11" fmla="*/ 0 h 171"/>
                  <a:gd name="T12" fmla="*/ 426 w 426"/>
                  <a:gd name="T13" fmla="*/ 85 h 171"/>
                  <a:gd name="T14" fmla="*/ 426 w 426"/>
                  <a:gd name="T15" fmla="*/ 85 h 171"/>
                  <a:gd name="T16" fmla="*/ 341 w 426"/>
                  <a:gd name="T17" fmla="*/ 17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71">
                    <a:moveTo>
                      <a:pt x="341" y="171"/>
                    </a:moveTo>
                    <a:cubicBezTo>
                      <a:pt x="85" y="171"/>
                      <a:pt x="85" y="171"/>
                      <a:pt x="85" y="171"/>
                    </a:cubicBezTo>
                    <a:cubicBezTo>
                      <a:pt x="38" y="171"/>
                      <a:pt x="0" y="133"/>
                      <a:pt x="0" y="85"/>
                    </a:cubicBezTo>
                    <a:cubicBezTo>
                      <a:pt x="0" y="85"/>
                      <a:pt x="0" y="85"/>
                      <a:pt x="0" y="85"/>
                    </a:cubicBezTo>
                    <a:cubicBezTo>
                      <a:pt x="0" y="38"/>
                      <a:pt x="38" y="0"/>
                      <a:pt x="85" y="0"/>
                    </a:cubicBezTo>
                    <a:cubicBezTo>
                      <a:pt x="341" y="0"/>
                      <a:pt x="341" y="0"/>
                      <a:pt x="341" y="0"/>
                    </a:cubicBezTo>
                    <a:cubicBezTo>
                      <a:pt x="388" y="0"/>
                      <a:pt x="426" y="38"/>
                      <a:pt x="426" y="85"/>
                    </a:cubicBezTo>
                    <a:cubicBezTo>
                      <a:pt x="426" y="85"/>
                      <a:pt x="426" y="85"/>
                      <a:pt x="426" y="85"/>
                    </a:cubicBezTo>
                    <a:cubicBezTo>
                      <a:pt x="426" y="133"/>
                      <a:pt x="388" y="171"/>
                      <a:pt x="341" y="17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grpSp>
          <p:nvGrpSpPr>
            <p:cNvPr id="74" name="Group 96">
              <a:extLst>
                <a:ext uri="{FF2B5EF4-FFF2-40B4-BE49-F238E27FC236}">
                  <a16:creationId xmlns:a16="http://schemas.microsoft.com/office/drawing/2014/main" id="{FE094829-C44C-417E-8938-638BF4CA9EE2}"/>
                </a:ext>
              </a:extLst>
            </p:cNvPr>
            <p:cNvGrpSpPr>
              <a:grpSpLocks noChangeAspect="1"/>
            </p:cNvGrpSpPr>
            <p:nvPr/>
          </p:nvGrpSpPr>
          <p:grpSpPr bwMode="auto">
            <a:xfrm>
              <a:off x="4262868" y="2183779"/>
              <a:ext cx="270894" cy="276711"/>
              <a:chOff x="2208" y="2791"/>
              <a:chExt cx="312" cy="292"/>
            </a:xfrm>
          </p:grpSpPr>
          <p:sp>
            <p:nvSpPr>
              <p:cNvPr id="75" name="Rectangle 98">
                <a:extLst>
                  <a:ext uri="{FF2B5EF4-FFF2-40B4-BE49-F238E27FC236}">
                    <a16:creationId xmlns:a16="http://schemas.microsoft.com/office/drawing/2014/main" id="{55B0D739-9E35-49C9-80A1-D25B2653A9EF}"/>
                  </a:ext>
                </a:extLst>
              </p:cNvPr>
              <p:cNvSpPr>
                <a:spLocks noChangeArrowheads="1"/>
              </p:cNvSpPr>
              <p:nvPr/>
            </p:nvSpPr>
            <p:spPr bwMode="auto">
              <a:xfrm>
                <a:off x="2208" y="2791"/>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6" name="Rectangle 99">
                <a:extLst>
                  <a:ext uri="{FF2B5EF4-FFF2-40B4-BE49-F238E27FC236}">
                    <a16:creationId xmlns:a16="http://schemas.microsoft.com/office/drawing/2014/main" id="{4E4CD28B-0E06-4298-97D4-C06DBEBD455D}"/>
                  </a:ext>
                </a:extLst>
              </p:cNvPr>
              <p:cNvSpPr>
                <a:spLocks noChangeArrowheads="1"/>
              </p:cNvSpPr>
              <p:nvPr/>
            </p:nvSpPr>
            <p:spPr bwMode="auto">
              <a:xfrm>
                <a:off x="2208" y="2869"/>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7" name="Rectangle 100">
                <a:extLst>
                  <a:ext uri="{FF2B5EF4-FFF2-40B4-BE49-F238E27FC236}">
                    <a16:creationId xmlns:a16="http://schemas.microsoft.com/office/drawing/2014/main" id="{C13A6990-43F7-4A53-89C8-130B95FA52D9}"/>
                  </a:ext>
                </a:extLst>
              </p:cNvPr>
              <p:cNvSpPr>
                <a:spLocks noChangeArrowheads="1"/>
              </p:cNvSpPr>
              <p:nvPr/>
            </p:nvSpPr>
            <p:spPr bwMode="auto">
              <a:xfrm>
                <a:off x="2208" y="2947"/>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8" name="Rectangle 101">
                <a:extLst>
                  <a:ext uri="{FF2B5EF4-FFF2-40B4-BE49-F238E27FC236}">
                    <a16:creationId xmlns:a16="http://schemas.microsoft.com/office/drawing/2014/main" id="{2E4600EE-2E9E-4695-A5FB-35994ACB1816}"/>
                  </a:ext>
                </a:extLst>
              </p:cNvPr>
              <p:cNvSpPr>
                <a:spLocks noChangeArrowheads="1"/>
              </p:cNvSpPr>
              <p:nvPr/>
            </p:nvSpPr>
            <p:spPr bwMode="auto">
              <a:xfrm>
                <a:off x="2208" y="3025"/>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9" name="Oval 102">
                <a:extLst>
                  <a:ext uri="{FF2B5EF4-FFF2-40B4-BE49-F238E27FC236}">
                    <a16:creationId xmlns:a16="http://schemas.microsoft.com/office/drawing/2014/main" id="{4A9E4340-0555-4B88-AEC9-1E14BC5B1211}"/>
                  </a:ext>
                </a:extLst>
              </p:cNvPr>
              <p:cNvSpPr>
                <a:spLocks noChangeArrowheads="1"/>
              </p:cNvSpPr>
              <p:nvPr/>
            </p:nvSpPr>
            <p:spPr bwMode="auto">
              <a:xfrm>
                <a:off x="2227" y="3040"/>
                <a:ext cx="30" cy="29"/>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0" name="Oval 103">
                <a:extLst>
                  <a:ext uri="{FF2B5EF4-FFF2-40B4-BE49-F238E27FC236}">
                    <a16:creationId xmlns:a16="http://schemas.microsoft.com/office/drawing/2014/main" id="{76A5DFD4-457A-4EAC-A62C-62F1F40CB9A7}"/>
                  </a:ext>
                </a:extLst>
              </p:cNvPr>
              <p:cNvSpPr>
                <a:spLocks noChangeArrowheads="1"/>
              </p:cNvSpPr>
              <p:nvPr/>
            </p:nvSpPr>
            <p:spPr bwMode="auto">
              <a:xfrm>
                <a:off x="2271" y="3040"/>
                <a:ext cx="30" cy="29"/>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1" name="Oval 104">
                <a:extLst>
                  <a:ext uri="{FF2B5EF4-FFF2-40B4-BE49-F238E27FC236}">
                    <a16:creationId xmlns:a16="http://schemas.microsoft.com/office/drawing/2014/main" id="{53F5A1D5-4F35-455D-B23A-ACB9A23A1A4E}"/>
                  </a:ext>
                </a:extLst>
              </p:cNvPr>
              <p:cNvSpPr>
                <a:spLocks noChangeArrowheads="1"/>
              </p:cNvSpPr>
              <p:nvPr/>
            </p:nvSpPr>
            <p:spPr bwMode="auto">
              <a:xfrm>
                <a:off x="2315" y="3040"/>
                <a:ext cx="29" cy="2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2" name="Oval 105">
                <a:extLst>
                  <a:ext uri="{FF2B5EF4-FFF2-40B4-BE49-F238E27FC236}">
                    <a16:creationId xmlns:a16="http://schemas.microsoft.com/office/drawing/2014/main" id="{04A95074-6193-41D9-A6E7-4D43A4AEFB71}"/>
                  </a:ext>
                </a:extLst>
              </p:cNvPr>
              <p:cNvSpPr>
                <a:spLocks noChangeArrowheads="1"/>
              </p:cNvSpPr>
              <p:nvPr/>
            </p:nvSpPr>
            <p:spPr bwMode="auto">
              <a:xfrm>
                <a:off x="2227" y="2961"/>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3" name="Oval 106">
                <a:extLst>
                  <a:ext uri="{FF2B5EF4-FFF2-40B4-BE49-F238E27FC236}">
                    <a16:creationId xmlns:a16="http://schemas.microsoft.com/office/drawing/2014/main" id="{DF8D2B3E-E600-413A-967E-CB6D7D9DE4EF}"/>
                  </a:ext>
                </a:extLst>
              </p:cNvPr>
              <p:cNvSpPr>
                <a:spLocks noChangeArrowheads="1"/>
              </p:cNvSpPr>
              <p:nvPr/>
            </p:nvSpPr>
            <p:spPr bwMode="auto">
              <a:xfrm>
                <a:off x="2271" y="2961"/>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4" name="Oval 107">
                <a:extLst>
                  <a:ext uri="{FF2B5EF4-FFF2-40B4-BE49-F238E27FC236}">
                    <a16:creationId xmlns:a16="http://schemas.microsoft.com/office/drawing/2014/main" id="{3EB033C7-8D9E-462F-887D-2561B93C91F2}"/>
                  </a:ext>
                </a:extLst>
              </p:cNvPr>
              <p:cNvSpPr>
                <a:spLocks noChangeArrowheads="1"/>
              </p:cNvSpPr>
              <p:nvPr/>
            </p:nvSpPr>
            <p:spPr bwMode="auto">
              <a:xfrm>
                <a:off x="2315" y="2961"/>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5" name="Oval 108">
                <a:extLst>
                  <a:ext uri="{FF2B5EF4-FFF2-40B4-BE49-F238E27FC236}">
                    <a16:creationId xmlns:a16="http://schemas.microsoft.com/office/drawing/2014/main" id="{A703B681-65F4-4FFB-98C0-274C808438D1}"/>
                  </a:ext>
                </a:extLst>
              </p:cNvPr>
              <p:cNvSpPr>
                <a:spLocks noChangeArrowheads="1"/>
              </p:cNvSpPr>
              <p:nvPr/>
            </p:nvSpPr>
            <p:spPr bwMode="auto">
              <a:xfrm>
                <a:off x="2227" y="2883"/>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6" name="Oval 109">
                <a:extLst>
                  <a:ext uri="{FF2B5EF4-FFF2-40B4-BE49-F238E27FC236}">
                    <a16:creationId xmlns:a16="http://schemas.microsoft.com/office/drawing/2014/main" id="{2D4178C4-55E9-41A0-91B9-6658C5D00E60}"/>
                  </a:ext>
                </a:extLst>
              </p:cNvPr>
              <p:cNvSpPr>
                <a:spLocks noChangeArrowheads="1"/>
              </p:cNvSpPr>
              <p:nvPr/>
            </p:nvSpPr>
            <p:spPr bwMode="auto">
              <a:xfrm>
                <a:off x="2271" y="2883"/>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7" name="Oval 110">
                <a:extLst>
                  <a:ext uri="{FF2B5EF4-FFF2-40B4-BE49-F238E27FC236}">
                    <a16:creationId xmlns:a16="http://schemas.microsoft.com/office/drawing/2014/main" id="{75332090-6C13-4D7F-B6E5-5002AF41BE04}"/>
                  </a:ext>
                </a:extLst>
              </p:cNvPr>
              <p:cNvSpPr>
                <a:spLocks noChangeArrowheads="1"/>
              </p:cNvSpPr>
              <p:nvPr/>
            </p:nvSpPr>
            <p:spPr bwMode="auto">
              <a:xfrm>
                <a:off x="2315" y="2883"/>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8" name="Oval 111">
                <a:extLst>
                  <a:ext uri="{FF2B5EF4-FFF2-40B4-BE49-F238E27FC236}">
                    <a16:creationId xmlns:a16="http://schemas.microsoft.com/office/drawing/2014/main" id="{B31DA10D-05D0-4340-838A-69F4CE631E5C}"/>
                  </a:ext>
                </a:extLst>
              </p:cNvPr>
              <p:cNvSpPr>
                <a:spLocks noChangeArrowheads="1"/>
              </p:cNvSpPr>
              <p:nvPr/>
            </p:nvSpPr>
            <p:spPr bwMode="auto">
              <a:xfrm>
                <a:off x="2227" y="2805"/>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9" name="Oval 112">
                <a:extLst>
                  <a:ext uri="{FF2B5EF4-FFF2-40B4-BE49-F238E27FC236}">
                    <a16:creationId xmlns:a16="http://schemas.microsoft.com/office/drawing/2014/main" id="{178E97C9-25A9-4FE0-9943-2D208A521506}"/>
                  </a:ext>
                </a:extLst>
              </p:cNvPr>
              <p:cNvSpPr>
                <a:spLocks noChangeArrowheads="1"/>
              </p:cNvSpPr>
              <p:nvPr/>
            </p:nvSpPr>
            <p:spPr bwMode="auto">
              <a:xfrm>
                <a:off x="2271" y="2805"/>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0" name="Oval 113">
                <a:extLst>
                  <a:ext uri="{FF2B5EF4-FFF2-40B4-BE49-F238E27FC236}">
                    <a16:creationId xmlns:a16="http://schemas.microsoft.com/office/drawing/2014/main" id="{FF0262A4-2EBD-4001-B4AF-073542013F7F}"/>
                  </a:ext>
                </a:extLst>
              </p:cNvPr>
              <p:cNvSpPr>
                <a:spLocks noChangeArrowheads="1"/>
              </p:cNvSpPr>
              <p:nvPr/>
            </p:nvSpPr>
            <p:spPr bwMode="auto">
              <a:xfrm>
                <a:off x="2315" y="2805"/>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grpSp>
      <p:pic>
        <p:nvPicPr>
          <p:cNvPr id="97" name="Picture 96">
            <a:extLst>
              <a:ext uri="{FF2B5EF4-FFF2-40B4-BE49-F238E27FC236}">
                <a16:creationId xmlns:a16="http://schemas.microsoft.com/office/drawing/2014/main" id="{149533A0-F5EF-4802-AFBD-E1CD5956CF08}"/>
              </a:ext>
            </a:extLst>
          </p:cNvPr>
          <p:cNvPicPr>
            <a:picLocks noChangeAspect="1"/>
          </p:cNvPicPr>
          <p:nvPr userDrawn="1"/>
        </p:nvPicPr>
        <p:blipFill>
          <a:blip r:embed="rId2"/>
          <a:stretch>
            <a:fillRect/>
          </a:stretch>
        </p:blipFill>
        <p:spPr>
          <a:xfrm>
            <a:off x="1530608" y="2932172"/>
            <a:ext cx="750971" cy="750971"/>
          </a:xfrm>
          <a:prstGeom prst="rect">
            <a:avLst/>
          </a:prstGeom>
        </p:spPr>
      </p:pic>
      <p:pic>
        <p:nvPicPr>
          <p:cNvPr id="7" name="MS logo white - EMF" descr="Microsoft logo white text version">
            <a:extLst>
              <a:ext uri="{FF2B5EF4-FFF2-40B4-BE49-F238E27FC236}">
                <a16:creationId xmlns:a16="http://schemas.microsoft.com/office/drawing/2014/main" id="{4FEECCAC-0723-BE77-2780-C0C6DE673474}"/>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895008332"/>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guide id="31" orient="horz" pos="2160">
          <p15:clr>
            <a:srgbClr val="FBAE40"/>
          </p15:clr>
        </p15:guide>
        <p15:guide id="32" pos="3840">
          <p15:clr>
            <a:srgbClr val="FBAE40"/>
          </p15:clr>
        </p15:guide>
      </p15:sldGuideLst>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ED0B55-BEE6-44FE-A0B2-59B9E157D92F}"/>
              </a:ext>
            </a:extLst>
          </p:cNvPr>
          <p:cNvSpPr/>
          <p:nvPr userDrawn="1"/>
        </p:nvSpPr>
        <p:spPr>
          <a:xfrm>
            <a:off x="6239619" y="2645549"/>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4" name="Rectangle 3">
            <a:extLst>
              <a:ext uri="{FF2B5EF4-FFF2-40B4-BE49-F238E27FC236}">
                <a16:creationId xmlns:a16="http://schemas.microsoft.com/office/drawing/2014/main" id="{9F5FE248-E008-4D5B-B496-4C16DD3B73C1}"/>
              </a:ext>
            </a:extLst>
          </p:cNvPr>
          <p:cNvSpPr/>
          <p:nvPr userDrawn="1"/>
        </p:nvSpPr>
        <p:spPr>
          <a:xfrm>
            <a:off x="625933" y="264296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5" name="Rectangle 4">
            <a:extLst>
              <a:ext uri="{FF2B5EF4-FFF2-40B4-BE49-F238E27FC236}">
                <a16:creationId xmlns:a16="http://schemas.microsoft.com/office/drawing/2014/main" id="{75633F4A-4D31-437B-9F1A-75AC415749C1}"/>
              </a:ext>
            </a:extLst>
          </p:cNvPr>
          <p:cNvSpPr/>
          <p:nvPr userDrawn="1"/>
        </p:nvSpPr>
        <p:spPr>
          <a:xfrm>
            <a:off x="3432776" y="264679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6" name="Rectangle 5">
            <a:extLst>
              <a:ext uri="{FF2B5EF4-FFF2-40B4-BE49-F238E27FC236}">
                <a16:creationId xmlns:a16="http://schemas.microsoft.com/office/drawing/2014/main" id="{606C4D1A-77C5-4349-ACF2-F07969E17BEA}"/>
              </a:ext>
            </a:extLst>
          </p:cNvPr>
          <p:cNvSpPr/>
          <p:nvPr userDrawn="1"/>
        </p:nvSpPr>
        <p:spPr>
          <a:xfrm>
            <a:off x="9046463" y="264296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12" name="Text Placeholder 3">
            <a:extLst>
              <a:ext uri="{FF2B5EF4-FFF2-40B4-BE49-F238E27FC236}">
                <a16:creationId xmlns:a16="http://schemas.microsoft.com/office/drawing/2014/main" id="{CFF3042A-522F-4C25-8B66-C0EB7FED3989}"/>
              </a:ext>
            </a:extLst>
          </p:cNvPr>
          <p:cNvSpPr>
            <a:spLocks noGrp="1"/>
          </p:cNvSpPr>
          <p:nvPr>
            <p:ph type="body" sz="quarter" idx="17"/>
          </p:nvPr>
        </p:nvSpPr>
        <p:spPr>
          <a:xfrm>
            <a:off x="3569936"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3" name="Text Placeholder 3">
            <a:extLst>
              <a:ext uri="{FF2B5EF4-FFF2-40B4-BE49-F238E27FC236}">
                <a16:creationId xmlns:a16="http://schemas.microsoft.com/office/drawing/2014/main" id="{6611A15A-0519-4A60-90A1-E95F5CF60D96}"/>
              </a:ext>
            </a:extLst>
          </p:cNvPr>
          <p:cNvSpPr>
            <a:spLocks noGrp="1"/>
          </p:cNvSpPr>
          <p:nvPr>
            <p:ph type="body" sz="quarter" idx="18"/>
          </p:nvPr>
        </p:nvSpPr>
        <p:spPr>
          <a:xfrm>
            <a:off x="6376779"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4" name="Text Placeholder 3">
            <a:extLst>
              <a:ext uri="{FF2B5EF4-FFF2-40B4-BE49-F238E27FC236}">
                <a16:creationId xmlns:a16="http://schemas.microsoft.com/office/drawing/2014/main" id="{5415B8D4-14BD-43DC-957C-578C933ED210}"/>
              </a:ext>
            </a:extLst>
          </p:cNvPr>
          <p:cNvSpPr>
            <a:spLocks noGrp="1"/>
          </p:cNvSpPr>
          <p:nvPr>
            <p:ph type="body" sz="quarter" idx="19"/>
          </p:nvPr>
        </p:nvSpPr>
        <p:spPr>
          <a:xfrm>
            <a:off x="9183623"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2" name="Title 1">
            <a:extLst>
              <a:ext uri="{FF2B5EF4-FFF2-40B4-BE49-F238E27FC236}">
                <a16:creationId xmlns:a16="http://schemas.microsoft.com/office/drawing/2014/main" id="{FABE8937-081E-4F89-A6B4-662049ED496D}"/>
              </a:ext>
            </a:extLst>
          </p:cNvPr>
          <p:cNvSpPr>
            <a:spLocks noGrp="1"/>
          </p:cNvSpPr>
          <p:nvPr>
            <p:ph type="title"/>
          </p:nvPr>
        </p:nvSpPr>
        <p:spPr/>
        <p:txBody>
          <a:bodyPr/>
          <a:lstStyle/>
          <a:p>
            <a:r>
              <a:rPr lang="en-US"/>
              <a:t>Click to edit Master title style</a:t>
            </a:r>
          </a:p>
        </p:txBody>
      </p:sp>
      <p:sp>
        <p:nvSpPr>
          <p:cNvPr id="17" name="Text Placeholder 16">
            <a:extLst>
              <a:ext uri="{FF2B5EF4-FFF2-40B4-BE49-F238E27FC236}">
                <a16:creationId xmlns:a16="http://schemas.microsoft.com/office/drawing/2014/main" id="{411AD21C-81F9-4999-B2C4-D518EF263794}"/>
              </a:ext>
            </a:extLst>
          </p:cNvPr>
          <p:cNvSpPr>
            <a:spLocks noGrp="1"/>
          </p:cNvSpPr>
          <p:nvPr>
            <p:ph type="body" sz="quarter" idx="20"/>
          </p:nvPr>
        </p:nvSpPr>
        <p:spPr>
          <a:xfrm>
            <a:off x="769443" y="4268570"/>
            <a:ext cx="2273300" cy="812530"/>
          </a:xfrm>
        </p:spPr>
        <p:txBody>
          <a:bodyPr/>
          <a:lstStyle>
            <a:lvl1pPr algn="ctr">
              <a:defRPr sz="1800">
                <a:solidFill>
                  <a:schemeClr val="accent2"/>
                </a:solidFill>
              </a:defRPr>
            </a:lvl1pPr>
            <a:lvl2pPr algn="ctr">
              <a:defRPr sz="1400">
                <a:solidFill>
                  <a:schemeClr val="accent2"/>
                </a:solidFill>
              </a:defRPr>
            </a:lvl2pPr>
            <a:lvl3pPr>
              <a:defRPr sz="1100">
                <a:solidFill>
                  <a:schemeClr val="accent2"/>
                </a:solidFill>
              </a:defRPr>
            </a:lvl3pPr>
            <a:lvl4pPr>
              <a:defRPr sz="1050">
                <a:solidFill>
                  <a:schemeClr val="accent2"/>
                </a:solidFill>
              </a:defRPr>
            </a:lvl4pPr>
            <a:lvl5pPr>
              <a:defRPr sz="1050">
                <a:solidFill>
                  <a:schemeClr val="accent2"/>
                </a:solidFill>
              </a:defRPr>
            </a:lvl5pPr>
          </a:lstStyle>
          <a:p>
            <a:pPr lvl="0"/>
            <a:r>
              <a:rPr lang="en-US"/>
              <a:t>Click to edit Master text styles</a:t>
            </a:r>
          </a:p>
          <a:p>
            <a:pPr lvl="1"/>
            <a:r>
              <a:rPr lang="en-US"/>
              <a:t>Second level</a:t>
            </a:r>
          </a:p>
        </p:txBody>
      </p:sp>
      <p:grpSp>
        <p:nvGrpSpPr>
          <p:cNvPr id="36" name="Group 35">
            <a:extLst>
              <a:ext uri="{FF2B5EF4-FFF2-40B4-BE49-F238E27FC236}">
                <a16:creationId xmlns:a16="http://schemas.microsoft.com/office/drawing/2014/main" id="{4E02E165-8FB9-4BAC-89A8-82F852FC3D11}"/>
              </a:ext>
            </a:extLst>
          </p:cNvPr>
          <p:cNvGrpSpPr/>
          <p:nvPr userDrawn="1"/>
        </p:nvGrpSpPr>
        <p:grpSpPr>
          <a:xfrm>
            <a:off x="10029650" y="3023271"/>
            <a:ext cx="593947" cy="652463"/>
            <a:chOff x="10029649" y="3023271"/>
            <a:chExt cx="593947" cy="652463"/>
          </a:xfrm>
        </p:grpSpPr>
        <p:grpSp>
          <p:nvGrpSpPr>
            <p:cNvPr id="33" name="Group 32">
              <a:extLst>
                <a:ext uri="{FF2B5EF4-FFF2-40B4-BE49-F238E27FC236}">
                  <a16:creationId xmlns:a16="http://schemas.microsoft.com/office/drawing/2014/main" id="{612A56EB-B7AC-4F7F-A951-4B9C94A84077}"/>
                </a:ext>
              </a:extLst>
            </p:cNvPr>
            <p:cNvGrpSpPr/>
            <p:nvPr userDrawn="1"/>
          </p:nvGrpSpPr>
          <p:grpSpPr>
            <a:xfrm>
              <a:off x="10029649" y="3024859"/>
              <a:ext cx="137160" cy="650875"/>
              <a:chOff x="10029649" y="3024859"/>
              <a:chExt cx="137160" cy="650875"/>
            </a:xfrm>
          </p:grpSpPr>
          <p:cxnSp>
            <p:nvCxnSpPr>
              <p:cNvPr id="22" name="Straight Connector 21">
                <a:extLst>
                  <a:ext uri="{FF2B5EF4-FFF2-40B4-BE49-F238E27FC236}">
                    <a16:creationId xmlns:a16="http://schemas.microsoft.com/office/drawing/2014/main" id="{A9562522-E42A-43B7-AB52-62DDB37D5835}"/>
                  </a:ext>
                </a:extLst>
              </p:cNvPr>
              <p:cNvCxnSpPr>
                <a:cxnSpLocks/>
              </p:cNvCxnSpPr>
              <p:nvPr userDrawn="1"/>
            </p:nvCxnSpPr>
            <p:spPr>
              <a:xfrm rot="16200000">
                <a:off x="9772793" y="3350297"/>
                <a:ext cx="650875" cy="0"/>
              </a:xfrm>
              <a:prstGeom prst="line">
                <a:avLst/>
              </a:prstGeom>
              <a:ln w="190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7FFA8598-A624-4472-838A-16707C3B342C}"/>
                  </a:ext>
                </a:extLst>
              </p:cNvPr>
              <p:cNvSpPr/>
              <p:nvPr userDrawn="1"/>
            </p:nvSpPr>
            <p:spPr bwMode="auto">
              <a:xfrm rot="16200000">
                <a:off x="10029649" y="3133762"/>
                <a:ext cx="137160" cy="137160"/>
              </a:xfrm>
              <a:prstGeom prst="ellipse">
                <a:avLst/>
              </a:prstGeom>
              <a:solidFill>
                <a:schemeClr val="accent1"/>
              </a:solidFill>
              <a:ln w="285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grpSp>
        <p:grpSp>
          <p:nvGrpSpPr>
            <p:cNvPr id="34" name="Group 33">
              <a:extLst>
                <a:ext uri="{FF2B5EF4-FFF2-40B4-BE49-F238E27FC236}">
                  <a16:creationId xmlns:a16="http://schemas.microsoft.com/office/drawing/2014/main" id="{17B2223C-5277-40FD-9764-EDCABCA1DB2B}"/>
                </a:ext>
              </a:extLst>
            </p:cNvPr>
            <p:cNvGrpSpPr/>
            <p:nvPr userDrawn="1"/>
          </p:nvGrpSpPr>
          <p:grpSpPr>
            <a:xfrm>
              <a:off x="10258042" y="3023271"/>
              <a:ext cx="137160" cy="650875"/>
              <a:chOff x="10263352" y="3023271"/>
              <a:chExt cx="137160" cy="650875"/>
            </a:xfrm>
          </p:grpSpPr>
          <p:cxnSp>
            <p:nvCxnSpPr>
              <p:cNvPr id="25" name="Straight Connector 24">
                <a:extLst>
                  <a:ext uri="{FF2B5EF4-FFF2-40B4-BE49-F238E27FC236}">
                    <a16:creationId xmlns:a16="http://schemas.microsoft.com/office/drawing/2014/main" id="{B7E7DFE1-EE22-4435-AF30-BED58AC8C78A}"/>
                  </a:ext>
                </a:extLst>
              </p:cNvPr>
              <p:cNvCxnSpPr>
                <a:cxnSpLocks/>
              </p:cNvCxnSpPr>
              <p:nvPr userDrawn="1"/>
            </p:nvCxnSpPr>
            <p:spPr>
              <a:xfrm rot="16200000">
                <a:off x="10006496" y="3348709"/>
                <a:ext cx="650875" cy="0"/>
              </a:xfrm>
              <a:prstGeom prst="line">
                <a:avLst/>
              </a:prstGeom>
              <a:ln w="1905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6D6F491B-59F6-4334-A12A-E4D1ED0B2657}"/>
                  </a:ext>
                </a:extLst>
              </p:cNvPr>
              <p:cNvSpPr/>
              <p:nvPr userDrawn="1"/>
            </p:nvSpPr>
            <p:spPr bwMode="auto">
              <a:xfrm rot="16200000">
                <a:off x="10263352" y="3411574"/>
                <a:ext cx="137160" cy="137160"/>
              </a:xfrm>
              <a:prstGeom prst="ellipse">
                <a:avLst/>
              </a:prstGeom>
              <a:solidFill>
                <a:schemeClr val="accent2"/>
              </a:solidFill>
              <a:ln w="28575">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grpSp>
        <p:grpSp>
          <p:nvGrpSpPr>
            <p:cNvPr id="35" name="Group 34">
              <a:extLst>
                <a:ext uri="{FF2B5EF4-FFF2-40B4-BE49-F238E27FC236}">
                  <a16:creationId xmlns:a16="http://schemas.microsoft.com/office/drawing/2014/main" id="{D55FBD12-10EB-40C2-8197-8933EFEDC861}"/>
                </a:ext>
              </a:extLst>
            </p:cNvPr>
            <p:cNvGrpSpPr/>
            <p:nvPr userDrawn="1"/>
          </p:nvGrpSpPr>
          <p:grpSpPr>
            <a:xfrm>
              <a:off x="10486436" y="3023271"/>
              <a:ext cx="137160" cy="650875"/>
              <a:chOff x="10486436" y="3023271"/>
              <a:chExt cx="137160" cy="650875"/>
            </a:xfrm>
          </p:grpSpPr>
          <p:cxnSp>
            <p:nvCxnSpPr>
              <p:cNvPr id="29" name="Straight Connector 28">
                <a:extLst>
                  <a:ext uri="{FF2B5EF4-FFF2-40B4-BE49-F238E27FC236}">
                    <a16:creationId xmlns:a16="http://schemas.microsoft.com/office/drawing/2014/main" id="{27A2D27B-1592-4A16-BC95-26D2F3826189}"/>
                  </a:ext>
                </a:extLst>
              </p:cNvPr>
              <p:cNvCxnSpPr>
                <a:cxnSpLocks/>
              </p:cNvCxnSpPr>
              <p:nvPr userDrawn="1"/>
            </p:nvCxnSpPr>
            <p:spPr>
              <a:xfrm rot="16200000">
                <a:off x="10229580" y="3348709"/>
                <a:ext cx="650875" cy="0"/>
              </a:xfrm>
              <a:prstGeom prst="line">
                <a:avLst/>
              </a:prstGeom>
              <a:ln w="19050">
                <a:solidFill>
                  <a:schemeClr val="accent1">
                    <a:lumMod val="60000"/>
                    <a:lumOff val="4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B67CDA03-9CF4-45AD-86F3-81060A27A728}"/>
                  </a:ext>
                </a:extLst>
              </p:cNvPr>
              <p:cNvSpPr/>
              <p:nvPr userDrawn="1"/>
            </p:nvSpPr>
            <p:spPr bwMode="auto">
              <a:xfrm rot="16200000">
                <a:off x="10486436" y="3176084"/>
                <a:ext cx="137160" cy="137160"/>
              </a:xfrm>
              <a:prstGeom prst="ellipse">
                <a:avLst/>
              </a:prstGeom>
              <a:solidFill>
                <a:schemeClr val="accent1">
                  <a:lumMod val="60000"/>
                  <a:lumOff val="40000"/>
                </a:schemeClr>
              </a:solidFill>
              <a:ln w="28575">
                <a:solidFill>
                  <a:schemeClr val="accent1">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grpSp>
      </p:grpSp>
      <p:grpSp>
        <p:nvGrpSpPr>
          <p:cNvPr id="43" name="Group 42">
            <a:extLst>
              <a:ext uri="{FF2B5EF4-FFF2-40B4-BE49-F238E27FC236}">
                <a16:creationId xmlns:a16="http://schemas.microsoft.com/office/drawing/2014/main" id="{CF55D524-3FF9-43DD-AA89-0CF3F9348DBB}"/>
              </a:ext>
            </a:extLst>
          </p:cNvPr>
          <p:cNvGrpSpPr/>
          <p:nvPr userDrawn="1"/>
        </p:nvGrpSpPr>
        <p:grpSpPr>
          <a:xfrm>
            <a:off x="4387850" y="3001963"/>
            <a:ext cx="649288" cy="695325"/>
            <a:chOff x="4387850" y="3001963"/>
            <a:chExt cx="649288" cy="695325"/>
          </a:xfrm>
        </p:grpSpPr>
        <p:grpSp>
          <p:nvGrpSpPr>
            <p:cNvPr id="37" name="Group 4">
              <a:extLst>
                <a:ext uri="{FF2B5EF4-FFF2-40B4-BE49-F238E27FC236}">
                  <a16:creationId xmlns:a16="http://schemas.microsoft.com/office/drawing/2014/main" id="{F0E161BB-F7C6-4642-9264-893C9F2C2E2B}"/>
                </a:ext>
              </a:extLst>
            </p:cNvPr>
            <p:cNvGrpSpPr>
              <a:grpSpLocks noChangeAspect="1"/>
            </p:cNvGrpSpPr>
            <p:nvPr userDrawn="1"/>
          </p:nvGrpSpPr>
          <p:grpSpPr bwMode="auto">
            <a:xfrm>
              <a:off x="4387850" y="3001963"/>
              <a:ext cx="649288" cy="695325"/>
              <a:chOff x="2764" y="1891"/>
              <a:chExt cx="409" cy="438"/>
            </a:xfrm>
          </p:grpSpPr>
          <p:sp>
            <p:nvSpPr>
              <p:cNvPr id="38" name="AutoShape 3">
                <a:extLst>
                  <a:ext uri="{FF2B5EF4-FFF2-40B4-BE49-F238E27FC236}">
                    <a16:creationId xmlns:a16="http://schemas.microsoft.com/office/drawing/2014/main" id="{1A5B60B3-A3D9-4427-9644-175CC548EB1E}"/>
                  </a:ext>
                </a:extLst>
              </p:cNvPr>
              <p:cNvSpPr>
                <a:spLocks noChangeAspect="1" noChangeArrowheads="1" noTextEdit="1"/>
              </p:cNvSpPr>
              <p:nvPr userDrawn="1"/>
            </p:nvSpPr>
            <p:spPr bwMode="auto">
              <a:xfrm>
                <a:off x="2764" y="1891"/>
                <a:ext cx="409"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5">
                <a:extLst>
                  <a:ext uri="{FF2B5EF4-FFF2-40B4-BE49-F238E27FC236}">
                    <a16:creationId xmlns:a16="http://schemas.microsoft.com/office/drawing/2014/main" id="{8251BCCB-4751-462C-B250-60DB8D01E8BD}"/>
                  </a:ext>
                </a:extLst>
              </p:cNvPr>
              <p:cNvSpPr>
                <a:spLocks/>
              </p:cNvSpPr>
              <p:nvPr userDrawn="1"/>
            </p:nvSpPr>
            <p:spPr bwMode="auto">
              <a:xfrm>
                <a:off x="2764" y="1891"/>
                <a:ext cx="409" cy="438"/>
              </a:xfrm>
              <a:custGeom>
                <a:avLst/>
                <a:gdLst>
                  <a:gd name="T0" fmla="*/ 328 w 409"/>
                  <a:gd name="T1" fmla="*/ 226 h 438"/>
                  <a:gd name="T2" fmla="*/ 300 w 409"/>
                  <a:gd name="T3" fmla="*/ 253 h 438"/>
                  <a:gd name="T4" fmla="*/ 336 w 409"/>
                  <a:gd name="T5" fmla="*/ 291 h 438"/>
                  <a:gd name="T6" fmla="*/ 224 w 409"/>
                  <a:gd name="T7" fmla="*/ 291 h 438"/>
                  <a:gd name="T8" fmla="*/ 224 w 409"/>
                  <a:gd name="T9" fmla="*/ 73 h 438"/>
                  <a:gd name="T10" fmla="*/ 259 w 409"/>
                  <a:gd name="T11" fmla="*/ 109 h 438"/>
                  <a:gd name="T12" fmla="*/ 286 w 409"/>
                  <a:gd name="T13" fmla="*/ 81 h 438"/>
                  <a:gd name="T14" fmla="*/ 205 w 409"/>
                  <a:gd name="T15" fmla="*/ 0 h 438"/>
                  <a:gd name="T16" fmla="*/ 123 w 409"/>
                  <a:gd name="T17" fmla="*/ 81 h 438"/>
                  <a:gd name="T18" fmla="*/ 150 w 409"/>
                  <a:gd name="T19" fmla="*/ 109 h 438"/>
                  <a:gd name="T20" fmla="*/ 185 w 409"/>
                  <a:gd name="T21" fmla="*/ 74 h 438"/>
                  <a:gd name="T22" fmla="*/ 185 w 409"/>
                  <a:gd name="T23" fmla="*/ 185 h 438"/>
                  <a:gd name="T24" fmla="*/ 73 w 409"/>
                  <a:gd name="T25" fmla="*/ 185 h 438"/>
                  <a:gd name="T26" fmla="*/ 109 w 409"/>
                  <a:gd name="T27" fmla="*/ 150 h 438"/>
                  <a:gd name="T28" fmla="*/ 82 w 409"/>
                  <a:gd name="T29" fmla="*/ 123 h 438"/>
                  <a:gd name="T30" fmla="*/ 0 w 409"/>
                  <a:gd name="T31" fmla="*/ 204 h 438"/>
                  <a:gd name="T32" fmla="*/ 81 w 409"/>
                  <a:gd name="T33" fmla="*/ 286 h 438"/>
                  <a:gd name="T34" fmla="*/ 109 w 409"/>
                  <a:gd name="T35" fmla="*/ 259 h 438"/>
                  <a:gd name="T36" fmla="*/ 73 w 409"/>
                  <a:gd name="T37" fmla="*/ 223 h 438"/>
                  <a:gd name="T38" fmla="*/ 185 w 409"/>
                  <a:gd name="T39" fmla="*/ 223 h 438"/>
                  <a:gd name="T40" fmla="*/ 185 w 409"/>
                  <a:gd name="T41" fmla="*/ 438 h 438"/>
                  <a:gd name="T42" fmla="*/ 224 w 409"/>
                  <a:gd name="T43" fmla="*/ 438 h 438"/>
                  <a:gd name="T44" fmla="*/ 224 w 409"/>
                  <a:gd name="T45" fmla="*/ 329 h 438"/>
                  <a:gd name="T46" fmla="*/ 336 w 409"/>
                  <a:gd name="T47" fmla="*/ 329 h 438"/>
                  <a:gd name="T48" fmla="*/ 300 w 409"/>
                  <a:gd name="T49" fmla="*/ 361 h 438"/>
                  <a:gd name="T50" fmla="*/ 328 w 409"/>
                  <a:gd name="T51" fmla="*/ 388 h 438"/>
                  <a:gd name="T52" fmla="*/ 409 w 409"/>
                  <a:gd name="T53" fmla="*/ 307 h 438"/>
                  <a:gd name="T54" fmla="*/ 328 w 409"/>
                  <a:gd name="T55" fmla="*/ 226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9" h="438">
                    <a:moveTo>
                      <a:pt x="328" y="226"/>
                    </a:moveTo>
                    <a:lnTo>
                      <a:pt x="300" y="253"/>
                    </a:lnTo>
                    <a:lnTo>
                      <a:pt x="336" y="291"/>
                    </a:lnTo>
                    <a:lnTo>
                      <a:pt x="224" y="291"/>
                    </a:lnTo>
                    <a:lnTo>
                      <a:pt x="224" y="73"/>
                    </a:lnTo>
                    <a:lnTo>
                      <a:pt x="259" y="109"/>
                    </a:lnTo>
                    <a:lnTo>
                      <a:pt x="286" y="81"/>
                    </a:lnTo>
                    <a:lnTo>
                      <a:pt x="205" y="0"/>
                    </a:lnTo>
                    <a:lnTo>
                      <a:pt x="123" y="81"/>
                    </a:lnTo>
                    <a:lnTo>
                      <a:pt x="150" y="109"/>
                    </a:lnTo>
                    <a:lnTo>
                      <a:pt x="185" y="74"/>
                    </a:lnTo>
                    <a:lnTo>
                      <a:pt x="185" y="185"/>
                    </a:lnTo>
                    <a:lnTo>
                      <a:pt x="73" y="185"/>
                    </a:lnTo>
                    <a:lnTo>
                      <a:pt x="109" y="150"/>
                    </a:lnTo>
                    <a:lnTo>
                      <a:pt x="82" y="123"/>
                    </a:lnTo>
                    <a:lnTo>
                      <a:pt x="0" y="204"/>
                    </a:lnTo>
                    <a:lnTo>
                      <a:pt x="81" y="286"/>
                    </a:lnTo>
                    <a:lnTo>
                      <a:pt x="109" y="259"/>
                    </a:lnTo>
                    <a:lnTo>
                      <a:pt x="73" y="223"/>
                    </a:lnTo>
                    <a:lnTo>
                      <a:pt x="185" y="223"/>
                    </a:lnTo>
                    <a:lnTo>
                      <a:pt x="185" y="438"/>
                    </a:lnTo>
                    <a:lnTo>
                      <a:pt x="224" y="438"/>
                    </a:lnTo>
                    <a:lnTo>
                      <a:pt x="224" y="329"/>
                    </a:lnTo>
                    <a:lnTo>
                      <a:pt x="336" y="329"/>
                    </a:lnTo>
                    <a:lnTo>
                      <a:pt x="300" y="361"/>
                    </a:lnTo>
                    <a:lnTo>
                      <a:pt x="328" y="388"/>
                    </a:lnTo>
                    <a:lnTo>
                      <a:pt x="409" y="307"/>
                    </a:lnTo>
                    <a:lnTo>
                      <a:pt x="328" y="22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6">
                <a:extLst>
                  <a:ext uri="{FF2B5EF4-FFF2-40B4-BE49-F238E27FC236}">
                    <a16:creationId xmlns:a16="http://schemas.microsoft.com/office/drawing/2014/main" id="{A1B2B908-A650-4445-AF23-359E0DDE78CF}"/>
                  </a:ext>
                </a:extLst>
              </p:cNvPr>
              <p:cNvSpPr>
                <a:spLocks/>
              </p:cNvSpPr>
              <p:nvPr userDrawn="1"/>
            </p:nvSpPr>
            <p:spPr bwMode="auto">
              <a:xfrm>
                <a:off x="2988" y="2117"/>
                <a:ext cx="185" cy="162"/>
              </a:xfrm>
              <a:custGeom>
                <a:avLst/>
                <a:gdLst>
                  <a:gd name="T0" fmla="*/ 0 w 185"/>
                  <a:gd name="T1" fmla="*/ 103 h 162"/>
                  <a:gd name="T2" fmla="*/ 112 w 185"/>
                  <a:gd name="T3" fmla="*/ 103 h 162"/>
                  <a:gd name="T4" fmla="*/ 76 w 185"/>
                  <a:gd name="T5" fmla="*/ 135 h 162"/>
                  <a:gd name="T6" fmla="*/ 104 w 185"/>
                  <a:gd name="T7" fmla="*/ 162 h 162"/>
                  <a:gd name="T8" fmla="*/ 185 w 185"/>
                  <a:gd name="T9" fmla="*/ 81 h 162"/>
                  <a:gd name="T10" fmla="*/ 104 w 185"/>
                  <a:gd name="T11" fmla="*/ 0 h 162"/>
                  <a:gd name="T12" fmla="*/ 76 w 185"/>
                  <a:gd name="T13" fmla="*/ 27 h 162"/>
                  <a:gd name="T14" fmla="*/ 112 w 185"/>
                  <a:gd name="T15" fmla="*/ 65 h 162"/>
                  <a:gd name="T16" fmla="*/ 0 w 185"/>
                  <a:gd name="T17" fmla="*/ 65 h 162"/>
                  <a:gd name="T18" fmla="*/ 0 w 185"/>
                  <a:gd name="T19" fmla="*/ 10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5" h="162">
                    <a:moveTo>
                      <a:pt x="0" y="103"/>
                    </a:moveTo>
                    <a:lnTo>
                      <a:pt x="112" y="103"/>
                    </a:lnTo>
                    <a:lnTo>
                      <a:pt x="76" y="135"/>
                    </a:lnTo>
                    <a:lnTo>
                      <a:pt x="104" y="162"/>
                    </a:lnTo>
                    <a:lnTo>
                      <a:pt x="185" y="81"/>
                    </a:lnTo>
                    <a:lnTo>
                      <a:pt x="104" y="0"/>
                    </a:lnTo>
                    <a:lnTo>
                      <a:pt x="76" y="27"/>
                    </a:lnTo>
                    <a:lnTo>
                      <a:pt x="112" y="65"/>
                    </a:lnTo>
                    <a:lnTo>
                      <a:pt x="0" y="65"/>
                    </a:lnTo>
                    <a:lnTo>
                      <a:pt x="0" y="103"/>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2" name="Freeform 6">
              <a:extLst>
                <a:ext uri="{FF2B5EF4-FFF2-40B4-BE49-F238E27FC236}">
                  <a16:creationId xmlns:a16="http://schemas.microsoft.com/office/drawing/2014/main" id="{6DC1E3D6-7433-49D1-8616-86F1FECFD0E3}"/>
                </a:ext>
              </a:extLst>
            </p:cNvPr>
            <p:cNvSpPr>
              <a:spLocks/>
            </p:cNvSpPr>
            <p:nvPr userDrawn="1"/>
          </p:nvSpPr>
          <p:spPr bwMode="auto">
            <a:xfrm rot="10800000">
              <a:off x="4387850" y="3200508"/>
              <a:ext cx="293688" cy="257175"/>
            </a:xfrm>
            <a:custGeom>
              <a:avLst/>
              <a:gdLst>
                <a:gd name="T0" fmla="*/ 0 w 185"/>
                <a:gd name="T1" fmla="*/ 103 h 162"/>
                <a:gd name="T2" fmla="*/ 112 w 185"/>
                <a:gd name="T3" fmla="*/ 103 h 162"/>
                <a:gd name="T4" fmla="*/ 76 w 185"/>
                <a:gd name="T5" fmla="*/ 135 h 162"/>
                <a:gd name="T6" fmla="*/ 104 w 185"/>
                <a:gd name="T7" fmla="*/ 162 h 162"/>
                <a:gd name="T8" fmla="*/ 185 w 185"/>
                <a:gd name="T9" fmla="*/ 81 h 162"/>
                <a:gd name="T10" fmla="*/ 104 w 185"/>
                <a:gd name="T11" fmla="*/ 0 h 162"/>
                <a:gd name="T12" fmla="*/ 76 w 185"/>
                <a:gd name="T13" fmla="*/ 27 h 162"/>
                <a:gd name="T14" fmla="*/ 112 w 185"/>
                <a:gd name="T15" fmla="*/ 65 h 162"/>
                <a:gd name="T16" fmla="*/ 0 w 185"/>
                <a:gd name="T17" fmla="*/ 65 h 162"/>
                <a:gd name="T18" fmla="*/ 0 w 185"/>
                <a:gd name="T19" fmla="*/ 10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5" h="162">
                  <a:moveTo>
                    <a:pt x="0" y="103"/>
                  </a:moveTo>
                  <a:lnTo>
                    <a:pt x="112" y="103"/>
                  </a:lnTo>
                  <a:lnTo>
                    <a:pt x="76" y="135"/>
                  </a:lnTo>
                  <a:lnTo>
                    <a:pt x="104" y="162"/>
                  </a:lnTo>
                  <a:lnTo>
                    <a:pt x="185" y="81"/>
                  </a:lnTo>
                  <a:lnTo>
                    <a:pt x="104" y="0"/>
                  </a:lnTo>
                  <a:lnTo>
                    <a:pt x="76" y="27"/>
                  </a:lnTo>
                  <a:lnTo>
                    <a:pt x="112" y="65"/>
                  </a:lnTo>
                  <a:lnTo>
                    <a:pt x="0" y="65"/>
                  </a:lnTo>
                  <a:lnTo>
                    <a:pt x="0" y="103"/>
                  </a:ln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4" name="Group 9">
            <a:extLst>
              <a:ext uri="{FF2B5EF4-FFF2-40B4-BE49-F238E27FC236}">
                <a16:creationId xmlns:a16="http://schemas.microsoft.com/office/drawing/2014/main" id="{101769AF-0246-47BA-9A3E-14AAF8ACB34D}"/>
              </a:ext>
            </a:extLst>
          </p:cNvPr>
          <p:cNvGrpSpPr>
            <a:grpSpLocks noChangeAspect="1"/>
          </p:cNvGrpSpPr>
          <p:nvPr userDrawn="1"/>
        </p:nvGrpSpPr>
        <p:grpSpPr bwMode="auto">
          <a:xfrm>
            <a:off x="7172325" y="3001963"/>
            <a:ext cx="695325" cy="695325"/>
            <a:chOff x="4518" y="1891"/>
            <a:chExt cx="438" cy="438"/>
          </a:xfrm>
        </p:grpSpPr>
        <p:sp>
          <p:nvSpPr>
            <p:cNvPr id="45" name="AutoShape 8">
              <a:extLst>
                <a:ext uri="{FF2B5EF4-FFF2-40B4-BE49-F238E27FC236}">
                  <a16:creationId xmlns:a16="http://schemas.microsoft.com/office/drawing/2014/main" id="{91E93D47-E8ED-4306-8D6A-7611148F15FC}"/>
                </a:ext>
              </a:extLst>
            </p:cNvPr>
            <p:cNvSpPr>
              <a:spLocks noChangeAspect="1" noChangeArrowheads="1" noTextEdit="1"/>
            </p:cNvSpPr>
            <p:nvPr userDrawn="1"/>
          </p:nvSpPr>
          <p:spPr bwMode="auto">
            <a:xfrm>
              <a:off x="4518" y="1891"/>
              <a:ext cx="438"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10">
              <a:extLst>
                <a:ext uri="{FF2B5EF4-FFF2-40B4-BE49-F238E27FC236}">
                  <a16:creationId xmlns:a16="http://schemas.microsoft.com/office/drawing/2014/main" id="{8564755A-CC7A-4AB1-83FA-1FF06276AACB}"/>
                </a:ext>
              </a:extLst>
            </p:cNvPr>
            <p:cNvSpPr>
              <a:spLocks noEditPoints="1"/>
            </p:cNvSpPr>
            <p:nvPr userDrawn="1"/>
          </p:nvSpPr>
          <p:spPr bwMode="auto">
            <a:xfrm>
              <a:off x="4636" y="1905"/>
              <a:ext cx="325" cy="287"/>
            </a:xfrm>
            <a:custGeom>
              <a:avLst/>
              <a:gdLst>
                <a:gd name="T0" fmla="*/ 508 w 1015"/>
                <a:gd name="T1" fmla="*/ 128 h 896"/>
                <a:gd name="T2" fmla="*/ 626 w 1015"/>
                <a:gd name="T3" fmla="*/ 151 h 896"/>
                <a:gd name="T4" fmla="*/ 801 w 1015"/>
                <a:gd name="T5" fmla="*/ 321 h 896"/>
                <a:gd name="T6" fmla="*/ 805 w 1015"/>
                <a:gd name="T7" fmla="*/ 566 h 896"/>
                <a:gd name="T8" fmla="*/ 685 w 1015"/>
                <a:gd name="T9" fmla="*/ 714 h 896"/>
                <a:gd name="T10" fmla="*/ 600 w 1015"/>
                <a:gd name="T11" fmla="*/ 754 h 896"/>
                <a:gd name="T12" fmla="*/ 507 w 1015"/>
                <a:gd name="T13" fmla="*/ 768 h 896"/>
                <a:gd name="T14" fmla="*/ 389 w 1015"/>
                <a:gd name="T15" fmla="*/ 745 h 896"/>
                <a:gd name="T16" fmla="*/ 214 w 1015"/>
                <a:gd name="T17" fmla="*/ 574 h 896"/>
                <a:gd name="T18" fmla="*/ 210 w 1015"/>
                <a:gd name="T19" fmla="*/ 329 h 896"/>
                <a:gd name="T20" fmla="*/ 330 w 1015"/>
                <a:gd name="T21" fmla="*/ 182 h 896"/>
                <a:gd name="T22" fmla="*/ 415 w 1015"/>
                <a:gd name="T23" fmla="*/ 142 h 896"/>
                <a:gd name="T24" fmla="*/ 508 w 1015"/>
                <a:gd name="T25" fmla="*/ 128 h 896"/>
                <a:gd name="T26" fmla="*/ 508 w 1015"/>
                <a:gd name="T27" fmla="*/ 128 h 896"/>
                <a:gd name="T28" fmla="*/ 508 w 1015"/>
                <a:gd name="T29" fmla="*/ 128 h 896"/>
                <a:gd name="T30" fmla="*/ 508 w 1015"/>
                <a:gd name="T31" fmla="*/ 0 h 896"/>
                <a:gd name="T32" fmla="*/ 92 w 1015"/>
                <a:gd name="T33" fmla="*/ 282 h 896"/>
                <a:gd name="T34" fmla="*/ 342 w 1015"/>
                <a:gd name="T35" fmla="*/ 864 h 896"/>
                <a:gd name="T36" fmla="*/ 507 w 1015"/>
                <a:gd name="T37" fmla="*/ 896 h 896"/>
                <a:gd name="T38" fmla="*/ 924 w 1015"/>
                <a:gd name="T39" fmla="*/ 614 h 896"/>
                <a:gd name="T40" fmla="*/ 673 w 1015"/>
                <a:gd name="T41" fmla="*/ 32 h 896"/>
                <a:gd name="T42" fmla="*/ 508 w 1015"/>
                <a:gd name="T43" fmla="*/ 0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15" h="896">
                  <a:moveTo>
                    <a:pt x="508" y="128"/>
                  </a:moveTo>
                  <a:cubicBezTo>
                    <a:pt x="548" y="128"/>
                    <a:pt x="588" y="135"/>
                    <a:pt x="626" y="151"/>
                  </a:cubicBezTo>
                  <a:cubicBezTo>
                    <a:pt x="705" y="182"/>
                    <a:pt x="768" y="243"/>
                    <a:pt x="801" y="321"/>
                  </a:cubicBezTo>
                  <a:cubicBezTo>
                    <a:pt x="835" y="400"/>
                    <a:pt x="836" y="487"/>
                    <a:pt x="805" y="566"/>
                  </a:cubicBezTo>
                  <a:cubicBezTo>
                    <a:pt x="780" y="627"/>
                    <a:pt x="739" y="678"/>
                    <a:pt x="685" y="714"/>
                  </a:cubicBezTo>
                  <a:cubicBezTo>
                    <a:pt x="659" y="731"/>
                    <a:pt x="630" y="745"/>
                    <a:pt x="600" y="754"/>
                  </a:cubicBezTo>
                  <a:cubicBezTo>
                    <a:pt x="570" y="763"/>
                    <a:pt x="539" y="768"/>
                    <a:pt x="507" y="768"/>
                  </a:cubicBezTo>
                  <a:cubicBezTo>
                    <a:pt x="467" y="768"/>
                    <a:pt x="427" y="760"/>
                    <a:pt x="389" y="745"/>
                  </a:cubicBezTo>
                  <a:cubicBezTo>
                    <a:pt x="310" y="713"/>
                    <a:pt x="247" y="653"/>
                    <a:pt x="214" y="574"/>
                  </a:cubicBezTo>
                  <a:cubicBezTo>
                    <a:pt x="180" y="496"/>
                    <a:pt x="179" y="409"/>
                    <a:pt x="210" y="329"/>
                  </a:cubicBezTo>
                  <a:cubicBezTo>
                    <a:pt x="235" y="269"/>
                    <a:pt x="276" y="218"/>
                    <a:pt x="330" y="182"/>
                  </a:cubicBezTo>
                  <a:cubicBezTo>
                    <a:pt x="356" y="164"/>
                    <a:pt x="385" y="151"/>
                    <a:pt x="415" y="142"/>
                  </a:cubicBezTo>
                  <a:cubicBezTo>
                    <a:pt x="445" y="132"/>
                    <a:pt x="476" y="128"/>
                    <a:pt x="508" y="128"/>
                  </a:cubicBezTo>
                  <a:cubicBezTo>
                    <a:pt x="508" y="128"/>
                    <a:pt x="508" y="128"/>
                    <a:pt x="508" y="128"/>
                  </a:cubicBezTo>
                  <a:cubicBezTo>
                    <a:pt x="508" y="128"/>
                    <a:pt x="508" y="128"/>
                    <a:pt x="508" y="128"/>
                  </a:cubicBezTo>
                  <a:moveTo>
                    <a:pt x="508" y="0"/>
                  </a:moveTo>
                  <a:cubicBezTo>
                    <a:pt x="330" y="0"/>
                    <a:pt x="161" y="107"/>
                    <a:pt x="92" y="282"/>
                  </a:cubicBezTo>
                  <a:cubicBezTo>
                    <a:pt x="0" y="512"/>
                    <a:pt x="112" y="772"/>
                    <a:pt x="342" y="864"/>
                  </a:cubicBezTo>
                  <a:cubicBezTo>
                    <a:pt x="396" y="885"/>
                    <a:pt x="452" y="896"/>
                    <a:pt x="507" y="896"/>
                  </a:cubicBezTo>
                  <a:cubicBezTo>
                    <a:pt x="685" y="896"/>
                    <a:pt x="854" y="789"/>
                    <a:pt x="924" y="614"/>
                  </a:cubicBezTo>
                  <a:cubicBezTo>
                    <a:pt x="1015" y="384"/>
                    <a:pt x="903" y="123"/>
                    <a:pt x="673" y="32"/>
                  </a:cubicBezTo>
                  <a:cubicBezTo>
                    <a:pt x="619" y="10"/>
                    <a:pt x="563" y="0"/>
                    <a:pt x="508"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11">
              <a:extLst>
                <a:ext uri="{FF2B5EF4-FFF2-40B4-BE49-F238E27FC236}">
                  <a16:creationId xmlns:a16="http://schemas.microsoft.com/office/drawing/2014/main" id="{34BB26B7-FF18-4622-928F-6D967988851E}"/>
                </a:ext>
              </a:extLst>
            </p:cNvPr>
            <p:cNvSpPr>
              <a:spLocks/>
            </p:cNvSpPr>
            <p:nvPr userDrawn="1"/>
          </p:nvSpPr>
          <p:spPr bwMode="auto">
            <a:xfrm>
              <a:off x="4832" y="1891"/>
              <a:ext cx="43" cy="39"/>
            </a:xfrm>
            <a:custGeom>
              <a:avLst/>
              <a:gdLst>
                <a:gd name="T0" fmla="*/ 34 w 43"/>
                <a:gd name="T1" fmla="*/ 39 h 39"/>
                <a:gd name="T2" fmla="*/ 0 w 43"/>
                <a:gd name="T3" fmla="*/ 25 h 39"/>
                <a:gd name="T4" fmla="*/ 10 w 43"/>
                <a:gd name="T5" fmla="*/ 0 h 39"/>
                <a:gd name="T6" fmla="*/ 43 w 43"/>
                <a:gd name="T7" fmla="*/ 14 h 39"/>
                <a:gd name="T8" fmla="*/ 34 w 43"/>
                <a:gd name="T9" fmla="*/ 39 h 39"/>
              </a:gdLst>
              <a:ahLst/>
              <a:cxnLst>
                <a:cxn ang="0">
                  <a:pos x="T0" y="T1"/>
                </a:cxn>
                <a:cxn ang="0">
                  <a:pos x="T2" y="T3"/>
                </a:cxn>
                <a:cxn ang="0">
                  <a:pos x="T4" y="T5"/>
                </a:cxn>
                <a:cxn ang="0">
                  <a:pos x="T6" y="T7"/>
                </a:cxn>
                <a:cxn ang="0">
                  <a:pos x="T8" y="T9"/>
                </a:cxn>
              </a:cxnLst>
              <a:rect l="0" t="0" r="r" b="b"/>
              <a:pathLst>
                <a:path w="43" h="39">
                  <a:moveTo>
                    <a:pt x="34" y="39"/>
                  </a:moveTo>
                  <a:lnTo>
                    <a:pt x="0" y="25"/>
                  </a:lnTo>
                  <a:lnTo>
                    <a:pt x="10" y="0"/>
                  </a:lnTo>
                  <a:lnTo>
                    <a:pt x="43" y="14"/>
                  </a:lnTo>
                  <a:lnTo>
                    <a:pt x="34" y="39"/>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12">
              <a:extLst>
                <a:ext uri="{FF2B5EF4-FFF2-40B4-BE49-F238E27FC236}">
                  <a16:creationId xmlns:a16="http://schemas.microsoft.com/office/drawing/2014/main" id="{5DA30236-E9CE-4E8F-93FA-9DBBF1FEA72E}"/>
                </a:ext>
              </a:extLst>
            </p:cNvPr>
            <p:cNvSpPr>
              <a:spLocks/>
            </p:cNvSpPr>
            <p:nvPr userDrawn="1"/>
          </p:nvSpPr>
          <p:spPr bwMode="auto">
            <a:xfrm>
              <a:off x="4722" y="2167"/>
              <a:ext cx="43" cy="39"/>
            </a:xfrm>
            <a:custGeom>
              <a:avLst/>
              <a:gdLst>
                <a:gd name="T0" fmla="*/ 33 w 43"/>
                <a:gd name="T1" fmla="*/ 39 h 39"/>
                <a:gd name="T2" fmla="*/ 0 w 43"/>
                <a:gd name="T3" fmla="*/ 26 h 39"/>
                <a:gd name="T4" fmla="*/ 10 w 43"/>
                <a:gd name="T5" fmla="*/ 0 h 39"/>
                <a:gd name="T6" fmla="*/ 43 w 43"/>
                <a:gd name="T7" fmla="*/ 14 h 39"/>
                <a:gd name="T8" fmla="*/ 33 w 43"/>
                <a:gd name="T9" fmla="*/ 39 h 39"/>
              </a:gdLst>
              <a:ahLst/>
              <a:cxnLst>
                <a:cxn ang="0">
                  <a:pos x="T0" y="T1"/>
                </a:cxn>
                <a:cxn ang="0">
                  <a:pos x="T2" y="T3"/>
                </a:cxn>
                <a:cxn ang="0">
                  <a:pos x="T4" y="T5"/>
                </a:cxn>
                <a:cxn ang="0">
                  <a:pos x="T6" y="T7"/>
                </a:cxn>
                <a:cxn ang="0">
                  <a:pos x="T8" y="T9"/>
                </a:cxn>
              </a:cxnLst>
              <a:rect l="0" t="0" r="r" b="b"/>
              <a:pathLst>
                <a:path w="43" h="39">
                  <a:moveTo>
                    <a:pt x="33" y="39"/>
                  </a:moveTo>
                  <a:lnTo>
                    <a:pt x="0" y="26"/>
                  </a:lnTo>
                  <a:lnTo>
                    <a:pt x="10" y="0"/>
                  </a:lnTo>
                  <a:lnTo>
                    <a:pt x="43" y="14"/>
                  </a:lnTo>
                  <a:lnTo>
                    <a:pt x="33" y="39"/>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3">
              <a:extLst>
                <a:ext uri="{FF2B5EF4-FFF2-40B4-BE49-F238E27FC236}">
                  <a16:creationId xmlns:a16="http://schemas.microsoft.com/office/drawing/2014/main" id="{73DC0344-09FA-419D-96F2-4D226882508F}"/>
                </a:ext>
              </a:extLst>
            </p:cNvPr>
            <p:cNvSpPr>
              <a:spLocks/>
            </p:cNvSpPr>
            <p:nvPr userDrawn="1"/>
          </p:nvSpPr>
          <p:spPr bwMode="auto">
            <a:xfrm>
              <a:off x="4918" y="2082"/>
              <a:ext cx="38" cy="43"/>
            </a:xfrm>
            <a:custGeom>
              <a:avLst/>
              <a:gdLst>
                <a:gd name="T0" fmla="*/ 38 w 38"/>
                <a:gd name="T1" fmla="*/ 10 h 43"/>
                <a:gd name="T2" fmla="*/ 25 w 38"/>
                <a:gd name="T3" fmla="*/ 43 h 43"/>
                <a:gd name="T4" fmla="*/ 0 w 38"/>
                <a:gd name="T5" fmla="*/ 33 h 43"/>
                <a:gd name="T6" fmla="*/ 13 w 38"/>
                <a:gd name="T7" fmla="*/ 0 h 43"/>
                <a:gd name="T8" fmla="*/ 38 w 38"/>
                <a:gd name="T9" fmla="*/ 10 h 43"/>
              </a:gdLst>
              <a:ahLst/>
              <a:cxnLst>
                <a:cxn ang="0">
                  <a:pos x="T0" y="T1"/>
                </a:cxn>
                <a:cxn ang="0">
                  <a:pos x="T2" y="T3"/>
                </a:cxn>
                <a:cxn ang="0">
                  <a:pos x="T4" y="T5"/>
                </a:cxn>
                <a:cxn ang="0">
                  <a:pos x="T6" y="T7"/>
                </a:cxn>
                <a:cxn ang="0">
                  <a:pos x="T8" y="T9"/>
                </a:cxn>
              </a:cxnLst>
              <a:rect l="0" t="0" r="r" b="b"/>
              <a:pathLst>
                <a:path w="38" h="43">
                  <a:moveTo>
                    <a:pt x="38" y="10"/>
                  </a:moveTo>
                  <a:lnTo>
                    <a:pt x="25" y="43"/>
                  </a:lnTo>
                  <a:lnTo>
                    <a:pt x="0" y="33"/>
                  </a:lnTo>
                  <a:lnTo>
                    <a:pt x="13" y="0"/>
                  </a:lnTo>
                  <a:lnTo>
                    <a:pt x="38" y="1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4">
              <a:extLst>
                <a:ext uri="{FF2B5EF4-FFF2-40B4-BE49-F238E27FC236}">
                  <a16:creationId xmlns:a16="http://schemas.microsoft.com/office/drawing/2014/main" id="{1856DA9B-DB02-45E1-A5C4-60B171D431A2}"/>
                </a:ext>
              </a:extLst>
            </p:cNvPr>
            <p:cNvSpPr>
              <a:spLocks/>
            </p:cNvSpPr>
            <p:nvPr userDrawn="1"/>
          </p:nvSpPr>
          <p:spPr bwMode="auto">
            <a:xfrm>
              <a:off x="4641" y="1972"/>
              <a:ext cx="39" cy="43"/>
            </a:xfrm>
            <a:custGeom>
              <a:avLst/>
              <a:gdLst>
                <a:gd name="T0" fmla="*/ 39 w 39"/>
                <a:gd name="T1" fmla="*/ 10 h 43"/>
                <a:gd name="T2" fmla="*/ 25 w 39"/>
                <a:gd name="T3" fmla="*/ 43 h 43"/>
                <a:gd name="T4" fmla="*/ 0 w 39"/>
                <a:gd name="T5" fmla="*/ 33 h 43"/>
                <a:gd name="T6" fmla="*/ 14 w 39"/>
                <a:gd name="T7" fmla="*/ 0 h 43"/>
                <a:gd name="T8" fmla="*/ 39 w 39"/>
                <a:gd name="T9" fmla="*/ 10 h 43"/>
              </a:gdLst>
              <a:ahLst/>
              <a:cxnLst>
                <a:cxn ang="0">
                  <a:pos x="T0" y="T1"/>
                </a:cxn>
                <a:cxn ang="0">
                  <a:pos x="T2" y="T3"/>
                </a:cxn>
                <a:cxn ang="0">
                  <a:pos x="T4" y="T5"/>
                </a:cxn>
                <a:cxn ang="0">
                  <a:pos x="T6" y="T7"/>
                </a:cxn>
                <a:cxn ang="0">
                  <a:pos x="T8" y="T9"/>
                </a:cxn>
              </a:cxnLst>
              <a:rect l="0" t="0" r="r" b="b"/>
              <a:pathLst>
                <a:path w="39" h="43">
                  <a:moveTo>
                    <a:pt x="39" y="10"/>
                  </a:moveTo>
                  <a:lnTo>
                    <a:pt x="25" y="43"/>
                  </a:lnTo>
                  <a:lnTo>
                    <a:pt x="0" y="33"/>
                  </a:lnTo>
                  <a:lnTo>
                    <a:pt x="14" y="0"/>
                  </a:lnTo>
                  <a:lnTo>
                    <a:pt x="39" y="1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15">
              <a:extLst>
                <a:ext uri="{FF2B5EF4-FFF2-40B4-BE49-F238E27FC236}">
                  <a16:creationId xmlns:a16="http://schemas.microsoft.com/office/drawing/2014/main" id="{B63404C3-AAE2-462E-BFDA-1216E42E7DB8}"/>
                </a:ext>
              </a:extLst>
            </p:cNvPr>
            <p:cNvSpPr>
              <a:spLocks/>
            </p:cNvSpPr>
            <p:nvPr userDrawn="1"/>
          </p:nvSpPr>
          <p:spPr bwMode="auto">
            <a:xfrm>
              <a:off x="4643" y="2085"/>
              <a:ext cx="39" cy="44"/>
            </a:xfrm>
            <a:custGeom>
              <a:avLst/>
              <a:gdLst>
                <a:gd name="T0" fmla="*/ 24 w 39"/>
                <a:gd name="T1" fmla="*/ 0 h 44"/>
                <a:gd name="T2" fmla="*/ 39 w 39"/>
                <a:gd name="T3" fmla="*/ 34 h 44"/>
                <a:gd name="T4" fmla="*/ 14 w 39"/>
                <a:gd name="T5" fmla="*/ 44 h 44"/>
                <a:gd name="T6" fmla="*/ 0 w 39"/>
                <a:gd name="T7" fmla="*/ 11 h 44"/>
                <a:gd name="T8" fmla="*/ 24 w 39"/>
                <a:gd name="T9" fmla="*/ 0 h 44"/>
              </a:gdLst>
              <a:ahLst/>
              <a:cxnLst>
                <a:cxn ang="0">
                  <a:pos x="T0" y="T1"/>
                </a:cxn>
                <a:cxn ang="0">
                  <a:pos x="T2" y="T3"/>
                </a:cxn>
                <a:cxn ang="0">
                  <a:pos x="T4" y="T5"/>
                </a:cxn>
                <a:cxn ang="0">
                  <a:pos x="T6" y="T7"/>
                </a:cxn>
                <a:cxn ang="0">
                  <a:pos x="T8" y="T9"/>
                </a:cxn>
              </a:cxnLst>
              <a:rect l="0" t="0" r="r" b="b"/>
              <a:pathLst>
                <a:path w="39" h="44">
                  <a:moveTo>
                    <a:pt x="24" y="0"/>
                  </a:moveTo>
                  <a:lnTo>
                    <a:pt x="39" y="34"/>
                  </a:lnTo>
                  <a:lnTo>
                    <a:pt x="14" y="44"/>
                  </a:lnTo>
                  <a:lnTo>
                    <a:pt x="0" y="11"/>
                  </a:lnTo>
                  <a:lnTo>
                    <a:pt x="24"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6">
              <a:extLst>
                <a:ext uri="{FF2B5EF4-FFF2-40B4-BE49-F238E27FC236}">
                  <a16:creationId xmlns:a16="http://schemas.microsoft.com/office/drawing/2014/main" id="{94A797C2-15AB-46CF-8E5A-3156B2FAF372}"/>
                </a:ext>
              </a:extLst>
            </p:cNvPr>
            <p:cNvSpPr>
              <a:spLocks/>
            </p:cNvSpPr>
            <p:nvPr userDrawn="1"/>
          </p:nvSpPr>
          <p:spPr bwMode="auto">
            <a:xfrm>
              <a:off x="4916" y="1968"/>
              <a:ext cx="39" cy="44"/>
            </a:xfrm>
            <a:custGeom>
              <a:avLst/>
              <a:gdLst>
                <a:gd name="T0" fmla="*/ 25 w 39"/>
                <a:gd name="T1" fmla="*/ 0 h 44"/>
                <a:gd name="T2" fmla="*/ 39 w 39"/>
                <a:gd name="T3" fmla="*/ 33 h 44"/>
                <a:gd name="T4" fmla="*/ 14 w 39"/>
                <a:gd name="T5" fmla="*/ 44 h 44"/>
                <a:gd name="T6" fmla="*/ 0 w 39"/>
                <a:gd name="T7" fmla="*/ 11 h 44"/>
                <a:gd name="T8" fmla="*/ 25 w 39"/>
                <a:gd name="T9" fmla="*/ 0 h 44"/>
              </a:gdLst>
              <a:ahLst/>
              <a:cxnLst>
                <a:cxn ang="0">
                  <a:pos x="T0" y="T1"/>
                </a:cxn>
                <a:cxn ang="0">
                  <a:pos x="T2" y="T3"/>
                </a:cxn>
                <a:cxn ang="0">
                  <a:pos x="T4" y="T5"/>
                </a:cxn>
                <a:cxn ang="0">
                  <a:pos x="T6" y="T7"/>
                </a:cxn>
                <a:cxn ang="0">
                  <a:pos x="T8" y="T9"/>
                </a:cxn>
              </a:cxnLst>
              <a:rect l="0" t="0" r="r" b="b"/>
              <a:pathLst>
                <a:path w="39" h="44">
                  <a:moveTo>
                    <a:pt x="25" y="0"/>
                  </a:moveTo>
                  <a:lnTo>
                    <a:pt x="39" y="33"/>
                  </a:lnTo>
                  <a:lnTo>
                    <a:pt x="14" y="44"/>
                  </a:lnTo>
                  <a:lnTo>
                    <a:pt x="0" y="11"/>
                  </a:lnTo>
                  <a:lnTo>
                    <a:pt x="25"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17">
              <a:extLst>
                <a:ext uri="{FF2B5EF4-FFF2-40B4-BE49-F238E27FC236}">
                  <a16:creationId xmlns:a16="http://schemas.microsoft.com/office/drawing/2014/main" id="{E011851D-1687-42E6-9BF2-9B1A1D2B5695}"/>
                </a:ext>
              </a:extLst>
            </p:cNvPr>
            <p:cNvSpPr>
              <a:spLocks/>
            </p:cNvSpPr>
            <p:nvPr userDrawn="1"/>
          </p:nvSpPr>
          <p:spPr bwMode="auto">
            <a:xfrm>
              <a:off x="4836" y="2166"/>
              <a:ext cx="43" cy="39"/>
            </a:xfrm>
            <a:custGeom>
              <a:avLst/>
              <a:gdLst>
                <a:gd name="T0" fmla="*/ 0 w 43"/>
                <a:gd name="T1" fmla="*/ 14 h 39"/>
                <a:gd name="T2" fmla="*/ 33 w 43"/>
                <a:gd name="T3" fmla="*/ 0 h 39"/>
                <a:gd name="T4" fmla="*/ 43 w 43"/>
                <a:gd name="T5" fmla="*/ 24 h 39"/>
                <a:gd name="T6" fmla="*/ 10 w 43"/>
                <a:gd name="T7" fmla="*/ 39 h 39"/>
                <a:gd name="T8" fmla="*/ 0 w 43"/>
                <a:gd name="T9" fmla="*/ 14 h 39"/>
              </a:gdLst>
              <a:ahLst/>
              <a:cxnLst>
                <a:cxn ang="0">
                  <a:pos x="T0" y="T1"/>
                </a:cxn>
                <a:cxn ang="0">
                  <a:pos x="T2" y="T3"/>
                </a:cxn>
                <a:cxn ang="0">
                  <a:pos x="T4" y="T5"/>
                </a:cxn>
                <a:cxn ang="0">
                  <a:pos x="T6" y="T7"/>
                </a:cxn>
                <a:cxn ang="0">
                  <a:pos x="T8" y="T9"/>
                </a:cxn>
              </a:cxnLst>
              <a:rect l="0" t="0" r="r" b="b"/>
              <a:pathLst>
                <a:path w="43" h="39">
                  <a:moveTo>
                    <a:pt x="0" y="14"/>
                  </a:moveTo>
                  <a:lnTo>
                    <a:pt x="33" y="0"/>
                  </a:lnTo>
                  <a:lnTo>
                    <a:pt x="43" y="24"/>
                  </a:lnTo>
                  <a:lnTo>
                    <a:pt x="10" y="39"/>
                  </a:lnTo>
                  <a:lnTo>
                    <a:pt x="0" y="14"/>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18">
              <a:extLst>
                <a:ext uri="{FF2B5EF4-FFF2-40B4-BE49-F238E27FC236}">
                  <a16:creationId xmlns:a16="http://schemas.microsoft.com/office/drawing/2014/main" id="{BC2F536A-E8C5-46E3-93FA-DAC950037F7B}"/>
                </a:ext>
              </a:extLst>
            </p:cNvPr>
            <p:cNvSpPr>
              <a:spLocks/>
            </p:cNvSpPr>
            <p:nvPr userDrawn="1"/>
          </p:nvSpPr>
          <p:spPr bwMode="auto">
            <a:xfrm>
              <a:off x="4718" y="1892"/>
              <a:ext cx="44" cy="39"/>
            </a:xfrm>
            <a:custGeom>
              <a:avLst/>
              <a:gdLst>
                <a:gd name="T0" fmla="*/ 0 w 44"/>
                <a:gd name="T1" fmla="*/ 14 h 39"/>
                <a:gd name="T2" fmla="*/ 33 w 44"/>
                <a:gd name="T3" fmla="*/ 0 h 39"/>
                <a:gd name="T4" fmla="*/ 44 w 44"/>
                <a:gd name="T5" fmla="*/ 25 h 39"/>
                <a:gd name="T6" fmla="*/ 11 w 44"/>
                <a:gd name="T7" fmla="*/ 39 h 39"/>
                <a:gd name="T8" fmla="*/ 0 w 44"/>
                <a:gd name="T9" fmla="*/ 14 h 39"/>
              </a:gdLst>
              <a:ahLst/>
              <a:cxnLst>
                <a:cxn ang="0">
                  <a:pos x="T0" y="T1"/>
                </a:cxn>
                <a:cxn ang="0">
                  <a:pos x="T2" y="T3"/>
                </a:cxn>
                <a:cxn ang="0">
                  <a:pos x="T4" y="T5"/>
                </a:cxn>
                <a:cxn ang="0">
                  <a:pos x="T6" y="T7"/>
                </a:cxn>
                <a:cxn ang="0">
                  <a:pos x="T8" y="T9"/>
                </a:cxn>
              </a:cxnLst>
              <a:rect l="0" t="0" r="r" b="b"/>
              <a:pathLst>
                <a:path w="44" h="39">
                  <a:moveTo>
                    <a:pt x="0" y="14"/>
                  </a:moveTo>
                  <a:lnTo>
                    <a:pt x="33" y="0"/>
                  </a:lnTo>
                  <a:lnTo>
                    <a:pt x="44" y="25"/>
                  </a:lnTo>
                  <a:lnTo>
                    <a:pt x="11" y="39"/>
                  </a:lnTo>
                  <a:lnTo>
                    <a:pt x="0" y="14"/>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19">
              <a:extLst>
                <a:ext uri="{FF2B5EF4-FFF2-40B4-BE49-F238E27FC236}">
                  <a16:creationId xmlns:a16="http://schemas.microsoft.com/office/drawing/2014/main" id="{0E2FA171-B2FE-45BC-814B-0BC44C31B7B7}"/>
                </a:ext>
              </a:extLst>
            </p:cNvPr>
            <p:cNvSpPr>
              <a:spLocks noEditPoints="1"/>
            </p:cNvSpPr>
            <p:nvPr userDrawn="1"/>
          </p:nvSpPr>
          <p:spPr bwMode="auto">
            <a:xfrm>
              <a:off x="4531" y="2152"/>
              <a:ext cx="165" cy="164"/>
            </a:xfrm>
            <a:custGeom>
              <a:avLst/>
              <a:gdLst>
                <a:gd name="T0" fmla="*/ 258 w 515"/>
                <a:gd name="T1" fmla="*/ 128 h 512"/>
                <a:gd name="T2" fmla="*/ 347 w 515"/>
                <a:gd name="T3" fmla="*/ 165 h 512"/>
                <a:gd name="T4" fmla="*/ 385 w 515"/>
                <a:gd name="T5" fmla="*/ 255 h 512"/>
                <a:gd name="T6" fmla="*/ 349 w 515"/>
                <a:gd name="T7" fmla="*/ 346 h 512"/>
                <a:gd name="T8" fmla="*/ 259 w 515"/>
                <a:gd name="T9" fmla="*/ 384 h 512"/>
                <a:gd name="T10" fmla="*/ 257 w 515"/>
                <a:gd name="T11" fmla="*/ 384 h 512"/>
                <a:gd name="T12" fmla="*/ 168 w 515"/>
                <a:gd name="T13" fmla="*/ 347 h 512"/>
                <a:gd name="T14" fmla="*/ 129 w 515"/>
                <a:gd name="T15" fmla="*/ 258 h 512"/>
                <a:gd name="T16" fmla="*/ 166 w 515"/>
                <a:gd name="T17" fmla="*/ 167 h 512"/>
                <a:gd name="T18" fmla="*/ 256 w 515"/>
                <a:gd name="T19" fmla="*/ 128 h 512"/>
                <a:gd name="T20" fmla="*/ 258 w 515"/>
                <a:gd name="T21" fmla="*/ 128 h 512"/>
                <a:gd name="T22" fmla="*/ 258 w 515"/>
                <a:gd name="T23" fmla="*/ 128 h 512"/>
                <a:gd name="T24" fmla="*/ 258 w 515"/>
                <a:gd name="T25" fmla="*/ 128 h 512"/>
                <a:gd name="T26" fmla="*/ 258 w 515"/>
                <a:gd name="T27" fmla="*/ 0 h 512"/>
                <a:gd name="T28" fmla="*/ 254 w 515"/>
                <a:gd name="T29" fmla="*/ 0 h 512"/>
                <a:gd name="T30" fmla="*/ 1 w 515"/>
                <a:gd name="T31" fmla="*/ 260 h 512"/>
                <a:gd name="T32" fmla="*/ 257 w 515"/>
                <a:gd name="T33" fmla="*/ 512 h 512"/>
                <a:gd name="T34" fmla="*/ 261 w 515"/>
                <a:gd name="T35" fmla="*/ 512 h 512"/>
                <a:gd name="T36" fmla="*/ 513 w 515"/>
                <a:gd name="T37" fmla="*/ 253 h 512"/>
                <a:gd name="T38" fmla="*/ 258 w 515"/>
                <a:gd name="T3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5" h="512">
                  <a:moveTo>
                    <a:pt x="258" y="128"/>
                  </a:moveTo>
                  <a:cubicBezTo>
                    <a:pt x="291" y="128"/>
                    <a:pt x="323" y="141"/>
                    <a:pt x="347" y="165"/>
                  </a:cubicBezTo>
                  <a:cubicBezTo>
                    <a:pt x="371" y="189"/>
                    <a:pt x="385" y="221"/>
                    <a:pt x="385" y="255"/>
                  </a:cubicBezTo>
                  <a:cubicBezTo>
                    <a:pt x="386" y="289"/>
                    <a:pt x="373" y="321"/>
                    <a:pt x="349" y="346"/>
                  </a:cubicBezTo>
                  <a:cubicBezTo>
                    <a:pt x="325" y="370"/>
                    <a:pt x="293" y="384"/>
                    <a:pt x="259" y="384"/>
                  </a:cubicBezTo>
                  <a:cubicBezTo>
                    <a:pt x="259" y="384"/>
                    <a:pt x="258" y="384"/>
                    <a:pt x="257" y="384"/>
                  </a:cubicBezTo>
                  <a:cubicBezTo>
                    <a:pt x="224" y="384"/>
                    <a:pt x="192" y="371"/>
                    <a:pt x="168" y="347"/>
                  </a:cubicBezTo>
                  <a:cubicBezTo>
                    <a:pt x="143" y="324"/>
                    <a:pt x="130" y="292"/>
                    <a:pt x="129" y="258"/>
                  </a:cubicBezTo>
                  <a:cubicBezTo>
                    <a:pt x="129" y="224"/>
                    <a:pt x="142" y="192"/>
                    <a:pt x="166" y="167"/>
                  </a:cubicBezTo>
                  <a:cubicBezTo>
                    <a:pt x="190" y="143"/>
                    <a:pt x="222" y="129"/>
                    <a:pt x="256" y="128"/>
                  </a:cubicBezTo>
                  <a:cubicBezTo>
                    <a:pt x="256" y="128"/>
                    <a:pt x="257" y="128"/>
                    <a:pt x="258" y="128"/>
                  </a:cubicBezTo>
                  <a:cubicBezTo>
                    <a:pt x="258" y="128"/>
                    <a:pt x="258" y="128"/>
                    <a:pt x="258" y="128"/>
                  </a:cubicBezTo>
                  <a:cubicBezTo>
                    <a:pt x="258" y="128"/>
                    <a:pt x="258" y="128"/>
                    <a:pt x="258" y="128"/>
                  </a:cubicBezTo>
                  <a:moveTo>
                    <a:pt x="258" y="0"/>
                  </a:moveTo>
                  <a:cubicBezTo>
                    <a:pt x="256" y="0"/>
                    <a:pt x="255" y="0"/>
                    <a:pt x="254" y="0"/>
                  </a:cubicBezTo>
                  <a:cubicBezTo>
                    <a:pt x="113" y="2"/>
                    <a:pt x="0" y="118"/>
                    <a:pt x="1" y="260"/>
                  </a:cubicBezTo>
                  <a:cubicBezTo>
                    <a:pt x="3" y="400"/>
                    <a:pt x="118" y="512"/>
                    <a:pt x="257" y="512"/>
                  </a:cubicBezTo>
                  <a:cubicBezTo>
                    <a:pt x="258" y="512"/>
                    <a:pt x="260" y="512"/>
                    <a:pt x="261" y="512"/>
                  </a:cubicBezTo>
                  <a:cubicBezTo>
                    <a:pt x="402" y="511"/>
                    <a:pt x="515" y="394"/>
                    <a:pt x="513" y="253"/>
                  </a:cubicBezTo>
                  <a:cubicBezTo>
                    <a:pt x="512" y="113"/>
                    <a:pt x="397" y="0"/>
                    <a:pt x="258" y="0"/>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0">
              <a:extLst>
                <a:ext uri="{FF2B5EF4-FFF2-40B4-BE49-F238E27FC236}">
                  <a16:creationId xmlns:a16="http://schemas.microsoft.com/office/drawing/2014/main" id="{BBFB2C93-73E8-4C37-9D9A-C7B68B081B58}"/>
                </a:ext>
              </a:extLst>
            </p:cNvPr>
            <p:cNvSpPr>
              <a:spLocks/>
            </p:cNvSpPr>
            <p:nvPr userDrawn="1"/>
          </p:nvSpPr>
          <p:spPr bwMode="auto">
            <a:xfrm>
              <a:off x="4602" y="2137"/>
              <a:ext cx="20" cy="17"/>
            </a:xfrm>
            <a:custGeom>
              <a:avLst/>
              <a:gdLst>
                <a:gd name="T0" fmla="*/ 20 w 20"/>
                <a:gd name="T1" fmla="*/ 17 h 17"/>
                <a:gd name="T2" fmla="*/ 0 w 20"/>
                <a:gd name="T3" fmla="*/ 17 h 17"/>
                <a:gd name="T4" fmla="*/ 0 w 20"/>
                <a:gd name="T5" fmla="*/ 1 h 17"/>
                <a:gd name="T6" fmla="*/ 20 w 20"/>
                <a:gd name="T7" fmla="*/ 0 h 17"/>
                <a:gd name="T8" fmla="*/ 20 w 20"/>
                <a:gd name="T9" fmla="*/ 17 h 17"/>
              </a:gdLst>
              <a:ahLst/>
              <a:cxnLst>
                <a:cxn ang="0">
                  <a:pos x="T0" y="T1"/>
                </a:cxn>
                <a:cxn ang="0">
                  <a:pos x="T2" y="T3"/>
                </a:cxn>
                <a:cxn ang="0">
                  <a:pos x="T4" y="T5"/>
                </a:cxn>
                <a:cxn ang="0">
                  <a:pos x="T6" y="T7"/>
                </a:cxn>
                <a:cxn ang="0">
                  <a:pos x="T8" y="T9"/>
                </a:cxn>
              </a:cxnLst>
              <a:rect l="0" t="0" r="r" b="b"/>
              <a:pathLst>
                <a:path w="20" h="17">
                  <a:moveTo>
                    <a:pt x="20" y="17"/>
                  </a:moveTo>
                  <a:lnTo>
                    <a:pt x="0" y="17"/>
                  </a:lnTo>
                  <a:lnTo>
                    <a:pt x="0" y="1"/>
                  </a:lnTo>
                  <a:lnTo>
                    <a:pt x="20" y="0"/>
                  </a:lnTo>
                  <a:lnTo>
                    <a:pt x="20" y="17"/>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1">
              <a:extLst>
                <a:ext uri="{FF2B5EF4-FFF2-40B4-BE49-F238E27FC236}">
                  <a16:creationId xmlns:a16="http://schemas.microsoft.com/office/drawing/2014/main" id="{EDF6553E-59E2-4E36-B433-91045C97DF3E}"/>
                </a:ext>
              </a:extLst>
            </p:cNvPr>
            <p:cNvSpPr>
              <a:spLocks/>
            </p:cNvSpPr>
            <p:nvPr userDrawn="1"/>
          </p:nvSpPr>
          <p:spPr bwMode="auto">
            <a:xfrm>
              <a:off x="4605" y="2312"/>
              <a:ext cx="21" cy="17"/>
            </a:xfrm>
            <a:custGeom>
              <a:avLst/>
              <a:gdLst>
                <a:gd name="T0" fmla="*/ 21 w 21"/>
                <a:gd name="T1" fmla="*/ 17 h 17"/>
                <a:gd name="T2" fmla="*/ 1 w 21"/>
                <a:gd name="T3" fmla="*/ 17 h 17"/>
                <a:gd name="T4" fmla="*/ 0 w 21"/>
                <a:gd name="T5" fmla="*/ 0 h 17"/>
                <a:gd name="T6" fmla="*/ 21 w 21"/>
                <a:gd name="T7" fmla="*/ 0 h 17"/>
                <a:gd name="T8" fmla="*/ 21 w 21"/>
                <a:gd name="T9" fmla="*/ 17 h 17"/>
              </a:gdLst>
              <a:ahLst/>
              <a:cxnLst>
                <a:cxn ang="0">
                  <a:pos x="T0" y="T1"/>
                </a:cxn>
                <a:cxn ang="0">
                  <a:pos x="T2" y="T3"/>
                </a:cxn>
                <a:cxn ang="0">
                  <a:pos x="T4" y="T5"/>
                </a:cxn>
                <a:cxn ang="0">
                  <a:pos x="T6" y="T7"/>
                </a:cxn>
                <a:cxn ang="0">
                  <a:pos x="T8" y="T9"/>
                </a:cxn>
              </a:cxnLst>
              <a:rect l="0" t="0" r="r" b="b"/>
              <a:pathLst>
                <a:path w="21" h="17">
                  <a:moveTo>
                    <a:pt x="21" y="17"/>
                  </a:moveTo>
                  <a:lnTo>
                    <a:pt x="1" y="17"/>
                  </a:lnTo>
                  <a:lnTo>
                    <a:pt x="0" y="0"/>
                  </a:lnTo>
                  <a:lnTo>
                    <a:pt x="21" y="0"/>
                  </a:lnTo>
                  <a:lnTo>
                    <a:pt x="21" y="17"/>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2">
              <a:extLst>
                <a:ext uri="{FF2B5EF4-FFF2-40B4-BE49-F238E27FC236}">
                  <a16:creationId xmlns:a16="http://schemas.microsoft.com/office/drawing/2014/main" id="{C2AAC19B-12F1-4321-A4BA-A5B7C1D70431}"/>
                </a:ext>
              </a:extLst>
            </p:cNvPr>
            <p:cNvSpPr>
              <a:spLocks/>
            </p:cNvSpPr>
            <p:nvPr userDrawn="1"/>
          </p:nvSpPr>
          <p:spPr bwMode="auto">
            <a:xfrm>
              <a:off x="4692" y="2223"/>
              <a:ext cx="18" cy="20"/>
            </a:xfrm>
            <a:custGeom>
              <a:avLst/>
              <a:gdLst>
                <a:gd name="T0" fmla="*/ 17 w 18"/>
                <a:gd name="T1" fmla="*/ 0 h 20"/>
                <a:gd name="T2" fmla="*/ 18 w 18"/>
                <a:gd name="T3" fmla="*/ 20 h 20"/>
                <a:gd name="T4" fmla="*/ 1 w 18"/>
                <a:gd name="T5" fmla="*/ 20 h 20"/>
                <a:gd name="T6" fmla="*/ 0 w 18"/>
                <a:gd name="T7" fmla="*/ 0 h 20"/>
                <a:gd name="T8" fmla="*/ 17 w 18"/>
                <a:gd name="T9" fmla="*/ 0 h 20"/>
              </a:gdLst>
              <a:ahLst/>
              <a:cxnLst>
                <a:cxn ang="0">
                  <a:pos x="T0" y="T1"/>
                </a:cxn>
                <a:cxn ang="0">
                  <a:pos x="T2" y="T3"/>
                </a:cxn>
                <a:cxn ang="0">
                  <a:pos x="T4" y="T5"/>
                </a:cxn>
                <a:cxn ang="0">
                  <a:pos x="T6" y="T7"/>
                </a:cxn>
                <a:cxn ang="0">
                  <a:pos x="T8" y="T9"/>
                </a:cxn>
              </a:cxnLst>
              <a:rect l="0" t="0" r="r" b="b"/>
              <a:pathLst>
                <a:path w="18" h="20">
                  <a:moveTo>
                    <a:pt x="17" y="0"/>
                  </a:moveTo>
                  <a:lnTo>
                    <a:pt x="18" y="20"/>
                  </a:lnTo>
                  <a:lnTo>
                    <a:pt x="1" y="20"/>
                  </a:lnTo>
                  <a:lnTo>
                    <a:pt x="0" y="0"/>
                  </a:lnTo>
                  <a:lnTo>
                    <a:pt x="17"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Rectangle 23">
              <a:extLst>
                <a:ext uri="{FF2B5EF4-FFF2-40B4-BE49-F238E27FC236}">
                  <a16:creationId xmlns:a16="http://schemas.microsoft.com/office/drawing/2014/main" id="{0F3D6FE3-DF31-4420-8B3A-C22ED5B87321}"/>
                </a:ext>
              </a:extLst>
            </p:cNvPr>
            <p:cNvSpPr>
              <a:spLocks noChangeArrowheads="1"/>
            </p:cNvSpPr>
            <p:nvPr userDrawn="1"/>
          </p:nvSpPr>
          <p:spPr bwMode="auto">
            <a:xfrm>
              <a:off x="4518" y="2223"/>
              <a:ext cx="17" cy="20"/>
            </a:xfrm>
            <a:prstGeom prst="rect">
              <a:avLst/>
            </a:prstGeom>
            <a:solidFill>
              <a:schemeClr val="accent1">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4">
              <a:extLst>
                <a:ext uri="{FF2B5EF4-FFF2-40B4-BE49-F238E27FC236}">
                  <a16:creationId xmlns:a16="http://schemas.microsoft.com/office/drawing/2014/main" id="{08C0A866-7473-418F-9326-C65AD0425403}"/>
                </a:ext>
              </a:extLst>
            </p:cNvPr>
            <p:cNvSpPr>
              <a:spLocks/>
            </p:cNvSpPr>
            <p:nvPr userDrawn="1"/>
          </p:nvSpPr>
          <p:spPr bwMode="auto">
            <a:xfrm>
              <a:off x="4540" y="2283"/>
              <a:ext cx="26" cy="25"/>
            </a:xfrm>
            <a:custGeom>
              <a:avLst/>
              <a:gdLst>
                <a:gd name="T0" fmla="*/ 11 w 26"/>
                <a:gd name="T1" fmla="*/ 0 h 25"/>
                <a:gd name="T2" fmla="*/ 26 w 26"/>
                <a:gd name="T3" fmla="*/ 14 h 25"/>
                <a:gd name="T4" fmla="*/ 15 w 26"/>
                <a:gd name="T5" fmla="*/ 25 h 25"/>
                <a:gd name="T6" fmla="*/ 0 w 26"/>
                <a:gd name="T7" fmla="*/ 11 h 25"/>
                <a:gd name="T8" fmla="*/ 11 w 26"/>
                <a:gd name="T9" fmla="*/ 0 h 25"/>
              </a:gdLst>
              <a:ahLst/>
              <a:cxnLst>
                <a:cxn ang="0">
                  <a:pos x="T0" y="T1"/>
                </a:cxn>
                <a:cxn ang="0">
                  <a:pos x="T2" y="T3"/>
                </a:cxn>
                <a:cxn ang="0">
                  <a:pos x="T4" y="T5"/>
                </a:cxn>
                <a:cxn ang="0">
                  <a:pos x="T6" y="T7"/>
                </a:cxn>
                <a:cxn ang="0">
                  <a:pos x="T8" y="T9"/>
                </a:cxn>
              </a:cxnLst>
              <a:rect l="0" t="0" r="r" b="b"/>
              <a:pathLst>
                <a:path w="26" h="25">
                  <a:moveTo>
                    <a:pt x="11" y="0"/>
                  </a:moveTo>
                  <a:lnTo>
                    <a:pt x="26" y="14"/>
                  </a:lnTo>
                  <a:lnTo>
                    <a:pt x="15" y="25"/>
                  </a:lnTo>
                  <a:lnTo>
                    <a:pt x="0" y="11"/>
                  </a:lnTo>
                  <a:lnTo>
                    <a:pt x="11"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5">
              <a:extLst>
                <a:ext uri="{FF2B5EF4-FFF2-40B4-BE49-F238E27FC236}">
                  <a16:creationId xmlns:a16="http://schemas.microsoft.com/office/drawing/2014/main" id="{50853E55-8E19-4A96-8132-9B583BE532B5}"/>
                </a:ext>
              </a:extLst>
            </p:cNvPr>
            <p:cNvSpPr>
              <a:spLocks/>
            </p:cNvSpPr>
            <p:nvPr userDrawn="1"/>
          </p:nvSpPr>
          <p:spPr bwMode="auto">
            <a:xfrm>
              <a:off x="4662" y="2159"/>
              <a:ext cx="26" cy="26"/>
            </a:xfrm>
            <a:custGeom>
              <a:avLst/>
              <a:gdLst>
                <a:gd name="T0" fmla="*/ 11 w 26"/>
                <a:gd name="T1" fmla="*/ 0 h 26"/>
                <a:gd name="T2" fmla="*/ 26 w 26"/>
                <a:gd name="T3" fmla="*/ 14 h 26"/>
                <a:gd name="T4" fmla="*/ 16 w 26"/>
                <a:gd name="T5" fmla="*/ 26 h 26"/>
                <a:gd name="T6" fmla="*/ 0 w 26"/>
                <a:gd name="T7" fmla="*/ 11 h 26"/>
                <a:gd name="T8" fmla="*/ 11 w 26"/>
                <a:gd name="T9" fmla="*/ 0 h 26"/>
              </a:gdLst>
              <a:ahLst/>
              <a:cxnLst>
                <a:cxn ang="0">
                  <a:pos x="T0" y="T1"/>
                </a:cxn>
                <a:cxn ang="0">
                  <a:pos x="T2" y="T3"/>
                </a:cxn>
                <a:cxn ang="0">
                  <a:pos x="T4" y="T5"/>
                </a:cxn>
                <a:cxn ang="0">
                  <a:pos x="T6" y="T7"/>
                </a:cxn>
                <a:cxn ang="0">
                  <a:pos x="T8" y="T9"/>
                </a:cxn>
              </a:cxnLst>
              <a:rect l="0" t="0" r="r" b="b"/>
              <a:pathLst>
                <a:path w="26" h="26">
                  <a:moveTo>
                    <a:pt x="11" y="0"/>
                  </a:moveTo>
                  <a:lnTo>
                    <a:pt x="26" y="14"/>
                  </a:lnTo>
                  <a:lnTo>
                    <a:pt x="16" y="26"/>
                  </a:lnTo>
                  <a:lnTo>
                    <a:pt x="0" y="11"/>
                  </a:lnTo>
                  <a:lnTo>
                    <a:pt x="11"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6">
              <a:extLst>
                <a:ext uri="{FF2B5EF4-FFF2-40B4-BE49-F238E27FC236}">
                  <a16:creationId xmlns:a16="http://schemas.microsoft.com/office/drawing/2014/main" id="{CD4FD4E8-5C2E-4D92-B44F-5C46090B28A5}"/>
                </a:ext>
              </a:extLst>
            </p:cNvPr>
            <p:cNvSpPr>
              <a:spLocks/>
            </p:cNvSpPr>
            <p:nvPr userDrawn="1"/>
          </p:nvSpPr>
          <p:spPr bwMode="auto">
            <a:xfrm>
              <a:off x="4664" y="2281"/>
              <a:ext cx="26" cy="26"/>
            </a:xfrm>
            <a:custGeom>
              <a:avLst/>
              <a:gdLst>
                <a:gd name="T0" fmla="*/ 0 w 26"/>
                <a:gd name="T1" fmla="*/ 15 h 26"/>
                <a:gd name="T2" fmla="*/ 15 w 26"/>
                <a:gd name="T3" fmla="*/ 0 h 26"/>
                <a:gd name="T4" fmla="*/ 26 w 26"/>
                <a:gd name="T5" fmla="*/ 11 h 26"/>
                <a:gd name="T6" fmla="*/ 11 w 26"/>
                <a:gd name="T7" fmla="*/ 26 h 26"/>
                <a:gd name="T8" fmla="*/ 0 w 26"/>
                <a:gd name="T9" fmla="*/ 15 h 26"/>
              </a:gdLst>
              <a:ahLst/>
              <a:cxnLst>
                <a:cxn ang="0">
                  <a:pos x="T0" y="T1"/>
                </a:cxn>
                <a:cxn ang="0">
                  <a:pos x="T2" y="T3"/>
                </a:cxn>
                <a:cxn ang="0">
                  <a:pos x="T4" y="T5"/>
                </a:cxn>
                <a:cxn ang="0">
                  <a:pos x="T6" y="T7"/>
                </a:cxn>
                <a:cxn ang="0">
                  <a:pos x="T8" y="T9"/>
                </a:cxn>
              </a:cxnLst>
              <a:rect l="0" t="0" r="r" b="b"/>
              <a:pathLst>
                <a:path w="26" h="26">
                  <a:moveTo>
                    <a:pt x="0" y="15"/>
                  </a:moveTo>
                  <a:lnTo>
                    <a:pt x="15" y="0"/>
                  </a:lnTo>
                  <a:lnTo>
                    <a:pt x="26" y="11"/>
                  </a:lnTo>
                  <a:lnTo>
                    <a:pt x="11" y="26"/>
                  </a:lnTo>
                  <a:lnTo>
                    <a:pt x="0" y="15"/>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7">
              <a:extLst>
                <a:ext uri="{FF2B5EF4-FFF2-40B4-BE49-F238E27FC236}">
                  <a16:creationId xmlns:a16="http://schemas.microsoft.com/office/drawing/2014/main" id="{79AE95F7-D917-403E-B0FB-AC7575B66F4F}"/>
                </a:ext>
              </a:extLst>
            </p:cNvPr>
            <p:cNvSpPr>
              <a:spLocks/>
            </p:cNvSpPr>
            <p:nvPr userDrawn="1"/>
          </p:nvSpPr>
          <p:spPr bwMode="auto">
            <a:xfrm>
              <a:off x="4538" y="2161"/>
              <a:ext cx="26" cy="25"/>
            </a:xfrm>
            <a:custGeom>
              <a:avLst/>
              <a:gdLst>
                <a:gd name="T0" fmla="*/ 0 w 26"/>
                <a:gd name="T1" fmla="*/ 14 h 25"/>
                <a:gd name="T2" fmla="*/ 15 w 26"/>
                <a:gd name="T3" fmla="*/ 0 h 25"/>
                <a:gd name="T4" fmla="*/ 26 w 26"/>
                <a:gd name="T5" fmla="*/ 10 h 25"/>
                <a:gd name="T6" fmla="*/ 11 w 26"/>
                <a:gd name="T7" fmla="*/ 25 h 25"/>
                <a:gd name="T8" fmla="*/ 0 w 26"/>
                <a:gd name="T9" fmla="*/ 14 h 25"/>
              </a:gdLst>
              <a:ahLst/>
              <a:cxnLst>
                <a:cxn ang="0">
                  <a:pos x="T0" y="T1"/>
                </a:cxn>
                <a:cxn ang="0">
                  <a:pos x="T2" y="T3"/>
                </a:cxn>
                <a:cxn ang="0">
                  <a:pos x="T4" y="T5"/>
                </a:cxn>
                <a:cxn ang="0">
                  <a:pos x="T6" y="T7"/>
                </a:cxn>
                <a:cxn ang="0">
                  <a:pos x="T8" y="T9"/>
                </a:cxn>
              </a:cxnLst>
              <a:rect l="0" t="0" r="r" b="b"/>
              <a:pathLst>
                <a:path w="26" h="25">
                  <a:moveTo>
                    <a:pt x="0" y="14"/>
                  </a:moveTo>
                  <a:lnTo>
                    <a:pt x="15" y="0"/>
                  </a:lnTo>
                  <a:lnTo>
                    <a:pt x="26" y="10"/>
                  </a:lnTo>
                  <a:lnTo>
                    <a:pt x="11" y="25"/>
                  </a:lnTo>
                  <a:lnTo>
                    <a:pt x="0" y="14"/>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8">
              <a:extLst>
                <a:ext uri="{FF2B5EF4-FFF2-40B4-BE49-F238E27FC236}">
                  <a16:creationId xmlns:a16="http://schemas.microsoft.com/office/drawing/2014/main" id="{935B7A32-66FD-45C4-B455-4C5752933ADB}"/>
                </a:ext>
              </a:extLst>
            </p:cNvPr>
            <p:cNvSpPr>
              <a:spLocks noEditPoints="1"/>
            </p:cNvSpPr>
            <p:nvPr userDrawn="1"/>
          </p:nvSpPr>
          <p:spPr bwMode="auto">
            <a:xfrm>
              <a:off x="4525" y="2022"/>
              <a:ext cx="95" cy="94"/>
            </a:xfrm>
            <a:custGeom>
              <a:avLst/>
              <a:gdLst>
                <a:gd name="T0" fmla="*/ 148 w 295"/>
                <a:gd name="T1" fmla="*/ 74 h 293"/>
                <a:gd name="T2" fmla="*/ 199 w 295"/>
                <a:gd name="T3" fmla="*/ 95 h 293"/>
                <a:gd name="T4" fmla="*/ 221 w 295"/>
                <a:gd name="T5" fmla="*/ 146 h 293"/>
                <a:gd name="T6" fmla="*/ 200 w 295"/>
                <a:gd name="T7" fmla="*/ 198 h 293"/>
                <a:gd name="T8" fmla="*/ 148 w 295"/>
                <a:gd name="T9" fmla="*/ 220 h 293"/>
                <a:gd name="T10" fmla="*/ 148 w 295"/>
                <a:gd name="T11" fmla="*/ 220 h 293"/>
                <a:gd name="T12" fmla="*/ 96 w 295"/>
                <a:gd name="T13" fmla="*/ 199 h 293"/>
                <a:gd name="T14" fmla="*/ 74 w 295"/>
                <a:gd name="T15" fmla="*/ 148 h 293"/>
                <a:gd name="T16" fmla="*/ 95 w 295"/>
                <a:gd name="T17" fmla="*/ 96 h 293"/>
                <a:gd name="T18" fmla="*/ 147 w 295"/>
                <a:gd name="T19" fmla="*/ 74 h 293"/>
                <a:gd name="T20" fmla="*/ 148 w 295"/>
                <a:gd name="T21" fmla="*/ 74 h 293"/>
                <a:gd name="T22" fmla="*/ 148 w 295"/>
                <a:gd name="T23" fmla="*/ 74 h 293"/>
                <a:gd name="T24" fmla="*/ 148 w 295"/>
                <a:gd name="T25" fmla="*/ 74 h 293"/>
                <a:gd name="T26" fmla="*/ 148 w 295"/>
                <a:gd name="T27" fmla="*/ 0 h 293"/>
                <a:gd name="T28" fmla="*/ 146 w 295"/>
                <a:gd name="T29" fmla="*/ 0 h 293"/>
                <a:gd name="T30" fmla="*/ 1 w 295"/>
                <a:gd name="T31" fmla="*/ 149 h 293"/>
                <a:gd name="T32" fmla="*/ 148 w 295"/>
                <a:gd name="T33" fmla="*/ 293 h 293"/>
                <a:gd name="T34" fmla="*/ 149 w 295"/>
                <a:gd name="T35" fmla="*/ 293 h 293"/>
                <a:gd name="T36" fmla="*/ 294 w 295"/>
                <a:gd name="T37" fmla="*/ 145 h 293"/>
                <a:gd name="T38" fmla="*/ 148 w 295"/>
                <a:gd name="T3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5" h="293">
                  <a:moveTo>
                    <a:pt x="148" y="74"/>
                  </a:moveTo>
                  <a:cubicBezTo>
                    <a:pt x="167" y="74"/>
                    <a:pt x="185" y="81"/>
                    <a:pt x="199" y="95"/>
                  </a:cubicBezTo>
                  <a:cubicBezTo>
                    <a:pt x="213" y="108"/>
                    <a:pt x="220" y="126"/>
                    <a:pt x="221" y="146"/>
                  </a:cubicBezTo>
                  <a:cubicBezTo>
                    <a:pt x="221" y="165"/>
                    <a:pt x="214" y="184"/>
                    <a:pt x="200" y="198"/>
                  </a:cubicBezTo>
                  <a:cubicBezTo>
                    <a:pt x="186" y="212"/>
                    <a:pt x="168" y="220"/>
                    <a:pt x="148" y="220"/>
                  </a:cubicBezTo>
                  <a:cubicBezTo>
                    <a:pt x="148" y="220"/>
                    <a:pt x="148" y="220"/>
                    <a:pt x="148" y="220"/>
                  </a:cubicBezTo>
                  <a:cubicBezTo>
                    <a:pt x="128" y="220"/>
                    <a:pt x="110" y="212"/>
                    <a:pt x="96" y="199"/>
                  </a:cubicBezTo>
                  <a:cubicBezTo>
                    <a:pt x="82" y="185"/>
                    <a:pt x="75" y="167"/>
                    <a:pt x="74" y="148"/>
                  </a:cubicBezTo>
                  <a:cubicBezTo>
                    <a:pt x="74" y="128"/>
                    <a:pt x="82" y="110"/>
                    <a:pt x="95" y="96"/>
                  </a:cubicBezTo>
                  <a:cubicBezTo>
                    <a:pt x="109" y="82"/>
                    <a:pt x="127" y="74"/>
                    <a:pt x="147" y="74"/>
                  </a:cubicBezTo>
                  <a:cubicBezTo>
                    <a:pt x="147" y="74"/>
                    <a:pt x="147" y="74"/>
                    <a:pt x="148" y="74"/>
                  </a:cubicBezTo>
                  <a:cubicBezTo>
                    <a:pt x="148" y="74"/>
                    <a:pt x="148" y="74"/>
                    <a:pt x="148" y="74"/>
                  </a:cubicBezTo>
                  <a:cubicBezTo>
                    <a:pt x="148" y="74"/>
                    <a:pt x="148" y="74"/>
                    <a:pt x="148" y="74"/>
                  </a:cubicBezTo>
                  <a:moveTo>
                    <a:pt x="148" y="0"/>
                  </a:moveTo>
                  <a:cubicBezTo>
                    <a:pt x="147" y="0"/>
                    <a:pt x="146" y="0"/>
                    <a:pt x="146" y="0"/>
                  </a:cubicBezTo>
                  <a:cubicBezTo>
                    <a:pt x="65" y="1"/>
                    <a:pt x="0" y="68"/>
                    <a:pt x="1" y="149"/>
                  </a:cubicBezTo>
                  <a:cubicBezTo>
                    <a:pt x="2" y="229"/>
                    <a:pt x="68" y="293"/>
                    <a:pt x="148" y="293"/>
                  </a:cubicBezTo>
                  <a:cubicBezTo>
                    <a:pt x="148" y="293"/>
                    <a:pt x="149" y="293"/>
                    <a:pt x="149" y="293"/>
                  </a:cubicBezTo>
                  <a:cubicBezTo>
                    <a:pt x="230" y="292"/>
                    <a:pt x="295" y="226"/>
                    <a:pt x="294" y="145"/>
                  </a:cubicBezTo>
                  <a:cubicBezTo>
                    <a:pt x="293" y="65"/>
                    <a:pt x="227" y="0"/>
                    <a:pt x="148" y="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9">
              <a:extLst>
                <a:ext uri="{FF2B5EF4-FFF2-40B4-BE49-F238E27FC236}">
                  <a16:creationId xmlns:a16="http://schemas.microsoft.com/office/drawing/2014/main" id="{A8503555-46C2-47B2-ADB2-949114E3D9D1}"/>
                </a:ext>
              </a:extLst>
            </p:cNvPr>
            <p:cNvSpPr>
              <a:spLocks/>
            </p:cNvSpPr>
            <p:nvPr userDrawn="1"/>
          </p:nvSpPr>
          <p:spPr bwMode="auto">
            <a:xfrm>
              <a:off x="4566" y="2014"/>
              <a:ext cx="12" cy="10"/>
            </a:xfrm>
            <a:custGeom>
              <a:avLst/>
              <a:gdLst>
                <a:gd name="T0" fmla="*/ 12 w 12"/>
                <a:gd name="T1" fmla="*/ 10 h 10"/>
                <a:gd name="T2" fmla="*/ 0 w 12"/>
                <a:gd name="T3" fmla="*/ 10 h 10"/>
                <a:gd name="T4" fmla="*/ 0 w 12"/>
                <a:gd name="T5" fmla="*/ 1 h 10"/>
                <a:gd name="T6" fmla="*/ 12 w 12"/>
                <a:gd name="T7" fmla="*/ 0 h 10"/>
                <a:gd name="T8" fmla="*/ 12 w 12"/>
                <a:gd name="T9" fmla="*/ 10 h 10"/>
              </a:gdLst>
              <a:ahLst/>
              <a:cxnLst>
                <a:cxn ang="0">
                  <a:pos x="T0" y="T1"/>
                </a:cxn>
                <a:cxn ang="0">
                  <a:pos x="T2" y="T3"/>
                </a:cxn>
                <a:cxn ang="0">
                  <a:pos x="T4" y="T5"/>
                </a:cxn>
                <a:cxn ang="0">
                  <a:pos x="T6" y="T7"/>
                </a:cxn>
                <a:cxn ang="0">
                  <a:pos x="T8" y="T9"/>
                </a:cxn>
              </a:cxnLst>
              <a:rect l="0" t="0" r="r" b="b"/>
              <a:pathLst>
                <a:path w="12" h="10">
                  <a:moveTo>
                    <a:pt x="12" y="10"/>
                  </a:moveTo>
                  <a:lnTo>
                    <a:pt x="0" y="10"/>
                  </a:lnTo>
                  <a:lnTo>
                    <a:pt x="0" y="1"/>
                  </a:lnTo>
                  <a:lnTo>
                    <a:pt x="12" y="0"/>
                  </a:lnTo>
                  <a:lnTo>
                    <a:pt x="12" y="1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Rectangle 30">
              <a:extLst>
                <a:ext uri="{FF2B5EF4-FFF2-40B4-BE49-F238E27FC236}">
                  <a16:creationId xmlns:a16="http://schemas.microsoft.com/office/drawing/2014/main" id="{DDDB57E2-5F27-456B-8AA0-DB511AC28738}"/>
                </a:ext>
              </a:extLst>
            </p:cNvPr>
            <p:cNvSpPr>
              <a:spLocks noChangeArrowheads="1"/>
            </p:cNvSpPr>
            <p:nvPr userDrawn="1"/>
          </p:nvSpPr>
          <p:spPr bwMode="auto">
            <a:xfrm>
              <a:off x="4568" y="2114"/>
              <a:ext cx="12" cy="10"/>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Rectangle 31">
              <a:extLst>
                <a:ext uri="{FF2B5EF4-FFF2-40B4-BE49-F238E27FC236}">
                  <a16:creationId xmlns:a16="http://schemas.microsoft.com/office/drawing/2014/main" id="{8BC61612-62EB-4729-BD31-FB57E94B2466}"/>
                </a:ext>
              </a:extLst>
            </p:cNvPr>
            <p:cNvSpPr>
              <a:spLocks noChangeArrowheads="1"/>
            </p:cNvSpPr>
            <p:nvPr userDrawn="1"/>
          </p:nvSpPr>
          <p:spPr bwMode="auto">
            <a:xfrm>
              <a:off x="4618" y="2063"/>
              <a:ext cx="9" cy="12"/>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Rectangle 32">
              <a:extLst>
                <a:ext uri="{FF2B5EF4-FFF2-40B4-BE49-F238E27FC236}">
                  <a16:creationId xmlns:a16="http://schemas.microsoft.com/office/drawing/2014/main" id="{B2DBEDD6-E3F4-4C1E-92EB-6202BD6E1237}"/>
                </a:ext>
              </a:extLst>
            </p:cNvPr>
            <p:cNvSpPr>
              <a:spLocks noChangeArrowheads="1"/>
            </p:cNvSpPr>
            <p:nvPr userDrawn="1"/>
          </p:nvSpPr>
          <p:spPr bwMode="auto">
            <a:xfrm>
              <a:off x="4518" y="2063"/>
              <a:ext cx="10" cy="12"/>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3">
              <a:extLst>
                <a:ext uri="{FF2B5EF4-FFF2-40B4-BE49-F238E27FC236}">
                  <a16:creationId xmlns:a16="http://schemas.microsoft.com/office/drawing/2014/main" id="{58B2DF2C-D428-4B35-BACE-03405EE1816B}"/>
                </a:ext>
              </a:extLst>
            </p:cNvPr>
            <p:cNvSpPr>
              <a:spLocks/>
            </p:cNvSpPr>
            <p:nvPr userDrawn="1"/>
          </p:nvSpPr>
          <p:spPr bwMode="auto">
            <a:xfrm>
              <a:off x="4531" y="2097"/>
              <a:ext cx="14" cy="15"/>
            </a:xfrm>
            <a:custGeom>
              <a:avLst/>
              <a:gdLst>
                <a:gd name="T0" fmla="*/ 6 w 14"/>
                <a:gd name="T1" fmla="*/ 0 h 15"/>
                <a:gd name="T2" fmla="*/ 14 w 14"/>
                <a:gd name="T3" fmla="*/ 8 h 15"/>
                <a:gd name="T4" fmla="*/ 8 w 14"/>
                <a:gd name="T5" fmla="*/ 15 h 15"/>
                <a:gd name="T6" fmla="*/ 0 w 14"/>
                <a:gd name="T7" fmla="*/ 6 h 15"/>
                <a:gd name="T8" fmla="*/ 6 w 14"/>
                <a:gd name="T9" fmla="*/ 0 h 15"/>
              </a:gdLst>
              <a:ahLst/>
              <a:cxnLst>
                <a:cxn ang="0">
                  <a:pos x="T0" y="T1"/>
                </a:cxn>
                <a:cxn ang="0">
                  <a:pos x="T2" y="T3"/>
                </a:cxn>
                <a:cxn ang="0">
                  <a:pos x="T4" y="T5"/>
                </a:cxn>
                <a:cxn ang="0">
                  <a:pos x="T6" y="T7"/>
                </a:cxn>
                <a:cxn ang="0">
                  <a:pos x="T8" y="T9"/>
                </a:cxn>
              </a:cxnLst>
              <a:rect l="0" t="0" r="r" b="b"/>
              <a:pathLst>
                <a:path w="14" h="15">
                  <a:moveTo>
                    <a:pt x="6" y="0"/>
                  </a:moveTo>
                  <a:lnTo>
                    <a:pt x="14" y="8"/>
                  </a:lnTo>
                  <a:lnTo>
                    <a:pt x="8" y="15"/>
                  </a:lnTo>
                  <a:lnTo>
                    <a:pt x="0" y="6"/>
                  </a:lnTo>
                  <a:lnTo>
                    <a:pt x="6"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34">
              <a:extLst>
                <a:ext uri="{FF2B5EF4-FFF2-40B4-BE49-F238E27FC236}">
                  <a16:creationId xmlns:a16="http://schemas.microsoft.com/office/drawing/2014/main" id="{2D64B8C5-F0D5-4D03-83AC-866081D408DD}"/>
                </a:ext>
              </a:extLst>
            </p:cNvPr>
            <p:cNvSpPr>
              <a:spLocks/>
            </p:cNvSpPr>
            <p:nvPr userDrawn="1"/>
          </p:nvSpPr>
          <p:spPr bwMode="auto">
            <a:xfrm>
              <a:off x="4600" y="2026"/>
              <a:ext cx="16" cy="15"/>
            </a:xfrm>
            <a:custGeom>
              <a:avLst/>
              <a:gdLst>
                <a:gd name="T0" fmla="*/ 7 w 16"/>
                <a:gd name="T1" fmla="*/ 0 h 15"/>
                <a:gd name="T2" fmla="*/ 16 w 16"/>
                <a:gd name="T3" fmla="*/ 9 h 15"/>
                <a:gd name="T4" fmla="*/ 9 w 16"/>
                <a:gd name="T5" fmla="*/ 15 h 15"/>
                <a:gd name="T6" fmla="*/ 0 w 16"/>
                <a:gd name="T7" fmla="*/ 7 h 15"/>
                <a:gd name="T8" fmla="*/ 7 w 16"/>
                <a:gd name="T9" fmla="*/ 0 h 15"/>
              </a:gdLst>
              <a:ahLst/>
              <a:cxnLst>
                <a:cxn ang="0">
                  <a:pos x="T0" y="T1"/>
                </a:cxn>
                <a:cxn ang="0">
                  <a:pos x="T2" y="T3"/>
                </a:cxn>
                <a:cxn ang="0">
                  <a:pos x="T4" y="T5"/>
                </a:cxn>
                <a:cxn ang="0">
                  <a:pos x="T6" y="T7"/>
                </a:cxn>
                <a:cxn ang="0">
                  <a:pos x="T8" y="T9"/>
                </a:cxn>
              </a:cxnLst>
              <a:rect l="0" t="0" r="r" b="b"/>
              <a:pathLst>
                <a:path w="16" h="15">
                  <a:moveTo>
                    <a:pt x="7" y="0"/>
                  </a:moveTo>
                  <a:lnTo>
                    <a:pt x="16" y="9"/>
                  </a:lnTo>
                  <a:lnTo>
                    <a:pt x="9" y="15"/>
                  </a:lnTo>
                  <a:lnTo>
                    <a:pt x="0" y="7"/>
                  </a:lnTo>
                  <a:lnTo>
                    <a:pt x="7"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35">
              <a:extLst>
                <a:ext uri="{FF2B5EF4-FFF2-40B4-BE49-F238E27FC236}">
                  <a16:creationId xmlns:a16="http://schemas.microsoft.com/office/drawing/2014/main" id="{DABE7399-4572-46F5-8D78-EDB2EB12E026}"/>
                </a:ext>
              </a:extLst>
            </p:cNvPr>
            <p:cNvSpPr>
              <a:spLocks/>
            </p:cNvSpPr>
            <p:nvPr userDrawn="1"/>
          </p:nvSpPr>
          <p:spPr bwMode="auto">
            <a:xfrm>
              <a:off x="4601" y="2096"/>
              <a:ext cx="15" cy="15"/>
            </a:xfrm>
            <a:custGeom>
              <a:avLst/>
              <a:gdLst>
                <a:gd name="T0" fmla="*/ 0 w 15"/>
                <a:gd name="T1" fmla="*/ 9 h 15"/>
                <a:gd name="T2" fmla="*/ 9 w 15"/>
                <a:gd name="T3" fmla="*/ 0 h 15"/>
                <a:gd name="T4" fmla="*/ 15 w 15"/>
                <a:gd name="T5" fmla="*/ 6 h 15"/>
                <a:gd name="T6" fmla="*/ 7 w 15"/>
                <a:gd name="T7" fmla="*/ 15 h 15"/>
                <a:gd name="T8" fmla="*/ 0 w 15"/>
                <a:gd name="T9" fmla="*/ 9 h 15"/>
              </a:gdLst>
              <a:ahLst/>
              <a:cxnLst>
                <a:cxn ang="0">
                  <a:pos x="T0" y="T1"/>
                </a:cxn>
                <a:cxn ang="0">
                  <a:pos x="T2" y="T3"/>
                </a:cxn>
                <a:cxn ang="0">
                  <a:pos x="T4" y="T5"/>
                </a:cxn>
                <a:cxn ang="0">
                  <a:pos x="T6" y="T7"/>
                </a:cxn>
                <a:cxn ang="0">
                  <a:pos x="T8" y="T9"/>
                </a:cxn>
              </a:cxnLst>
              <a:rect l="0" t="0" r="r" b="b"/>
              <a:pathLst>
                <a:path w="15" h="15">
                  <a:moveTo>
                    <a:pt x="0" y="9"/>
                  </a:moveTo>
                  <a:lnTo>
                    <a:pt x="9" y="0"/>
                  </a:lnTo>
                  <a:lnTo>
                    <a:pt x="15" y="6"/>
                  </a:lnTo>
                  <a:lnTo>
                    <a:pt x="7" y="15"/>
                  </a:lnTo>
                  <a:lnTo>
                    <a:pt x="0" y="9"/>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36">
              <a:extLst>
                <a:ext uri="{FF2B5EF4-FFF2-40B4-BE49-F238E27FC236}">
                  <a16:creationId xmlns:a16="http://schemas.microsoft.com/office/drawing/2014/main" id="{863F82A1-0ABC-4BB6-A62A-A0332849BC44}"/>
                </a:ext>
              </a:extLst>
            </p:cNvPr>
            <p:cNvSpPr>
              <a:spLocks/>
            </p:cNvSpPr>
            <p:nvPr userDrawn="1"/>
          </p:nvSpPr>
          <p:spPr bwMode="auto">
            <a:xfrm>
              <a:off x="4530" y="2027"/>
              <a:ext cx="15" cy="15"/>
            </a:xfrm>
            <a:custGeom>
              <a:avLst/>
              <a:gdLst>
                <a:gd name="T0" fmla="*/ 0 w 15"/>
                <a:gd name="T1" fmla="*/ 9 h 15"/>
                <a:gd name="T2" fmla="*/ 8 w 15"/>
                <a:gd name="T3" fmla="*/ 0 h 15"/>
                <a:gd name="T4" fmla="*/ 15 w 15"/>
                <a:gd name="T5" fmla="*/ 7 h 15"/>
                <a:gd name="T6" fmla="*/ 6 w 15"/>
                <a:gd name="T7" fmla="*/ 15 h 15"/>
                <a:gd name="T8" fmla="*/ 0 w 15"/>
                <a:gd name="T9" fmla="*/ 9 h 15"/>
              </a:gdLst>
              <a:ahLst/>
              <a:cxnLst>
                <a:cxn ang="0">
                  <a:pos x="T0" y="T1"/>
                </a:cxn>
                <a:cxn ang="0">
                  <a:pos x="T2" y="T3"/>
                </a:cxn>
                <a:cxn ang="0">
                  <a:pos x="T4" y="T5"/>
                </a:cxn>
                <a:cxn ang="0">
                  <a:pos x="T6" y="T7"/>
                </a:cxn>
                <a:cxn ang="0">
                  <a:pos x="T8" y="T9"/>
                </a:cxn>
              </a:cxnLst>
              <a:rect l="0" t="0" r="r" b="b"/>
              <a:pathLst>
                <a:path w="15" h="15">
                  <a:moveTo>
                    <a:pt x="0" y="9"/>
                  </a:moveTo>
                  <a:lnTo>
                    <a:pt x="8" y="0"/>
                  </a:lnTo>
                  <a:lnTo>
                    <a:pt x="15" y="7"/>
                  </a:lnTo>
                  <a:lnTo>
                    <a:pt x="6" y="15"/>
                  </a:lnTo>
                  <a:lnTo>
                    <a:pt x="0" y="9"/>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3" name="Group 39">
            <a:extLst>
              <a:ext uri="{FF2B5EF4-FFF2-40B4-BE49-F238E27FC236}">
                <a16:creationId xmlns:a16="http://schemas.microsoft.com/office/drawing/2014/main" id="{89E7AA5B-86C5-4D0A-A9BB-FE7C55D9C560}"/>
              </a:ext>
            </a:extLst>
          </p:cNvPr>
          <p:cNvGrpSpPr>
            <a:grpSpLocks noChangeAspect="1"/>
          </p:cNvGrpSpPr>
          <p:nvPr userDrawn="1"/>
        </p:nvGrpSpPr>
        <p:grpSpPr bwMode="auto">
          <a:xfrm>
            <a:off x="1557338" y="3001963"/>
            <a:ext cx="696912" cy="695325"/>
            <a:chOff x="981" y="1891"/>
            <a:chExt cx="439" cy="438"/>
          </a:xfrm>
        </p:grpSpPr>
        <p:sp>
          <p:nvSpPr>
            <p:cNvPr id="74" name="AutoShape 38">
              <a:extLst>
                <a:ext uri="{FF2B5EF4-FFF2-40B4-BE49-F238E27FC236}">
                  <a16:creationId xmlns:a16="http://schemas.microsoft.com/office/drawing/2014/main" id="{24C2EC8B-58F5-4DAC-B9C9-30B81E355C7C}"/>
                </a:ext>
              </a:extLst>
            </p:cNvPr>
            <p:cNvSpPr>
              <a:spLocks noChangeAspect="1" noChangeArrowheads="1" noTextEdit="1"/>
            </p:cNvSpPr>
            <p:nvPr userDrawn="1"/>
          </p:nvSpPr>
          <p:spPr bwMode="auto">
            <a:xfrm>
              <a:off x="981" y="1891"/>
              <a:ext cx="439"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Rectangle 40">
              <a:extLst>
                <a:ext uri="{FF2B5EF4-FFF2-40B4-BE49-F238E27FC236}">
                  <a16:creationId xmlns:a16="http://schemas.microsoft.com/office/drawing/2014/main" id="{3A46B932-934F-445C-967D-CC2D03DF4755}"/>
                </a:ext>
              </a:extLst>
            </p:cNvPr>
            <p:cNvSpPr>
              <a:spLocks noChangeArrowheads="1"/>
            </p:cNvSpPr>
            <p:nvPr userDrawn="1"/>
          </p:nvSpPr>
          <p:spPr bwMode="auto">
            <a:xfrm>
              <a:off x="981" y="1891"/>
              <a:ext cx="28" cy="96"/>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Rectangle 41">
              <a:extLst>
                <a:ext uri="{FF2B5EF4-FFF2-40B4-BE49-F238E27FC236}">
                  <a16:creationId xmlns:a16="http://schemas.microsoft.com/office/drawing/2014/main" id="{5288FDD8-2EFD-45E9-B437-6986CFBFC8D3}"/>
                </a:ext>
              </a:extLst>
            </p:cNvPr>
            <p:cNvSpPr>
              <a:spLocks noChangeArrowheads="1"/>
            </p:cNvSpPr>
            <p:nvPr userDrawn="1"/>
          </p:nvSpPr>
          <p:spPr bwMode="auto">
            <a:xfrm>
              <a:off x="981" y="1891"/>
              <a:ext cx="96" cy="2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Rectangle 42">
              <a:extLst>
                <a:ext uri="{FF2B5EF4-FFF2-40B4-BE49-F238E27FC236}">
                  <a16:creationId xmlns:a16="http://schemas.microsoft.com/office/drawing/2014/main" id="{633F461D-FBDF-43BB-BD50-1812731FF9A2}"/>
                </a:ext>
              </a:extLst>
            </p:cNvPr>
            <p:cNvSpPr>
              <a:spLocks noChangeArrowheads="1"/>
            </p:cNvSpPr>
            <p:nvPr userDrawn="1"/>
          </p:nvSpPr>
          <p:spPr bwMode="auto">
            <a:xfrm>
              <a:off x="981" y="2302"/>
              <a:ext cx="96" cy="2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Rectangle 43">
              <a:extLst>
                <a:ext uri="{FF2B5EF4-FFF2-40B4-BE49-F238E27FC236}">
                  <a16:creationId xmlns:a16="http://schemas.microsoft.com/office/drawing/2014/main" id="{E7959846-64FE-4A2D-BCE2-71373055719E}"/>
                </a:ext>
              </a:extLst>
            </p:cNvPr>
            <p:cNvSpPr>
              <a:spLocks noChangeArrowheads="1"/>
            </p:cNvSpPr>
            <p:nvPr userDrawn="1"/>
          </p:nvSpPr>
          <p:spPr bwMode="auto">
            <a:xfrm>
              <a:off x="981" y="2233"/>
              <a:ext cx="28" cy="96"/>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44">
              <a:extLst>
                <a:ext uri="{FF2B5EF4-FFF2-40B4-BE49-F238E27FC236}">
                  <a16:creationId xmlns:a16="http://schemas.microsoft.com/office/drawing/2014/main" id="{8296BB40-4EC2-4F84-8DA6-BA9CCCEC4D8C}"/>
                </a:ext>
              </a:extLst>
            </p:cNvPr>
            <p:cNvSpPr>
              <a:spLocks noChangeArrowheads="1"/>
            </p:cNvSpPr>
            <p:nvPr userDrawn="1"/>
          </p:nvSpPr>
          <p:spPr bwMode="auto">
            <a:xfrm>
              <a:off x="1392" y="1891"/>
              <a:ext cx="28" cy="96"/>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Rectangle 45">
              <a:extLst>
                <a:ext uri="{FF2B5EF4-FFF2-40B4-BE49-F238E27FC236}">
                  <a16:creationId xmlns:a16="http://schemas.microsoft.com/office/drawing/2014/main" id="{8944ADE3-C66D-48C6-A110-0AF275C738E7}"/>
                </a:ext>
              </a:extLst>
            </p:cNvPr>
            <p:cNvSpPr>
              <a:spLocks noChangeArrowheads="1"/>
            </p:cNvSpPr>
            <p:nvPr userDrawn="1"/>
          </p:nvSpPr>
          <p:spPr bwMode="auto">
            <a:xfrm>
              <a:off x="1324" y="1891"/>
              <a:ext cx="96" cy="2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Rectangle 46">
              <a:extLst>
                <a:ext uri="{FF2B5EF4-FFF2-40B4-BE49-F238E27FC236}">
                  <a16:creationId xmlns:a16="http://schemas.microsoft.com/office/drawing/2014/main" id="{238C54DE-CD99-4BB4-B044-80116344DF9B}"/>
                </a:ext>
              </a:extLst>
            </p:cNvPr>
            <p:cNvSpPr>
              <a:spLocks noChangeArrowheads="1"/>
            </p:cNvSpPr>
            <p:nvPr userDrawn="1"/>
          </p:nvSpPr>
          <p:spPr bwMode="auto">
            <a:xfrm>
              <a:off x="1324" y="2302"/>
              <a:ext cx="96" cy="2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Rectangle 47">
              <a:extLst>
                <a:ext uri="{FF2B5EF4-FFF2-40B4-BE49-F238E27FC236}">
                  <a16:creationId xmlns:a16="http://schemas.microsoft.com/office/drawing/2014/main" id="{FB0C33A1-D319-41C6-943D-8ECF5F5F328F}"/>
                </a:ext>
              </a:extLst>
            </p:cNvPr>
            <p:cNvSpPr>
              <a:spLocks noChangeArrowheads="1"/>
            </p:cNvSpPr>
            <p:nvPr userDrawn="1"/>
          </p:nvSpPr>
          <p:spPr bwMode="auto">
            <a:xfrm>
              <a:off x="1392" y="2233"/>
              <a:ext cx="28" cy="96"/>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Oval 48">
              <a:extLst>
                <a:ext uri="{FF2B5EF4-FFF2-40B4-BE49-F238E27FC236}">
                  <a16:creationId xmlns:a16="http://schemas.microsoft.com/office/drawing/2014/main" id="{5BF0F975-214C-4689-B5E5-A3F142ED14A6}"/>
                </a:ext>
              </a:extLst>
            </p:cNvPr>
            <p:cNvSpPr>
              <a:spLocks noChangeArrowheads="1"/>
            </p:cNvSpPr>
            <p:nvPr userDrawn="1"/>
          </p:nvSpPr>
          <p:spPr bwMode="auto">
            <a:xfrm>
              <a:off x="1160" y="2014"/>
              <a:ext cx="82" cy="82"/>
            </a:xfrm>
            <a:prstGeom prst="ellipse">
              <a:avLst/>
            </a:pr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4" name="Freeform 49">
              <a:extLst>
                <a:ext uri="{FF2B5EF4-FFF2-40B4-BE49-F238E27FC236}">
                  <a16:creationId xmlns:a16="http://schemas.microsoft.com/office/drawing/2014/main" id="{661934E1-A3F7-4124-8742-122F01076112}"/>
                </a:ext>
              </a:extLst>
            </p:cNvPr>
            <p:cNvSpPr>
              <a:spLocks/>
            </p:cNvSpPr>
            <p:nvPr userDrawn="1"/>
          </p:nvSpPr>
          <p:spPr bwMode="auto">
            <a:xfrm>
              <a:off x="1118" y="2124"/>
              <a:ext cx="165" cy="82"/>
            </a:xfrm>
            <a:custGeom>
              <a:avLst/>
              <a:gdLst>
                <a:gd name="T0" fmla="*/ 0 w 512"/>
                <a:gd name="T1" fmla="*/ 256 h 256"/>
                <a:gd name="T2" fmla="*/ 256 w 512"/>
                <a:gd name="T3" fmla="*/ 0 h 256"/>
                <a:gd name="T4" fmla="*/ 512 w 512"/>
                <a:gd name="T5" fmla="*/ 256 h 256"/>
                <a:gd name="T6" fmla="*/ 0 w 512"/>
                <a:gd name="T7" fmla="*/ 256 h 256"/>
              </a:gdLst>
              <a:ahLst/>
              <a:cxnLst>
                <a:cxn ang="0">
                  <a:pos x="T0" y="T1"/>
                </a:cxn>
                <a:cxn ang="0">
                  <a:pos x="T2" y="T3"/>
                </a:cxn>
                <a:cxn ang="0">
                  <a:pos x="T4" y="T5"/>
                </a:cxn>
                <a:cxn ang="0">
                  <a:pos x="T6" y="T7"/>
                </a:cxn>
              </a:cxnLst>
              <a:rect l="0" t="0" r="r" b="b"/>
              <a:pathLst>
                <a:path w="512" h="256">
                  <a:moveTo>
                    <a:pt x="0" y="256"/>
                  </a:moveTo>
                  <a:cubicBezTo>
                    <a:pt x="0" y="115"/>
                    <a:pt x="115" y="0"/>
                    <a:pt x="256" y="0"/>
                  </a:cubicBezTo>
                  <a:cubicBezTo>
                    <a:pt x="397" y="0"/>
                    <a:pt x="512" y="115"/>
                    <a:pt x="512" y="256"/>
                  </a:cubicBezTo>
                  <a:lnTo>
                    <a:pt x="0" y="256"/>
                  </a:lnTo>
                  <a:close/>
                </a:path>
              </a:pathLst>
            </a:cu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026860685"/>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guide id="31" orient="horz" pos="2160">
          <p15:clr>
            <a:srgbClr val="FBAE40"/>
          </p15:clr>
        </p15:guide>
        <p15:guide id="32" pos="3840">
          <p15:clr>
            <a:srgbClr val="FBAE40"/>
          </p15:clr>
        </p15:guide>
      </p15:sldGuideLst>
    </p:ext>
  </p:extLst>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E09CA30-1D13-4021-BE81-6A72FEAF7A8E}"/>
              </a:ext>
            </a:extLst>
          </p:cNvPr>
          <p:cNvSpPr>
            <a:spLocks noGrp="1"/>
          </p:cNvSpPr>
          <p:nvPr>
            <p:ph type="body" sz="quarter" idx="11"/>
          </p:nvPr>
        </p:nvSpPr>
        <p:spPr>
          <a:xfrm>
            <a:off x="584200" y="1850334"/>
            <a:ext cx="6452279" cy="1434239"/>
          </a:xfrm>
        </p:spPr>
        <p:txBody>
          <a:bodyPr/>
          <a:lstStyle>
            <a:lvl1pPr>
              <a:defRPr sz="2000">
                <a:solidFill>
                  <a:schemeClr val="accent2"/>
                </a:solidFill>
              </a:defRPr>
            </a:lvl1pPr>
            <a:lvl2pPr marL="173038" indent="-173038">
              <a:buFont typeface="Arial" panose="020B0604020202020204" pitchFamily="34" charset="0"/>
              <a:buChar char="•"/>
              <a:defRPr sz="1400">
                <a:solidFill>
                  <a:schemeClr val="tx2"/>
                </a:solidFill>
              </a:defRPr>
            </a:lvl2pPr>
            <a:lvl3pPr>
              <a:defRPr sz="1200">
                <a:solidFill>
                  <a:schemeClr val="tx2"/>
                </a:solidFill>
              </a:defRPr>
            </a:lvl3pPr>
            <a:lvl4pPr>
              <a:defRPr sz="1100">
                <a:solidFill>
                  <a:schemeClr val="tx2"/>
                </a:solidFill>
              </a:defRPr>
            </a:lvl4pPr>
            <a:lvl5pPr>
              <a:defRPr sz="1100">
                <a:solidFill>
                  <a:schemeClr val="tx2"/>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40C74339-5B57-4B6A-846D-3C46FD6994B5}"/>
              </a:ext>
            </a:extLst>
          </p:cNvPr>
          <p:cNvSpPr>
            <a:spLocks noGrp="1"/>
          </p:cNvSpPr>
          <p:nvPr>
            <p:ph type="body" sz="quarter" idx="12"/>
          </p:nvPr>
        </p:nvSpPr>
        <p:spPr>
          <a:xfrm>
            <a:off x="584199" y="967695"/>
            <a:ext cx="11018519" cy="307777"/>
          </a:xfrm>
        </p:spPr>
        <p:txBody>
          <a:bodyPr/>
          <a:lstStyle>
            <a:lvl1pPr marL="0" indent="0" algn="ctr">
              <a:buNone/>
              <a:defRPr sz="2000">
                <a:solidFill>
                  <a:schemeClr val="accent1">
                    <a:lumMod val="60000"/>
                    <a:lumOff val="40000"/>
                  </a:schemeClr>
                </a:solidFill>
                <a:latin typeface="+mn-lt"/>
              </a:defRPr>
            </a:lvl1pPr>
          </a:lstStyle>
          <a:p>
            <a:pPr lvl="0"/>
            <a:r>
              <a:rPr lang="en-US"/>
              <a:t>Edit Master text styles</a:t>
            </a:r>
          </a:p>
        </p:txBody>
      </p:sp>
      <p:sp>
        <p:nvSpPr>
          <p:cNvPr id="2" name="Title 1">
            <a:extLst>
              <a:ext uri="{FF2B5EF4-FFF2-40B4-BE49-F238E27FC236}">
                <a16:creationId xmlns:a16="http://schemas.microsoft.com/office/drawing/2014/main" id="{FF46E3E4-84FF-4A78-BC12-0A2A3599B67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97591335"/>
      </p:ext>
    </p:extLst>
  </p:cSld>
  <p:clrMapOvr>
    <a:masterClrMapping/>
  </p:clrMapOvr>
  <p:transition>
    <p:fade/>
  </p:transition>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p:txBody>
          <a:bodyPr/>
          <a:lstStyle/>
          <a:p>
            <a:r>
              <a:rPr lang="en-US"/>
              <a:t>Click to edit Master title style</a:t>
            </a:r>
          </a:p>
        </p:txBody>
      </p:sp>
      <p:pic>
        <p:nvPicPr>
          <p:cNvPr id="2" name="MS logo white - EMF" descr="Microsoft logo white text version">
            <a:extLst>
              <a:ext uri="{FF2B5EF4-FFF2-40B4-BE49-F238E27FC236}">
                <a16:creationId xmlns:a16="http://schemas.microsoft.com/office/drawing/2014/main" id="{D6154656-3056-1436-1165-04AE3D46B0C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26330331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Titie and Sub">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1A184DE-3669-45F4-ADE1-876E1808E989}"/>
              </a:ext>
            </a:extLst>
          </p:cNvPr>
          <p:cNvSpPr>
            <a:spLocks noGrp="1"/>
          </p:cNvSpPr>
          <p:nvPr>
            <p:ph type="title"/>
          </p:nvPr>
        </p:nvSpPr>
        <p:spPr/>
        <p:txBody>
          <a:bodyPr/>
          <a:lstStyle>
            <a:lvl1pPr algn="ctr">
              <a:defRPr/>
            </a:lvl1pPr>
          </a:lstStyle>
          <a:p>
            <a:r>
              <a:rPr lang="en-US"/>
              <a:t>Click to edit Master title style</a:t>
            </a:r>
          </a:p>
        </p:txBody>
      </p:sp>
      <p:sp>
        <p:nvSpPr>
          <p:cNvPr id="15" name="Text Placeholder 6">
            <a:extLst>
              <a:ext uri="{FF2B5EF4-FFF2-40B4-BE49-F238E27FC236}">
                <a16:creationId xmlns:a16="http://schemas.microsoft.com/office/drawing/2014/main" id="{1AED9DF8-15D3-4CED-BCE9-90F7A3452475}"/>
              </a:ext>
            </a:extLst>
          </p:cNvPr>
          <p:cNvSpPr>
            <a:spLocks noGrp="1"/>
          </p:cNvSpPr>
          <p:nvPr>
            <p:ph type="body" sz="quarter" idx="14"/>
          </p:nvPr>
        </p:nvSpPr>
        <p:spPr>
          <a:xfrm>
            <a:off x="581595" y="1067101"/>
            <a:ext cx="11025188" cy="307777"/>
          </a:xfrm>
        </p:spPr>
        <p:txBody>
          <a:bodyPr/>
          <a:lstStyle>
            <a:lvl1pPr marL="0" indent="0" algn="ctr">
              <a:buNone/>
              <a:defRPr sz="2000">
                <a:solidFill>
                  <a:schemeClr val="accent1">
                    <a:lumMod val="60000"/>
                    <a:lumOff val="40000"/>
                  </a:schemeClr>
                </a:solidFill>
                <a:latin typeface="+mn-lt"/>
              </a:defRPr>
            </a:lvl1pPr>
          </a:lstStyle>
          <a:p>
            <a:pPr lvl="0"/>
            <a:r>
              <a:rPr lang="en-US"/>
              <a:t>Edit Master text styles</a:t>
            </a:r>
          </a:p>
        </p:txBody>
      </p:sp>
    </p:spTree>
    <p:extLst>
      <p:ext uri="{BB962C8B-B14F-4D97-AF65-F5344CB8AC3E}">
        <p14:creationId xmlns:p14="http://schemas.microsoft.com/office/powerpoint/2010/main" val="2123488108"/>
      </p:ext>
    </p:extLst>
  </p:cSld>
  <p:clrMapOvr>
    <a:masterClrMapping/>
  </p:clrMapOvr>
  <p:transition>
    <p:fade/>
  </p:transition>
  <p:extLst>
    <p:ext uri="{DCECCB84-F9BA-43D5-87BE-67443E8EF086}">
      <p15:sldGuideLst xmlns:p15="http://schemas.microsoft.com/office/powerpoint/2012/main">
        <p15:guide id="1" orient="horz" pos="2352">
          <p15:clr>
            <a:srgbClr val="FBAE40"/>
          </p15:clr>
        </p15:guide>
        <p15:guide id="2" orient="horz" pos="1896">
          <p15:clr>
            <a:srgbClr val="FBAE40"/>
          </p15:clr>
        </p15:guide>
        <p15:guide id="3" pos="3840">
          <p15:clr>
            <a:srgbClr val="FBAE40"/>
          </p15:clr>
        </p15:guide>
        <p15:guide id="4" pos="1896">
          <p15:clr>
            <a:srgbClr val="FBAE40"/>
          </p15:clr>
        </p15:guide>
        <p15:guide id="5" pos="5832">
          <p15:clr>
            <a:srgbClr val="FBAE40"/>
          </p15:clr>
        </p15:guide>
      </p15:sldGuideLst>
    </p:ext>
  </p:extLst>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E09CA30-1D13-4021-BE81-6A72FEAF7A8E}"/>
              </a:ext>
            </a:extLst>
          </p:cNvPr>
          <p:cNvSpPr>
            <a:spLocks noGrp="1"/>
          </p:cNvSpPr>
          <p:nvPr>
            <p:ph type="body" sz="quarter" idx="11"/>
          </p:nvPr>
        </p:nvSpPr>
        <p:spPr>
          <a:xfrm>
            <a:off x="6916633" y="1850334"/>
            <a:ext cx="4543277" cy="2206758"/>
          </a:xfrm>
          <a:solidFill>
            <a:schemeClr val="accent1">
              <a:alpha val="26000"/>
            </a:schemeClr>
          </a:solidFill>
          <a:ln>
            <a:noFill/>
          </a:ln>
        </p:spPr>
        <p:txBody>
          <a:bodyPr lIns="365760" tIns="365760" rIns="365760" bIns="365760"/>
          <a:lstStyle>
            <a:lvl1pPr>
              <a:defRPr sz="2000">
                <a:solidFill>
                  <a:schemeClr val="tx1"/>
                </a:solidFill>
              </a:defRPr>
            </a:lvl1pPr>
            <a:lvl2pPr marL="0" indent="0">
              <a:spcBef>
                <a:spcPts val="1200"/>
              </a:spcBef>
              <a:spcAft>
                <a:spcPts val="0"/>
              </a:spcAft>
              <a:buFont typeface="Arial" panose="020B0604020202020204" pitchFamily="34" charset="0"/>
              <a:buNone/>
              <a:defRPr sz="1400" b="1">
                <a:solidFill>
                  <a:schemeClr val="tx2"/>
                </a:solidFill>
              </a:defRPr>
            </a:lvl2pPr>
            <a:lvl3pPr>
              <a:defRPr sz="1200">
                <a:solidFill>
                  <a:schemeClr val="tx2"/>
                </a:solidFill>
              </a:defRPr>
            </a:lvl3pPr>
            <a:lvl4pPr>
              <a:defRPr sz="1100">
                <a:solidFill>
                  <a:schemeClr val="tx2"/>
                </a:solidFill>
              </a:defRPr>
            </a:lvl4pPr>
            <a:lvl5pPr>
              <a:defRPr sz="1100">
                <a:solidFill>
                  <a:schemeClr val="tx2"/>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DD2A3B-10EE-4819-8FE4-E73D1B31AA9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83104476"/>
      </p:ext>
    </p:extLst>
  </p:cSld>
  <p:clrMapOvr>
    <a:masterClrMapping/>
  </p:clrMapOvr>
  <p:transition>
    <p:fade/>
  </p:transition>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8FF18-9BD3-49EC-8393-12EF9F3B421A}"/>
              </a:ext>
            </a:extLst>
          </p:cNvPr>
          <p:cNvSpPr>
            <a:spLocks noGrp="1"/>
          </p:cNvSpPr>
          <p:nvPr>
            <p:ph type="title"/>
          </p:nvPr>
        </p:nvSpPr>
        <p:spPr>
          <a:xfrm>
            <a:off x="588264" y="2862297"/>
            <a:ext cx="3992212" cy="492443"/>
          </a:xfrm>
        </p:spPr>
        <p:txBody>
          <a:bodyPr anchor="b"/>
          <a:lstStyle>
            <a:lvl1pPr algn="l">
              <a:defRPr>
                <a:solidFill>
                  <a:schemeClr val="tx1"/>
                </a:solidFill>
              </a:defRPr>
            </a:lvl1pPr>
          </a:lstStyle>
          <a:p>
            <a:r>
              <a:rPr lang="en-US"/>
              <a:t>Click to edit Master</a:t>
            </a:r>
          </a:p>
        </p:txBody>
      </p:sp>
      <p:sp>
        <p:nvSpPr>
          <p:cNvPr id="6" name="Text Placeholder 5">
            <a:extLst>
              <a:ext uri="{FF2B5EF4-FFF2-40B4-BE49-F238E27FC236}">
                <a16:creationId xmlns:a16="http://schemas.microsoft.com/office/drawing/2014/main" id="{9E09CA30-1D13-4021-BE81-6A72FEAF7A8E}"/>
              </a:ext>
            </a:extLst>
          </p:cNvPr>
          <p:cNvSpPr>
            <a:spLocks noGrp="1"/>
          </p:cNvSpPr>
          <p:nvPr>
            <p:ph type="body" sz="quarter" idx="11"/>
          </p:nvPr>
        </p:nvSpPr>
        <p:spPr>
          <a:xfrm>
            <a:off x="588264" y="3429000"/>
            <a:ext cx="4043371" cy="1957324"/>
          </a:xfrm>
        </p:spPr>
        <p:txBody>
          <a:bodyPr/>
          <a:lstStyle>
            <a:lvl1pPr>
              <a:defRPr sz="2000">
                <a:solidFill>
                  <a:schemeClr val="accent2"/>
                </a:solidFill>
              </a:defRPr>
            </a:lvl1pPr>
            <a:lvl2pPr>
              <a:defRPr sz="1600">
                <a:solidFill>
                  <a:schemeClr val="accent2"/>
                </a:solidFill>
              </a:defRPr>
            </a:lvl2pPr>
            <a:lvl3pPr>
              <a:defRPr sz="1200">
                <a:solidFill>
                  <a:schemeClr val="accent2"/>
                </a:solidFill>
              </a:defRPr>
            </a:lvl3pPr>
            <a:lvl4pPr>
              <a:defRPr sz="1100">
                <a:solidFill>
                  <a:schemeClr val="accent2"/>
                </a:solidFill>
              </a:defRPr>
            </a:lvl4pPr>
            <a:lvl5pPr>
              <a:defRPr sz="1100">
                <a:solidFill>
                  <a:schemeClr val="accent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1003572"/>
      </p:ext>
    </p:extLst>
  </p:cSld>
  <p:clrMapOvr>
    <a:masterClrMapping/>
  </p:clrMapOvr>
  <p:transition>
    <p:fade/>
  </p:transition>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ED0B55-BEE6-44FE-A0B2-59B9E157D92F}"/>
              </a:ext>
            </a:extLst>
          </p:cNvPr>
          <p:cNvSpPr/>
          <p:nvPr userDrawn="1"/>
        </p:nvSpPr>
        <p:spPr>
          <a:xfrm>
            <a:off x="6239619" y="2645549"/>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4" name="Rectangle 3">
            <a:extLst>
              <a:ext uri="{FF2B5EF4-FFF2-40B4-BE49-F238E27FC236}">
                <a16:creationId xmlns:a16="http://schemas.microsoft.com/office/drawing/2014/main" id="{9F5FE248-E008-4D5B-B496-4C16DD3B73C1}"/>
              </a:ext>
            </a:extLst>
          </p:cNvPr>
          <p:cNvSpPr/>
          <p:nvPr userDrawn="1"/>
        </p:nvSpPr>
        <p:spPr>
          <a:xfrm>
            <a:off x="625933" y="264296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5" name="Rectangle 4">
            <a:extLst>
              <a:ext uri="{FF2B5EF4-FFF2-40B4-BE49-F238E27FC236}">
                <a16:creationId xmlns:a16="http://schemas.microsoft.com/office/drawing/2014/main" id="{75633F4A-4D31-437B-9F1A-75AC415749C1}"/>
              </a:ext>
            </a:extLst>
          </p:cNvPr>
          <p:cNvSpPr/>
          <p:nvPr userDrawn="1"/>
        </p:nvSpPr>
        <p:spPr>
          <a:xfrm>
            <a:off x="3432776" y="264679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6" name="Rectangle 5">
            <a:extLst>
              <a:ext uri="{FF2B5EF4-FFF2-40B4-BE49-F238E27FC236}">
                <a16:creationId xmlns:a16="http://schemas.microsoft.com/office/drawing/2014/main" id="{606C4D1A-77C5-4349-ACF2-F07969E17BEA}"/>
              </a:ext>
            </a:extLst>
          </p:cNvPr>
          <p:cNvSpPr/>
          <p:nvPr userDrawn="1"/>
        </p:nvSpPr>
        <p:spPr>
          <a:xfrm>
            <a:off x="9046463" y="264296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12" name="Text Placeholder 3">
            <a:extLst>
              <a:ext uri="{FF2B5EF4-FFF2-40B4-BE49-F238E27FC236}">
                <a16:creationId xmlns:a16="http://schemas.microsoft.com/office/drawing/2014/main" id="{CFF3042A-522F-4C25-8B66-C0EB7FED3989}"/>
              </a:ext>
            </a:extLst>
          </p:cNvPr>
          <p:cNvSpPr>
            <a:spLocks noGrp="1"/>
          </p:cNvSpPr>
          <p:nvPr>
            <p:ph type="body" sz="quarter" idx="17"/>
          </p:nvPr>
        </p:nvSpPr>
        <p:spPr>
          <a:xfrm>
            <a:off x="3569936"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3" name="Text Placeholder 3">
            <a:extLst>
              <a:ext uri="{FF2B5EF4-FFF2-40B4-BE49-F238E27FC236}">
                <a16:creationId xmlns:a16="http://schemas.microsoft.com/office/drawing/2014/main" id="{6611A15A-0519-4A60-90A1-E95F5CF60D96}"/>
              </a:ext>
            </a:extLst>
          </p:cNvPr>
          <p:cNvSpPr>
            <a:spLocks noGrp="1"/>
          </p:cNvSpPr>
          <p:nvPr>
            <p:ph type="body" sz="quarter" idx="18"/>
          </p:nvPr>
        </p:nvSpPr>
        <p:spPr>
          <a:xfrm>
            <a:off x="6376779"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4" name="Text Placeholder 3">
            <a:extLst>
              <a:ext uri="{FF2B5EF4-FFF2-40B4-BE49-F238E27FC236}">
                <a16:creationId xmlns:a16="http://schemas.microsoft.com/office/drawing/2014/main" id="{5415B8D4-14BD-43DC-957C-578C933ED210}"/>
              </a:ext>
            </a:extLst>
          </p:cNvPr>
          <p:cNvSpPr>
            <a:spLocks noGrp="1"/>
          </p:cNvSpPr>
          <p:nvPr>
            <p:ph type="body" sz="quarter" idx="19"/>
          </p:nvPr>
        </p:nvSpPr>
        <p:spPr>
          <a:xfrm>
            <a:off x="9183623"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2" name="Title 1">
            <a:extLst>
              <a:ext uri="{FF2B5EF4-FFF2-40B4-BE49-F238E27FC236}">
                <a16:creationId xmlns:a16="http://schemas.microsoft.com/office/drawing/2014/main" id="{FABE8937-081E-4F89-A6B4-662049ED496D}"/>
              </a:ext>
            </a:extLst>
          </p:cNvPr>
          <p:cNvSpPr>
            <a:spLocks noGrp="1"/>
          </p:cNvSpPr>
          <p:nvPr>
            <p:ph type="title"/>
          </p:nvPr>
        </p:nvSpPr>
        <p:spPr/>
        <p:txBody>
          <a:bodyPr/>
          <a:lstStyle/>
          <a:p>
            <a:r>
              <a:rPr lang="en-US"/>
              <a:t>Click to edit Master title style</a:t>
            </a:r>
          </a:p>
        </p:txBody>
      </p:sp>
      <p:sp>
        <p:nvSpPr>
          <p:cNvPr id="17" name="Text Placeholder 16">
            <a:extLst>
              <a:ext uri="{FF2B5EF4-FFF2-40B4-BE49-F238E27FC236}">
                <a16:creationId xmlns:a16="http://schemas.microsoft.com/office/drawing/2014/main" id="{411AD21C-81F9-4999-B2C4-D518EF263794}"/>
              </a:ext>
            </a:extLst>
          </p:cNvPr>
          <p:cNvSpPr>
            <a:spLocks noGrp="1"/>
          </p:cNvSpPr>
          <p:nvPr>
            <p:ph type="body" sz="quarter" idx="20"/>
          </p:nvPr>
        </p:nvSpPr>
        <p:spPr>
          <a:xfrm>
            <a:off x="769443" y="4268570"/>
            <a:ext cx="2273300" cy="812530"/>
          </a:xfrm>
        </p:spPr>
        <p:txBody>
          <a:bodyPr/>
          <a:lstStyle>
            <a:lvl1pPr algn="ctr">
              <a:defRPr sz="1800">
                <a:solidFill>
                  <a:schemeClr val="accent2"/>
                </a:solidFill>
              </a:defRPr>
            </a:lvl1pPr>
            <a:lvl2pPr algn="ctr">
              <a:defRPr sz="1400">
                <a:solidFill>
                  <a:schemeClr val="accent2"/>
                </a:solidFill>
              </a:defRPr>
            </a:lvl2pPr>
            <a:lvl3pPr>
              <a:defRPr sz="1100">
                <a:solidFill>
                  <a:schemeClr val="accent2"/>
                </a:solidFill>
              </a:defRPr>
            </a:lvl3pPr>
            <a:lvl4pPr>
              <a:defRPr sz="1050">
                <a:solidFill>
                  <a:schemeClr val="accent2"/>
                </a:solidFill>
              </a:defRPr>
            </a:lvl4pPr>
            <a:lvl5pPr>
              <a:defRPr sz="1050">
                <a:solidFill>
                  <a:schemeClr val="accent2"/>
                </a:solidFill>
              </a:defRPr>
            </a:lvl5pPr>
          </a:lstStyle>
          <a:p>
            <a:pPr lvl="0"/>
            <a:r>
              <a:rPr lang="en-US"/>
              <a:t>Click to edit Master text styles</a:t>
            </a:r>
          </a:p>
          <a:p>
            <a:pPr lvl="1"/>
            <a:r>
              <a:rPr lang="en-US"/>
              <a:t>Second level</a:t>
            </a:r>
          </a:p>
        </p:txBody>
      </p:sp>
      <p:grpSp>
        <p:nvGrpSpPr>
          <p:cNvPr id="49" name="Group 48">
            <a:extLst>
              <a:ext uri="{FF2B5EF4-FFF2-40B4-BE49-F238E27FC236}">
                <a16:creationId xmlns:a16="http://schemas.microsoft.com/office/drawing/2014/main" id="{B988A210-464A-4E4A-A5EC-6A9F188993AC}"/>
              </a:ext>
            </a:extLst>
          </p:cNvPr>
          <p:cNvGrpSpPr/>
          <p:nvPr userDrawn="1"/>
        </p:nvGrpSpPr>
        <p:grpSpPr>
          <a:xfrm>
            <a:off x="4254385" y="2884146"/>
            <a:ext cx="917103" cy="847023"/>
            <a:chOff x="9664969" y="2124583"/>
            <a:chExt cx="917103" cy="847023"/>
          </a:xfrm>
        </p:grpSpPr>
        <p:grpSp>
          <p:nvGrpSpPr>
            <p:cNvPr id="19" name="Group 18">
              <a:extLst>
                <a:ext uri="{FF2B5EF4-FFF2-40B4-BE49-F238E27FC236}">
                  <a16:creationId xmlns:a16="http://schemas.microsoft.com/office/drawing/2014/main" id="{1DFF98CA-7D40-4D07-8AB0-F9FABEA06766}"/>
                </a:ext>
              </a:extLst>
            </p:cNvPr>
            <p:cNvGrpSpPr/>
            <p:nvPr/>
          </p:nvGrpSpPr>
          <p:grpSpPr>
            <a:xfrm>
              <a:off x="9664969" y="2309869"/>
              <a:ext cx="470966" cy="246457"/>
              <a:chOff x="13721512" y="1085822"/>
              <a:chExt cx="3673755" cy="1922480"/>
            </a:xfrm>
          </p:grpSpPr>
          <p:grpSp>
            <p:nvGrpSpPr>
              <p:cNvPr id="44" name="Group 43">
                <a:extLst>
                  <a:ext uri="{FF2B5EF4-FFF2-40B4-BE49-F238E27FC236}">
                    <a16:creationId xmlns:a16="http://schemas.microsoft.com/office/drawing/2014/main" id="{465ADB1D-47B6-4762-915F-B976A6371677}"/>
                  </a:ext>
                </a:extLst>
              </p:cNvPr>
              <p:cNvGrpSpPr/>
              <p:nvPr/>
            </p:nvGrpSpPr>
            <p:grpSpPr>
              <a:xfrm>
                <a:off x="13727467" y="1202243"/>
                <a:ext cx="3341598" cy="1806059"/>
                <a:chOff x="13727467" y="1202243"/>
                <a:chExt cx="3341598" cy="1806059"/>
              </a:xfrm>
            </p:grpSpPr>
            <p:sp>
              <p:nvSpPr>
                <p:cNvPr id="46" name="Isosceles Triangle 45">
                  <a:extLst>
                    <a:ext uri="{FF2B5EF4-FFF2-40B4-BE49-F238E27FC236}">
                      <a16:creationId xmlns:a16="http://schemas.microsoft.com/office/drawing/2014/main" id="{AE8FAB45-8D4E-4823-87F3-E901BBF377D6}"/>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7" name="Isosceles Triangle 46">
                  <a:extLst>
                    <a:ext uri="{FF2B5EF4-FFF2-40B4-BE49-F238E27FC236}">
                      <a16:creationId xmlns:a16="http://schemas.microsoft.com/office/drawing/2014/main" id="{12445C1B-6F26-4CE8-B389-B66A16B90A9C}"/>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8" name="Isosceles Triangle 375">
                  <a:extLst>
                    <a:ext uri="{FF2B5EF4-FFF2-40B4-BE49-F238E27FC236}">
                      <a16:creationId xmlns:a16="http://schemas.microsoft.com/office/drawing/2014/main" id="{C9386C8D-757A-417F-B53C-81F49DD30971}"/>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45" name="Freeform: Shape 44">
                <a:extLst>
                  <a:ext uri="{FF2B5EF4-FFF2-40B4-BE49-F238E27FC236}">
                    <a16:creationId xmlns:a16="http://schemas.microsoft.com/office/drawing/2014/main" id="{154FF891-D191-414F-8957-99FA4FA604E8}"/>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0" name="Group 19">
              <a:extLst>
                <a:ext uri="{FF2B5EF4-FFF2-40B4-BE49-F238E27FC236}">
                  <a16:creationId xmlns:a16="http://schemas.microsoft.com/office/drawing/2014/main" id="{DFEC75A4-3A06-4C74-A1BE-E649840B9A18}"/>
                </a:ext>
              </a:extLst>
            </p:cNvPr>
            <p:cNvGrpSpPr/>
            <p:nvPr/>
          </p:nvGrpSpPr>
          <p:grpSpPr>
            <a:xfrm>
              <a:off x="9978266" y="2222938"/>
              <a:ext cx="323597" cy="360640"/>
              <a:chOff x="9978266" y="2222938"/>
              <a:chExt cx="323597" cy="360640"/>
            </a:xfrm>
          </p:grpSpPr>
          <p:sp>
            <p:nvSpPr>
              <p:cNvPr id="41" name="Isosceles Triangle 40">
                <a:extLst>
                  <a:ext uri="{FF2B5EF4-FFF2-40B4-BE49-F238E27FC236}">
                    <a16:creationId xmlns:a16="http://schemas.microsoft.com/office/drawing/2014/main" id="{75259615-2187-4F94-A969-DCA5190858F0}"/>
                  </a:ext>
                </a:extLst>
              </p:cNvPr>
              <p:cNvSpPr/>
              <p:nvPr/>
            </p:nvSpPr>
            <p:spPr bwMode="auto">
              <a:xfrm rot="13393209">
                <a:off x="9978266" y="2222938"/>
                <a:ext cx="313134" cy="149847"/>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2" name="Isosceles Triangle 41">
                <a:extLst>
                  <a:ext uri="{FF2B5EF4-FFF2-40B4-BE49-F238E27FC236}">
                    <a16:creationId xmlns:a16="http://schemas.microsoft.com/office/drawing/2014/main" id="{99B77C10-4771-48E4-91E2-103A8F870215}"/>
                  </a:ext>
                </a:extLst>
              </p:cNvPr>
              <p:cNvSpPr/>
              <p:nvPr/>
            </p:nvSpPr>
            <p:spPr bwMode="auto">
              <a:xfrm rot="3787336">
                <a:off x="10125858" y="2299763"/>
                <a:ext cx="168530" cy="183481"/>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3" name="Isosceles Triangle 375">
                <a:extLst>
                  <a:ext uri="{FF2B5EF4-FFF2-40B4-BE49-F238E27FC236}">
                    <a16:creationId xmlns:a16="http://schemas.microsoft.com/office/drawing/2014/main" id="{5A7483F9-456F-4639-8FB3-89BCDBA59816}"/>
                  </a:ext>
                </a:extLst>
              </p:cNvPr>
              <p:cNvSpPr/>
              <p:nvPr/>
            </p:nvSpPr>
            <p:spPr bwMode="auto">
              <a:xfrm rot="5172541">
                <a:off x="10016540" y="2440081"/>
                <a:ext cx="220647" cy="66348"/>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1" name="Freeform: Shape 20">
              <a:extLst>
                <a:ext uri="{FF2B5EF4-FFF2-40B4-BE49-F238E27FC236}">
                  <a16:creationId xmlns:a16="http://schemas.microsoft.com/office/drawing/2014/main" id="{D6FF55D4-9AB4-4E0C-BACF-4340818E43BD}"/>
                </a:ext>
              </a:extLst>
            </p:cNvPr>
            <p:cNvSpPr/>
            <p:nvPr/>
          </p:nvSpPr>
          <p:spPr bwMode="auto">
            <a:xfrm rot="5254367">
              <a:off x="9956136" y="2247079"/>
              <a:ext cx="470966" cy="22597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22" name="Group 21">
              <a:extLst>
                <a:ext uri="{FF2B5EF4-FFF2-40B4-BE49-F238E27FC236}">
                  <a16:creationId xmlns:a16="http://schemas.microsoft.com/office/drawing/2014/main" id="{6BBE2167-AFCF-45E2-863F-76B98D874DD1}"/>
                </a:ext>
              </a:extLst>
            </p:cNvPr>
            <p:cNvGrpSpPr/>
            <p:nvPr/>
          </p:nvGrpSpPr>
          <p:grpSpPr>
            <a:xfrm rot="2124180" flipH="1" flipV="1">
              <a:off x="9911732" y="2725149"/>
              <a:ext cx="470966" cy="246457"/>
              <a:chOff x="13721512" y="1085822"/>
              <a:chExt cx="3673755" cy="1922480"/>
            </a:xfrm>
          </p:grpSpPr>
          <p:grpSp>
            <p:nvGrpSpPr>
              <p:cNvPr id="36" name="Group 35">
                <a:extLst>
                  <a:ext uri="{FF2B5EF4-FFF2-40B4-BE49-F238E27FC236}">
                    <a16:creationId xmlns:a16="http://schemas.microsoft.com/office/drawing/2014/main" id="{9A03488A-F40D-44D0-A2AB-94FECFB418ED}"/>
                  </a:ext>
                </a:extLst>
              </p:cNvPr>
              <p:cNvGrpSpPr/>
              <p:nvPr/>
            </p:nvGrpSpPr>
            <p:grpSpPr>
              <a:xfrm>
                <a:off x="13727467" y="1202243"/>
                <a:ext cx="3341598" cy="1806059"/>
                <a:chOff x="13727467" y="1202243"/>
                <a:chExt cx="3341598" cy="1806059"/>
              </a:xfrm>
            </p:grpSpPr>
            <p:sp>
              <p:nvSpPr>
                <p:cNvPr id="38" name="Isosceles Triangle 37">
                  <a:extLst>
                    <a:ext uri="{FF2B5EF4-FFF2-40B4-BE49-F238E27FC236}">
                      <a16:creationId xmlns:a16="http://schemas.microsoft.com/office/drawing/2014/main" id="{1E1BC72D-9C0C-4F7E-B0F2-07C1A8924939}"/>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9" name="Isosceles Triangle 38">
                  <a:extLst>
                    <a:ext uri="{FF2B5EF4-FFF2-40B4-BE49-F238E27FC236}">
                      <a16:creationId xmlns:a16="http://schemas.microsoft.com/office/drawing/2014/main" id="{EA716B81-1D05-4CD9-AB09-CAE56B00D710}"/>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0" name="Isosceles Triangle 375">
                  <a:extLst>
                    <a:ext uri="{FF2B5EF4-FFF2-40B4-BE49-F238E27FC236}">
                      <a16:creationId xmlns:a16="http://schemas.microsoft.com/office/drawing/2014/main" id="{25F1B473-A080-4957-AFA3-52B3626596CC}"/>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7" name="Freeform: Shape 36">
                <a:extLst>
                  <a:ext uri="{FF2B5EF4-FFF2-40B4-BE49-F238E27FC236}">
                    <a16:creationId xmlns:a16="http://schemas.microsoft.com/office/drawing/2014/main" id="{2A7EE5E8-7587-4E38-981B-C7A689EF4F5F}"/>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3" name="Group 22">
              <a:extLst>
                <a:ext uri="{FF2B5EF4-FFF2-40B4-BE49-F238E27FC236}">
                  <a16:creationId xmlns:a16="http://schemas.microsoft.com/office/drawing/2014/main" id="{4ED7F3E0-DE9F-49C1-B15A-1D1B46C85976}"/>
                </a:ext>
              </a:extLst>
            </p:cNvPr>
            <p:cNvGrpSpPr/>
            <p:nvPr/>
          </p:nvGrpSpPr>
          <p:grpSpPr>
            <a:xfrm rot="17317314">
              <a:off x="9632120" y="2608617"/>
              <a:ext cx="470966" cy="246457"/>
              <a:chOff x="13721512" y="1085822"/>
              <a:chExt cx="3673755" cy="1922480"/>
            </a:xfrm>
          </p:grpSpPr>
          <p:grpSp>
            <p:nvGrpSpPr>
              <p:cNvPr id="31" name="Group 30">
                <a:extLst>
                  <a:ext uri="{FF2B5EF4-FFF2-40B4-BE49-F238E27FC236}">
                    <a16:creationId xmlns:a16="http://schemas.microsoft.com/office/drawing/2014/main" id="{BB76E0AE-3B21-4BD3-9F7A-EB2047D3F4EA}"/>
                  </a:ext>
                </a:extLst>
              </p:cNvPr>
              <p:cNvGrpSpPr/>
              <p:nvPr/>
            </p:nvGrpSpPr>
            <p:grpSpPr>
              <a:xfrm>
                <a:off x="13727467" y="1202243"/>
                <a:ext cx="3341598" cy="1806059"/>
                <a:chOff x="13727467" y="1202243"/>
                <a:chExt cx="3341598" cy="1806059"/>
              </a:xfrm>
            </p:grpSpPr>
            <p:sp>
              <p:nvSpPr>
                <p:cNvPr id="33" name="Isosceles Triangle 32">
                  <a:extLst>
                    <a:ext uri="{FF2B5EF4-FFF2-40B4-BE49-F238E27FC236}">
                      <a16:creationId xmlns:a16="http://schemas.microsoft.com/office/drawing/2014/main" id="{198F8398-E0B7-4182-9E09-E9C37B294C24}"/>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4" name="Isosceles Triangle 33">
                  <a:extLst>
                    <a:ext uri="{FF2B5EF4-FFF2-40B4-BE49-F238E27FC236}">
                      <a16:creationId xmlns:a16="http://schemas.microsoft.com/office/drawing/2014/main" id="{CF5A8EE3-8C03-4611-A75D-774E4B5F9DCF}"/>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Isosceles Triangle 375">
                  <a:extLst>
                    <a:ext uri="{FF2B5EF4-FFF2-40B4-BE49-F238E27FC236}">
                      <a16:creationId xmlns:a16="http://schemas.microsoft.com/office/drawing/2014/main" id="{DC611FC2-D5BC-41FE-B053-C17A9C1C7C5D}"/>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2" name="Freeform: Shape 31">
                <a:extLst>
                  <a:ext uri="{FF2B5EF4-FFF2-40B4-BE49-F238E27FC236}">
                    <a16:creationId xmlns:a16="http://schemas.microsoft.com/office/drawing/2014/main" id="{5A22793B-B22A-4AB8-949B-0219C862632F}"/>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4" name="Group 23">
              <a:extLst>
                <a:ext uri="{FF2B5EF4-FFF2-40B4-BE49-F238E27FC236}">
                  <a16:creationId xmlns:a16="http://schemas.microsoft.com/office/drawing/2014/main" id="{8F496923-2DD6-494A-AF13-C39351250AD6}"/>
                </a:ext>
              </a:extLst>
            </p:cNvPr>
            <p:cNvGrpSpPr/>
            <p:nvPr/>
          </p:nvGrpSpPr>
          <p:grpSpPr>
            <a:xfrm rot="8733085">
              <a:off x="10111106" y="2505403"/>
              <a:ext cx="470966" cy="246457"/>
              <a:chOff x="13721512" y="1085822"/>
              <a:chExt cx="3673755" cy="1922480"/>
            </a:xfrm>
          </p:grpSpPr>
          <p:grpSp>
            <p:nvGrpSpPr>
              <p:cNvPr id="26" name="Group 25">
                <a:extLst>
                  <a:ext uri="{FF2B5EF4-FFF2-40B4-BE49-F238E27FC236}">
                    <a16:creationId xmlns:a16="http://schemas.microsoft.com/office/drawing/2014/main" id="{9C0C8A6D-177D-4363-AD87-C1A4976794D7}"/>
                  </a:ext>
                </a:extLst>
              </p:cNvPr>
              <p:cNvGrpSpPr/>
              <p:nvPr/>
            </p:nvGrpSpPr>
            <p:grpSpPr>
              <a:xfrm>
                <a:off x="13727467" y="1202243"/>
                <a:ext cx="3341598" cy="1806059"/>
                <a:chOff x="13727467" y="1202243"/>
                <a:chExt cx="3341598" cy="1806059"/>
              </a:xfrm>
            </p:grpSpPr>
            <p:sp>
              <p:nvSpPr>
                <p:cNvPr id="28" name="Isosceles Triangle 27">
                  <a:extLst>
                    <a:ext uri="{FF2B5EF4-FFF2-40B4-BE49-F238E27FC236}">
                      <a16:creationId xmlns:a16="http://schemas.microsoft.com/office/drawing/2014/main" id="{E3BEB39B-8E7E-4F75-B874-4802AA070D2D}"/>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9" name="Isosceles Triangle 28">
                  <a:extLst>
                    <a:ext uri="{FF2B5EF4-FFF2-40B4-BE49-F238E27FC236}">
                      <a16:creationId xmlns:a16="http://schemas.microsoft.com/office/drawing/2014/main" id="{A8D5B2A7-864C-4DC5-9F21-F1045F20E4F7}"/>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0" name="Isosceles Triangle 375">
                  <a:extLst>
                    <a:ext uri="{FF2B5EF4-FFF2-40B4-BE49-F238E27FC236}">
                      <a16:creationId xmlns:a16="http://schemas.microsoft.com/office/drawing/2014/main" id="{1BD5B9D0-97DD-4A0E-A035-D5A829C207BE}"/>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7" name="Freeform: Shape 26">
                <a:extLst>
                  <a:ext uri="{FF2B5EF4-FFF2-40B4-BE49-F238E27FC236}">
                    <a16:creationId xmlns:a16="http://schemas.microsoft.com/office/drawing/2014/main" id="{96DFB6AF-0ED0-4007-9D6A-63249BBF97B8}"/>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5" name="Oval 24">
              <a:extLst>
                <a:ext uri="{FF2B5EF4-FFF2-40B4-BE49-F238E27FC236}">
                  <a16:creationId xmlns:a16="http://schemas.microsoft.com/office/drawing/2014/main" id="{2D9AE606-1D99-4CDC-BF50-869AAFD51524}"/>
                </a:ext>
              </a:extLst>
            </p:cNvPr>
            <p:cNvSpPr/>
            <p:nvPr/>
          </p:nvSpPr>
          <p:spPr bwMode="auto">
            <a:xfrm>
              <a:off x="10070950" y="2577554"/>
              <a:ext cx="38496" cy="3849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53" name="Group 52">
            <a:extLst>
              <a:ext uri="{FF2B5EF4-FFF2-40B4-BE49-F238E27FC236}">
                <a16:creationId xmlns:a16="http://schemas.microsoft.com/office/drawing/2014/main" id="{48C29746-3C18-4714-8B67-8FE0404AA717}"/>
              </a:ext>
            </a:extLst>
          </p:cNvPr>
          <p:cNvGrpSpPr/>
          <p:nvPr userDrawn="1"/>
        </p:nvGrpSpPr>
        <p:grpSpPr>
          <a:xfrm>
            <a:off x="9988208" y="2904614"/>
            <a:ext cx="676830" cy="806086"/>
            <a:chOff x="10360925" y="1869605"/>
            <a:chExt cx="513810" cy="611934"/>
          </a:xfrm>
        </p:grpSpPr>
        <p:sp>
          <p:nvSpPr>
            <p:cNvPr id="51" name="Freeform 128">
              <a:extLst>
                <a:ext uri="{FF2B5EF4-FFF2-40B4-BE49-F238E27FC236}">
                  <a16:creationId xmlns:a16="http://schemas.microsoft.com/office/drawing/2014/main" id="{2A0515F8-9584-4B8A-8585-DD59C46148CB}"/>
                </a:ext>
              </a:extLst>
            </p:cNvPr>
            <p:cNvSpPr>
              <a:spLocks/>
            </p:cNvSpPr>
            <p:nvPr/>
          </p:nvSpPr>
          <p:spPr bwMode="auto">
            <a:xfrm>
              <a:off x="10360925" y="1869605"/>
              <a:ext cx="513810" cy="611934"/>
            </a:xfrm>
            <a:custGeom>
              <a:avLst/>
              <a:gdLst>
                <a:gd name="T0" fmla="*/ 69 w 138"/>
                <a:gd name="T1" fmla="*/ 173 h 173"/>
                <a:gd name="T2" fmla="*/ 69 w 138"/>
                <a:gd name="T3" fmla="*/ 173 h 173"/>
                <a:gd name="T4" fmla="*/ 0 w 138"/>
                <a:gd name="T5" fmla="*/ 77 h 173"/>
                <a:gd name="T6" fmla="*/ 0 w 138"/>
                <a:gd name="T7" fmla="*/ 29 h 173"/>
                <a:gd name="T8" fmla="*/ 4 w 138"/>
                <a:gd name="T9" fmla="*/ 29 h 173"/>
                <a:gd name="T10" fmla="*/ 67 w 138"/>
                <a:gd name="T11" fmla="*/ 2 h 173"/>
                <a:gd name="T12" fmla="*/ 69 w 138"/>
                <a:gd name="T13" fmla="*/ 0 h 173"/>
                <a:gd name="T14" fmla="*/ 72 w 138"/>
                <a:gd name="T15" fmla="*/ 2 h 173"/>
                <a:gd name="T16" fmla="*/ 135 w 138"/>
                <a:gd name="T17" fmla="*/ 29 h 173"/>
                <a:gd name="T18" fmla="*/ 138 w 138"/>
                <a:gd name="T19" fmla="*/ 29 h 173"/>
                <a:gd name="T20" fmla="*/ 138 w 138"/>
                <a:gd name="T21" fmla="*/ 78 h 173"/>
                <a:gd name="T22" fmla="*/ 69 w 138"/>
                <a:gd name="T23" fmla="*/ 173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8" h="173">
                  <a:moveTo>
                    <a:pt x="69" y="173"/>
                  </a:moveTo>
                  <a:cubicBezTo>
                    <a:pt x="69" y="173"/>
                    <a:pt x="69" y="173"/>
                    <a:pt x="69" y="173"/>
                  </a:cubicBezTo>
                  <a:cubicBezTo>
                    <a:pt x="50" y="173"/>
                    <a:pt x="0" y="140"/>
                    <a:pt x="0" y="77"/>
                  </a:cubicBezTo>
                  <a:cubicBezTo>
                    <a:pt x="0" y="29"/>
                    <a:pt x="0" y="29"/>
                    <a:pt x="0" y="29"/>
                  </a:cubicBezTo>
                  <a:cubicBezTo>
                    <a:pt x="4" y="29"/>
                    <a:pt x="4" y="29"/>
                    <a:pt x="4" y="29"/>
                  </a:cubicBezTo>
                  <a:cubicBezTo>
                    <a:pt x="4" y="29"/>
                    <a:pt x="35" y="32"/>
                    <a:pt x="67" y="2"/>
                  </a:cubicBezTo>
                  <a:cubicBezTo>
                    <a:pt x="69" y="0"/>
                    <a:pt x="69" y="0"/>
                    <a:pt x="69" y="0"/>
                  </a:cubicBezTo>
                  <a:cubicBezTo>
                    <a:pt x="72" y="2"/>
                    <a:pt x="72" y="2"/>
                    <a:pt x="72" y="2"/>
                  </a:cubicBezTo>
                  <a:cubicBezTo>
                    <a:pt x="106" y="29"/>
                    <a:pt x="135" y="29"/>
                    <a:pt x="135" y="29"/>
                  </a:cubicBezTo>
                  <a:cubicBezTo>
                    <a:pt x="138" y="29"/>
                    <a:pt x="138" y="29"/>
                    <a:pt x="138" y="29"/>
                  </a:cubicBezTo>
                  <a:cubicBezTo>
                    <a:pt x="138" y="78"/>
                    <a:pt x="138" y="78"/>
                    <a:pt x="138" y="78"/>
                  </a:cubicBezTo>
                  <a:cubicBezTo>
                    <a:pt x="138" y="140"/>
                    <a:pt x="88" y="173"/>
                    <a:pt x="69" y="173"/>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2" name="check">
              <a:extLst>
                <a:ext uri="{FF2B5EF4-FFF2-40B4-BE49-F238E27FC236}">
                  <a16:creationId xmlns:a16="http://schemas.microsoft.com/office/drawing/2014/main" id="{9DDE635B-6509-4AA2-B1F5-2ED3DE273026}"/>
                </a:ext>
              </a:extLst>
            </p:cNvPr>
            <p:cNvSpPr>
              <a:spLocks noChangeAspect="1"/>
            </p:cNvSpPr>
            <p:nvPr/>
          </p:nvSpPr>
          <p:spPr bwMode="auto">
            <a:xfrm>
              <a:off x="10515895" y="2103594"/>
              <a:ext cx="203870" cy="143956"/>
            </a:xfrm>
            <a:custGeom>
              <a:avLst/>
              <a:gdLst>
                <a:gd name="T0" fmla="*/ 245 w 245"/>
                <a:gd name="T1" fmla="*/ 0 h 173"/>
                <a:gd name="T2" fmla="*/ 73 w 245"/>
                <a:gd name="T3" fmla="*/ 173 h 173"/>
                <a:gd name="T4" fmla="*/ 0 w 245"/>
                <a:gd name="T5" fmla="*/ 101 h 173"/>
              </a:gdLst>
              <a:ahLst/>
              <a:cxnLst>
                <a:cxn ang="0">
                  <a:pos x="T0" y="T1"/>
                </a:cxn>
                <a:cxn ang="0">
                  <a:pos x="T2" y="T3"/>
                </a:cxn>
                <a:cxn ang="0">
                  <a:pos x="T4" y="T5"/>
                </a:cxn>
              </a:cxnLst>
              <a:rect l="0" t="0" r="r" b="b"/>
              <a:pathLst>
                <a:path w="245" h="173">
                  <a:moveTo>
                    <a:pt x="245" y="0"/>
                  </a:moveTo>
                  <a:lnTo>
                    <a:pt x="73" y="173"/>
                  </a:lnTo>
                  <a:lnTo>
                    <a:pt x="0" y="101"/>
                  </a:lnTo>
                </a:path>
              </a:pathLst>
            </a:custGeom>
            <a:noFill/>
            <a:ln w="285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solidFill>
                    <a:srgbClr val="50E6FF"/>
                  </a:solidFill>
                </a:ln>
                <a:solidFill>
                  <a:srgbClr val="FFFFFF"/>
                </a:solidFill>
                <a:effectLst/>
                <a:uLnTx/>
                <a:uFillTx/>
                <a:latin typeface="Segoe UI"/>
                <a:ea typeface="+mn-ea"/>
                <a:cs typeface="+mn-cs"/>
              </a:endParaRPr>
            </a:p>
          </p:txBody>
        </p:sp>
      </p:grpSp>
      <p:grpSp>
        <p:nvGrpSpPr>
          <p:cNvPr id="95" name="Group 94">
            <a:extLst>
              <a:ext uri="{FF2B5EF4-FFF2-40B4-BE49-F238E27FC236}">
                <a16:creationId xmlns:a16="http://schemas.microsoft.com/office/drawing/2014/main" id="{43FFE3D1-4751-42F9-83F3-070D7C8A28D5}"/>
              </a:ext>
            </a:extLst>
          </p:cNvPr>
          <p:cNvGrpSpPr/>
          <p:nvPr userDrawn="1"/>
        </p:nvGrpSpPr>
        <p:grpSpPr>
          <a:xfrm>
            <a:off x="7065062" y="2946916"/>
            <a:ext cx="909435" cy="721482"/>
            <a:chOff x="4262868" y="2183779"/>
            <a:chExt cx="909435" cy="721482"/>
          </a:xfrm>
        </p:grpSpPr>
        <p:sp>
          <p:nvSpPr>
            <p:cNvPr id="55" name="Arrow: Bent 22">
              <a:extLst>
                <a:ext uri="{FF2B5EF4-FFF2-40B4-BE49-F238E27FC236}">
                  <a16:creationId xmlns:a16="http://schemas.microsoft.com/office/drawing/2014/main" id="{F31B69A7-78DF-45F3-8771-36ACE038A37D}"/>
                </a:ext>
              </a:extLst>
            </p:cNvPr>
            <p:cNvSpPr/>
            <p:nvPr/>
          </p:nvSpPr>
          <p:spPr bwMode="auto">
            <a:xfrm rot="16200000">
              <a:off x="4397652" y="2468630"/>
              <a:ext cx="106041" cy="164625"/>
            </a:xfrm>
            <a:custGeom>
              <a:avLst/>
              <a:gdLst>
                <a:gd name="connsiteX0" fmla="*/ 0 w 306806"/>
                <a:gd name="connsiteY0" fmla="*/ 0 h 442882"/>
                <a:gd name="connsiteX1" fmla="*/ 306806 w 306806"/>
                <a:gd name="connsiteY1" fmla="*/ 0 h 442882"/>
                <a:gd name="connsiteX2" fmla="*/ 306806 w 306806"/>
                <a:gd name="connsiteY2" fmla="*/ 442882 h 442882"/>
                <a:gd name="connsiteX3" fmla="*/ 0 w 306806"/>
                <a:gd name="connsiteY3" fmla="*/ 442882 h 442882"/>
                <a:gd name="connsiteX4" fmla="*/ 0 w 306806"/>
                <a:gd name="connsiteY4" fmla="*/ 0 h 442882"/>
                <a:gd name="connsiteX0" fmla="*/ 306806 w 398246"/>
                <a:gd name="connsiteY0" fmla="*/ 442882 h 534322"/>
                <a:gd name="connsiteX1" fmla="*/ 0 w 398246"/>
                <a:gd name="connsiteY1" fmla="*/ 442882 h 534322"/>
                <a:gd name="connsiteX2" fmla="*/ 0 w 398246"/>
                <a:gd name="connsiteY2" fmla="*/ 0 h 534322"/>
                <a:gd name="connsiteX3" fmla="*/ 306806 w 398246"/>
                <a:gd name="connsiteY3" fmla="*/ 0 h 534322"/>
                <a:gd name="connsiteX4" fmla="*/ 398246 w 398246"/>
                <a:gd name="connsiteY4" fmla="*/ 534322 h 534322"/>
                <a:gd name="connsiteX0" fmla="*/ 0 w 398246"/>
                <a:gd name="connsiteY0" fmla="*/ 442882 h 534322"/>
                <a:gd name="connsiteX1" fmla="*/ 0 w 398246"/>
                <a:gd name="connsiteY1" fmla="*/ 0 h 534322"/>
                <a:gd name="connsiteX2" fmla="*/ 306806 w 398246"/>
                <a:gd name="connsiteY2" fmla="*/ 0 h 534322"/>
                <a:gd name="connsiteX3" fmla="*/ 398246 w 398246"/>
                <a:gd name="connsiteY3" fmla="*/ 534322 h 534322"/>
                <a:gd name="connsiteX0" fmla="*/ 0 w 306806"/>
                <a:gd name="connsiteY0" fmla="*/ 442882 h 442882"/>
                <a:gd name="connsiteX1" fmla="*/ 0 w 306806"/>
                <a:gd name="connsiteY1" fmla="*/ 0 h 442882"/>
                <a:gd name="connsiteX2" fmla="*/ 306806 w 306806"/>
                <a:gd name="connsiteY2" fmla="*/ 0 h 442882"/>
              </a:gdLst>
              <a:ahLst/>
              <a:cxnLst>
                <a:cxn ang="0">
                  <a:pos x="connsiteX0" y="connsiteY0"/>
                </a:cxn>
                <a:cxn ang="0">
                  <a:pos x="connsiteX1" y="connsiteY1"/>
                </a:cxn>
                <a:cxn ang="0">
                  <a:pos x="connsiteX2" y="connsiteY2"/>
                </a:cxn>
              </a:cxnLst>
              <a:rect l="l" t="t" r="r" b="b"/>
              <a:pathLst>
                <a:path w="306806" h="442882">
                  <a:moveTo>
                    <a:pt x="0" y="442882"/>
                  </a:moveTo>
                  <a:lnTo>
                    <a:pt x="0" y="0"/>
                  </a:lnTo>
                  <a:lnTo>
                    <a:pt x="306806"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6" name="Arrow: Bent 24">
              <a:extLst>
                <a:ext uri="{FF2B5EF4-FFF2-40B4-BE49-F238E27FC236}">
                  <a16:creationId xmlns:a16="http://schemas.microsoft.com/office/drawing/2014/main" id="{8200DDF9-CF34-45B3-93DD-0B2B81F633E4}"/>
                </a:ext>
              </a:extLst>
            </p:cNvPr>
            <p:cNvSpPr/>
            <p:nvPr/>
          </p:nvSpPr>
          <p:spPr bwMode="auto">
            <a:xfrm rot="16200000">
              <a:off x="4803569" y="2731149"/>
              <a:ext cx="92731" cy="211516"/>
            </a:xfrm>
            <a:custGeom>
              <a:avLst/>
              <a:gdLst>
                <a:gd name="connsiteX0" fmla="*/ 0 w 228567"/>
                <a:gd name="connsiteY0" fmla="*/ 0 h 569032"/>
                <a:gd name="connsiteX1" fmla="*/ 228567 w 228567"/>
                <a:gd name="connsiteY1" fmla="*/ 0 h 569032"/>
                <a:gd name="connsiteX2" fmla="*/ 228567 w 228567"/>
                <a:gd name="connsiteY2" fmla="*/ 569032 h 569032"/>
                <a:gd name="connsiteX3" fmla="*/ 0 w 228567"/>
                <a:gd name="connsiteY3" fmla="*/ 569032 h 569032"/>
                <a:gd name="connsiteX4" fmla="*/ 0 w 228567"/>
                <a:gd name="connsiteY4" fmla="*/ 0 h 569032"/>
                <a:gd name="connsiteX0" fmla="*/ 228567 w 320007"/>
                <a:gd name="connsiteY0" fmla="*/ 569032 h 660472"/>
                <a:gd name="connsiteX1" fmla="*/ 0 w 320007"/>
                <a:gd name="connsiteY1" fmla="*/ 569032 h 660472"/>
                <a:gd name="connsiteX2" fmla="*/ 0 w 320007"/>
                <a:gd name="connsiteY2" fmla="*/ 0 h 660472"/>
                <a:gd name="connsiteX3" fmla="*/ 228567 w 320007"/>
                <a:gd name="connsiteY3" fmla="*/ 0 h 660472"/>
                <a:gd name="connsiteX4" fmla="*/ 320007 w 320007"/>
                <a:gd name="connsiteY4" fmla="*/ 660472 h 660472"/>
                <a:gd name="connsiteX0" fmla="*/ 0 w 320007"/>
                <a:gd name="connsiteY0" fmla="*/ 569032 h 660472"/>
                <a:gd name="connsiteX1" fmla="*/ 0 w 320007"/>
                <a:gd name="connsiteY1" fmla="*/ 0 h 660472"/>
                <a:gd name="connsiteX2" fmla="*/ 228567 w 320007"/>
                <a:gd name="connsiteY2" fmla="*/ 0 h 660472"/>
                <a:gd name="connsiteX3" fmla="*/ 320007 w 320007"/>
                <a:gd name="connsiteY3" fmla="*/ 660472 h 660472"/>
                <a:gd name="connsiteX0" fmla="*/ 0 w 228567"/>
                <a:gd name="connsiteY0" fmla="*/ 569032 h 569032"/>
                <a:gd name="connsiteX1" fmla="*/ 0 w 228567"/>
                <a:gd name="connsiteY1" fmla="*/ 0 h 569032"/>
                <a:gd name="connsiteX2" fmla="*/ 228567 w 228567"/>
                <a:gd name="connsiteY2" fmla="*/ 0 h 569032"/>
              </a:gdLst>
              <a:ahLst/>
              <a:cxnLst>
                <a:cxn ang="0">
                  <a:pos x="connsiteX0" y="connsiteY0"/>
                </a:cxn>
                <a:cxn ang="0">
                  <a:pos x="connsiteX1" y="connsiteY1"/>
                </a:cxn>
                <a:cxn ang="0">
                  <a:pos x="connsiteX2" y="connsiteY2"/>
                </a:cxn>
              </a:cxnLst>
              <a:rect l="l" t="t" r="r" b="b"/>
              <a:pathLst>
                <a:path w="228567" h="569032">
                  <a:moveTo>
                    <a:pt x="0" y="569032"/>
                  </a:moveTo>
                  <a:lnTo>
                    <a:pt x="0" y="0"/>
                  </a:lnTo>
                  <a:lnTo>
                    <a:pt x="228567"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7" name="Arrow: Bent 76">
              <a:extLst>
                <a:ext uri="{FF2B5EF4-FFF2-40B4-BE49-F238E27FC236}">
                  <a16:creationId xmlns:a16="http://schemas.microsoft.com/office/drawing/2014/main" id="{E5E0C78A-0848-4C86-838C-B667ECE01E1F}"/>
                </a:ext>
              </a:extLst>
            </p:cNvPr>
            <p:cNvSpPr/>
            <p:nvPr/>
          </p:nvSpPr>
          <p:spPr bwMode="auto">
            <a:xfrm rot="5400000">
              <a:off x="4661716" y="2163798"/>
              <a:ext cx="290763" cy="529173"/>
            </a:xfrm>
            <a:custGeom>
              <a:avLst/>
              <a:gdLst>
                <a:gd name="connsiteX0" fmla="*/ 0 w 920098"/>
                <a:gd name="connsiteY0" fmla="*/ 0 h 1506443"/>
                <a:gd name="connsiteX1" fmla="*/ 920098 w 920098"/>
                <a:gd name="connsiteY1" fmla="*/ 0 h 1506443"/>
                <a:gd name="connsiteX2" fmla="*/ 920098 w 920098"/>
                <a:gd name="connsiteY2" fmla="*/ 1506443 h 1506443"/>
                <a:gd name="connsiteX3" fmla="*/ 0 w 920098"/>
                <a:gd name="connsiteY3" fmla="*/ 1506443 h 1506443"/>
                <a:gd name="connsiteX4" fmla="*/ 0 w 920098"/>
                <a:gd name="connsiteY4" fmla="*/ 0 h 1506443"/>
                <a:gd name="connsiteX0" fmla="*/ 920098 w 1011538"/>
                <a:gd name="connsiteY0" fmla="*/ 1506443 h 1597883"/>
                <a:gd name="connsiteX1" fmla="*/ 0 w 1011538"/>
                <a:gd name="connsiteY1" fmla="*/ 1506443 h 1597883"/>
                <a:gd name="connsiteX2" fmla="*/ 0 w 1011538"/>
                <a:gd name="connsiteY2" fmla="*/ 0 h 1597883"/>
                <a:gd name="connsiteX3" fmla="*/ 920098 w 1011538"/>
                <a:gd name="connsiteY3" fmla="*/ 0 h 1597883"/>
                <a:gd name="connsiteX4" fmla="*/ 1011538 w 1011538"/>
                <a:gd name="connsiteY4" fmla="*/ 1597883 h 1597883"/>
                <a:gd name="connsiteX0" fmla="*/ 0 w 1011538"/>
                <a:gd name="connsiteY0" fmla="*/ 1506443 h 1597883"/>
                <a:gd name="connsiteX1" fmla="*/ 0 w 1011538"/>
                <a:gd name="connsiteY1" fmla="*/ 0 h 1597883"/>
                <a:gd name="connsiteX2" fmla="*/ 920098 w 1011538"/>
                <a:gd name="connsiteY2" fmla="*/ 0 h 1597883"/>
                <a:gd name="connsiteX3" fmla="*/ 1011538 w 1011538"/>
                <a:gd name="connsiteY3" fmla="*/ 1597883 h 1597883"/>
                <a:gd name="connsiteX0" fmla="*/ 0 w 920098"/>
                <a:gd name="connsiteY0" fmla="*/ 1506443 h 1506443"/>
                <a:gd name="connsiteX1" fmla="*/ 0 w 920098"/>
                <a:gd name="connsiteY1" fmla="*/ 0 h 1506443"/>
                <a:gd name="connsiteX2" fmla="*/ 920098 w 920098"/>
                <a:gd name="connsiteY2" fmla="*/ 0 h 1506443"/>
              </a:gdLst>
              <a:ahLst/>
              <a:cxnLst>
                <a:cxn ang="0">
                  <a:pos x="connsiteX0" y="connsiteY0"/>
                </a:cxn>
                <a:cxn ang="0">
                  <a:pos x="connsiteX1" y="connsiteY1"/>
                </a:cxn>
                <a:cxn ang="0">
                  <a:pos x="connsiteX2" y="connsiteY2"/>
                </a:cxn>
              </a:cxnLst>
              <a:rect l="l" t="t" r="r" b="b"/>
              <a:pathLst>
                <a:path w="920098" h="1506443">
                  <a:moveTo>
                    <a:pt x="0" y="1506443"/>
                  </a:moveTo>
                  <a:lnTo>
                    <a:pt x="0" y="0"/>
                  </a:lnTo>
                  <a:lnTo>
                    <a:pt x="920098"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8" name="Rectangle 57">
              <a:extLst>
                <a:ext uri="{FF2B5EF4-FFF2-40B4-BE49-F238E27FC236}">
                  <a16:creationId xmlns:a16="http://schemas.microsoft.com/office/drawing/2014/main" id="{19721FB2-7138-4FCE-BBA9-4DD6AB59C018}"/>
                </a:ext>
              </a:extLst>
            </p:cNvPr>
            <p:cNvSpPr/>
            <p:nvPr/>
          </p:nvSpPr>
          <p:spPr bwMode="auto">
            <a:xfrm>
              <a:off x="4542512"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59" name="Rectangle 58">
              <a:extLst>
                <a:ext uri="{FF2B5EF4-FFF2-40B4-BE49-F238E27FC236}">
                  <a16:creationId xmlns:a16="http://schemas.microsoft.com/office/drawing/2014/main" id="{10A63D7B-2FDE-4DED-85FF-1EF546410461}"/>
                </a:ext>
              </a:extLst>
            </p:cNvPr>
            <p:cNvSpPr/>
            <p:nvPr/>
          </p:nvSpPr>
          <p:spPr bwMode="auto">
            <a:xfrm>
              <a:off x="4649998"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0" name="Rectangle 59">
              <a:extLst>
                <a:ext uri="{FF2B5EF4-FFF2-40B4-BE49-F238E27FC236}">
                  <a16:creationId xmlns:a16="http://schemas.microsoft.com/office/drawing/2014/main" id="{0CA2CD59-914C-452F-8365-6B24A01380A6}"/>
                </a:ext>
              </a:extLst>
            </p:cNvPr>
            <p:cNvSpPr/>
            <p:nvPr/>
          </p:nvSpPr>
          <p:spPr bwMode="auto">
            <a:xfrm>
              <a:off x="4762482"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1" name="Rectangle 60">
              <a:extLst>
                <a:ext uri="{FF2B5EF4-FFF2-40B4-BE49-F238E27FC236}">
                  <a16:creationId xmlns:a16="http://schemas.microsoft.com/office/drawing/2014/main" id="{85B8CF8B-0BBB-4641-A127-B04DA519EC34}"/>
                </a:ext>
              </a:extLst>
            </p:cNvPr>
            <p:cNvSpPr/>
            <p:nvPr/>
          </p:nvSpPr>
          <p:spPr bwMode="auto">
            <a:xfrm>
              <a:off x="4542512" y="2533001"/>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2" name="Rectangle 61">
              <a:extLst>
                <a:ext uri="{FF2B5EF4-FFF2-40B4-BE49-F238E27FC236}">
                  <a16:creationId xmlns:a16="http://schemas.microsoft.com/office/drawing/2014/main" id="{E6F0EF1F-3C23-4827-8577-ED04AEEBBDDC}"/>
                </a:ext>
              </a:extLst>
            </p:cNvPr>
            <p:cNvSpPr/>
            <p:nvPr/>
          </p:nvSpPr>
          <p:spPr bwMode="auto">
            <a:xfrm>
              <a:off x="4649998" y="253300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3" name="Rectangle 62">
              <a:extLst>
                <a:ext uri="{FF2B5EF4-FFF2-40B4-BE49-F238E27FC236}">
                  <a16:creationId xmlns:a16="http://schemas.microsoft.com/office/drawing/2014/main" id="{27221916-C3DF-4BE5-AA77-B270C9B42B12}"/>
                </a:ext>
              </a:extLst>
            </p:cNvPr>
            <p:cNvSpPr/>
            <p:nvPr/>
          </p:nvSpPr>
          <p:spPr bwMode="auto">
            <a:xfrm>
              <a:off x="4762482" y="253300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4" name="Rectangle 63">
              <a:extLst>
                <a:ext uri="{FF2B5EF4-FFF2-40B4-BE49-F238E27FC236}">
                  <a16:creationId xmlns:a16="http://schemas.microsoft.com/office/drawing/2014/main" id="{AB1DD898-F3FF-4481-9E22-5AD0FED8D3CC}"/>
                </a:ext>
              </a:extLst>
            </p:cNvPr>
            <p:cNvSpPr/>
            <p:nvPr/>
          </p:nvSpPr>
          <p:spPr bwMode="auto">
            <a:xfrm>
              <a:off x="4542512" y="2659361"/>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5" name="Rectangle 64">
              <a:extLst>
                <a:ext uri="{FF2B5EF4-FFF2-40B4-BE49-F238E27FC236}">
                  <a16:creationId xmlns:a16="http://schemas.microsoft.com/office/drawing/2014/main" id="{87D6CFD7-CF81-4435-8900-32F759AF4C79}"/>
                </a:ext>
              </a:extLst>
            </p:cNvPr>
            <p:cNvSpPr/>
            <p:nvPr/>
          </p:nvSpPr>
          <p:spPr bwMode="auto">
            <a:xfrm>
              <a:off x="4649998" y="265936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6" name="Rectangle 65">
              <a:extLst>
                <a:ext uri="{FF2B5EF4-FFF2-40B4-BE49-F238E27FC236}">
                  <a16:creationId xmlns:a16="http://schemas.microsoft.com/office/drawing/2014/main" id="{248284E4-608D-43F6-8E19-DA2183749DA1}"/>
                </a:ext>
              </a:extLst>
            </p:cNvPr>
            <p:cNvSpPr/>
            <p:nvPr/>
          </p:nvSpPr>
          <p:spPr bwMode="auto">
            <a:xfrm>
              <a:off x="4762482" y="265936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7" name="Rectangle 66">
              <a:extLst>
                <a:ext uri="{FF2B5EF4-FFF2-40B4-BE49-F238E27FC236}">
                  <a16:creationId xmlns:a16="http://schemas.microsoft.com/office/drawing/2014/main" id="{683342F8-83D2-4D1D-8B02-CF4BE6958AB3}"/>
                </a:ext>
              </a:extLst>
            </p:cNvPr>
            <p:cNvSpPr/>
            <p:nvPr/>
          </p:nvSpPr>
          <p:spPr bwMode="auto">
            <a:xfrm>
              <a:off x="4631082" y="2512568"/>
              <a:ext cx="224300" cy="252475"/>
            </a:xfrm>
            <a:prstGeom prst="rect">
              <a:avLst/>
            </a:prstGeom>
            <a:noFill/>
            <a:ln w="3175" cap="sq">
              <a:solidFill>
                <a:schemeClr val="accent2">
                  <a:lumMod val="75000"/>
                </a:schemeClr>
              </a:solidFill>
              <a:prstDash val="sysDash"/>
              <a:miter lim="800000"/>
              <a:headEnd/>
              <a:tailEnd/>
            </a:ln>
            <a:extLst>
              <a:ext uri="{909E8E84-426E-40DD-AFC4-6F175D3DCCD1}">
                <a14:hiddenFill xmlns:a14="http://schemas.microsoft.com/office/drawing/2010/main">
                  <a:noFill/>
                </a14:hiddenFill>
              </a:ext>
            </a:extLst>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cxnSp>
          <p:nvCxnSpPr>
            <p:cNvPr id="68" name="Straight Connector 67">
              <a:extLst>
                <a:ext uri="{FF2B5EF4-FFF2-40B4-BE49-F238E27FC236}">
                  <a16:creationId xmlns:a16="http://schemas.microsoft.com/office/drawing/2014/main" id="{51887851-B14E-45B1-9C85-DA7492F639D1}"/>
                </a:ext>
              </a:extLst>
            </p:cNvPr>
            <p:cNvCxnSpPr>
              <a:cxnSpLocks/>
              <a:stCxn id="65" idx="3"/>
              <a:endCxn id="66" idx="1"/>
            </p:cNvCxnSpPr>
            <p:nvPr/>
          </p:nvCxnSpPr>
          <p:spPr>
            <a:xfrm>
              <a:off x="4723793" y="2574570"/>
              <a:ext cx="35639" cy="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69" name="Straight Connector 68">
              <a:extLst>
                <a:ext uri="{FF2B5EF4-FFF2-40B4-BE49-F238E27FC236}">
                  <a16:creationId xmlns:a16="http://schemas.microsoft.com/office/drawing/2014/main" id="{22F4E327-FC3B-4CB2-917A-711D09A6178F}"/>
                </a:ext>
              </a:extLst>
            </p:cNvPr>
            <p:cNvCxnSpPr>
              <a:cxnSpLocks/>
              <a:stCxn id="68" idx="3"/>
              <a:endCxn id="69" idx="1"/>
            </p:cNvCxnSpPr>
            <p:nvPr/>
          </p:nvCxnSpPr>
          <p:spPr>
            <a:xfrm>
              <a:off x="4723793" y="2700933"/>
              <a:ext cx="35639" cy="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0" name="Straight Connector 69">
              <a:extLst>
                <a:ext uri="{FF2B5EF4-FFF2-40B4-BE49-F238E27FC236}">
                  <a16:creationId xmlns:a16="http://schemas.microsoft.com/office/drawing/2014/main" id="{E84B0F77-79C8-45D8-897A-C9C9A191B9D6}"/>
                </a:ext>
              </a:extLst>
            </p:cNvPr>
            <p:cNvCxnSpPr>
              <a:cxnSpLocks/>
              <a:stCxn id="65" idx="2"/>
              <a:endCxn id="68" idx="0"/>
            </p:cNvCxnSpPr>
            <p:nvPr/>
          </p:nvCxnSpPr>
          <p:spPr>
            <a:xfrm>
              <a:off x="4686894" y="2616144"/>
              <a:ext cx="0" cy="43216"/>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1" name="Straight Connector 70">
              <a:extLst>
                <a:ext uri="{FF2B5EF4-FFF2-40B4-BE49-F238E27FC236}">
                  <a16:creationId xmlns:a16="http://schemas.microsoft.com/office/drawing/2014/main" id="{312389F5-1C4E-430D-B2A9-B28E01258D3E}"/>
                </a:ext>
              </a:extLst>
            </p:cNvPr>
            <p:cNvCxnSpPr>
              <a:cxnSpLocks/>
            </p:cNvCxnSpPr>
            <p:nvPr/>
          </p:nvCxnSpPr>
          <p:spPr>
            <a:xfrm>
              <a:off x="4799379" y="2616144"/>
              <a:ext cx="0" cy="43216"/>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2" name="Straight Connector 71">
              <a:extLst>
                <a:ext uri="{FF2B5EF4-FFF2-40B4-BE49-F238E27FC236}">
                  <a16:creationId xmlns:a16="http://schemas.microsoft.com/office/drawing/2014/main" id="{2C012619-946A-4E06-B449-A2C8D2D4E1B5}"/>
                </a:ext>
              </a:extLst>
            </p:cNvPr>
            <p:cNvCxnSpPr>
              <a:cxnSpLocks/>
            </p:cNvCxnSpPr>
            <p:nvPr/>
          </p:nvCxnSpPr>
          <p:spPr>
            <a:xfrm flipH="1">
              <a:off x="4709015" y="2592285"/>
              <a:ext cx="75588" cy="8479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grpSp>
          <p:nvGrpSpPr>
            <p:cNvPr id="73" name="Group 4">
              <a:extLst>
                <a:ext uri="{FF2B5EF4-FFF2-40B4-BE49-F238E27FC236}">
                  <a16:creationId xmlns:a16="http://schemas.microsoft.com/office/drawing/2014/main" id="{395A33EB-9808-443D-9F91-1A249A808D4D}"/>
                </a:ext>
              </a:extLst>
            </p:cNvPr>
            <p:cNvGrpSpPr>
              <a:grpSpLocks noChangeAspect="1"/>
            </p:cNvGrpSpPr>
            <p:nvPr/>
          </p:nvGrpSpPr>
          <p:grpSpPr bwMode="auto">
            <a:xfrm>
              <a:off x="4987026" y="2624845"/>
              <a:ext cx="185277" cy="280416"/>
              <a:chOff x="1057" y="999"/>
              <a:chExt cx="225" cy="312"/>
            </a:xfrm>
            <a:solidFill>
              <a:srgbClr val="0078D4"/>
            </a:solidFill>
          </p:grpSpPr>
          <p:sp>
            <p:nvSpPr>
              <p:cNvPr id="91" name="Oval 5">
                <a:extLst>
                  <a:ext uri="{FF2B5EF4-FFF2-40B4-BE49-F238E27FC236}">
                    <a16:creationId xmlns:a16="http://schemas.microsoft.com/office/drawing/2014/main" id="{615B87A2-F85D-4301-A5E2-4F0838D026BE}"/>
                  </a:ext>
                </a:extLst>
              </p:cNvPr>
              <p:cNvSpPr>
                <a:spLocks noChangeArrowheads="1"/>
              </p:cNvSpPr>
              <p:nvPr/>
            </p:nvSpPr>
            <p:spPr bwMode="auto">
              <a:xfrm>
                <a:off x="1057" y="999"/>
                <a:ext cx="225" cy="224"/>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2" name="Freeform 6">
                <a:extLst>
                  <a:ext uri="{FF2B5EF4-FFF2-40B4-BE49-F238E27FC236}">
                    <a16:creationId xmlns:a16="http://schemas.microsoft.com/office/drawing/2014/main" id="{7EB3038B-1E67-40EC-829F-B5DF5E9776EF}"/>
                  </a:ext>
                </a:extLst>
              </p:cNvPr>
              <p:cNvSpPr>
                <a:spLocks/>
              </p:cNvSpPr>
              <p:nvPr/>
            </p:nvSpPr>
            <p:spPr bwMode="auto">
              <a:xfrm>
                <a:off x="1121" y="1282"/>
                <a:ext cx="97" cy="29"/>
              </a:xfrm>
              <a:custGeom>
                <a:avLst/>
                <a:gdLst>
                  <a:gd name="T0" fmla="*/ 362 w 426"/>
                  <a:gd name="T1" fmla="*/ 128 h 128"/>
                  <a:gd name="T2" fmla="*/ 64 w 426"/>
                  <a:gd name="T3" fmla="*/ 128 h 128"/>
                  <a:gd name="T4" fmla="*/ 0 w 426"/>
                  <a:gd name="T5" fmla="*/ 64 h 128"/>
                  <a:gd name="T6" fmla="*/ 0 w 426"/>
                  <a:gd name="T7" fmla="*/ 64 h 128"/>
                  <a:gd name="T8" fmla="*/ 64 w 426"/>
                  <a:gd name="T9" fmla="*/ 0 h 128"/>
                  <a:gd name="T10" fmla="*/ 362 w 426"/>
                  <a:gd name="T11" fmla="*/ 0 h 128"/>
                  <a:gd name="T12" fmla="*/ 426 w 426"/>
                  <a:gd name="T13" fmla="*/ 64 h 128"/>
                  <a:gd name="T14" fmla="*/ 426 w 426"/>
                  <a:gd name="T15" fmla="*/ 64 h 128"/>
                  <a:gd name="T16" fmla="*/ 362 w 426"/>
                  <a:gd name="T1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28">
                    <a:moveTo>
                      <a:pt x="362" y="128"/>
                    </a:moveTo>
                    <a:cubicBezTo>
                      <a:pt x="64" y="128"/>
                      <a:pt x="64" y="128"/>
                      <a:pt x="64" y="128"/>
                    </a:cubicBezTo>
                    <a:cubicBezTo>
                      <a:pt x="28" y="128"/>
                      <a:pt x="0" y="99"/>
                      <a:pt x="0" y="64"/>
                    </a:cubicBezTo>
                    <a:cubicBezTo>
                      <a:pt x="0" y="64"/>
                      <a:pt x="0" y="64"/>
                      <a:pt x="0" y="64"/>
                    </a:cubicBezTo>
                    <a:cubicBezTo>
                      <a:pt x="0" y="29"/>
                      <a:pt x="28" y="0"/>
                      <a:pt x="64" y="0"/>
                    </a:cubicBezTo>
                    <a:cubicBezTo>
                      <a:pt x="362" y="0"/>
                      <a:pt x="362" y="0"/>
                      <a:pt x="362" y="0"/>
                    </a:cubicBezTo>
                    <a:cubicBezTo>
                      <a:pt x="398" y="0"/>
                      <a:pt x="426" y="29"/>
                      <a:pt x="426" y="64"/>
                    </a:cubicBezTo>
                    <a:cubicBezTo>
                      <a:pt x="426" y="64"/>
                      <a:pt x="426" y="64"/>
                      <a:pt x="426" y="64"/>
                    </a:cubicBezTo>
                    <a:cubicBezTo>
                      <a:pt x="426" y="99"/>
                      <a:pt x="398" y="128"/>
                      <a:pt x="362" y="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3" name="Freeform 7">
                <a:extLst>
                  <a:ext uri="{FF2B5EF4-FFF2-40B4-BE49-F238E27FC236}">
                    <a16:creationId xmlns:a16="http://schemas.microsoft.com/office/drawing/2014/main" id="{BA099CE9-A374-4911-8936-49A8EBAF8D61}"/>
                  </a:ext>
                </a:extLst>
              </p:cNvPr>
              <p:cNvSpPr>
                <a:spLocks/>
              </p:cNvSpPr>
              <p:nvPr/>
            </p:nvSpPr>
            <p:spPr bwMode="auto">
              <a:xfrm>
                <a:off x="1121" y="1243"/>
                <a:ext cx="97" cy="29"/>
              </a:xfrm>
              <a:custGeom>
                <a:avLst/>
                <a:gdLst>
                  <a:gd name="T0" fmla="*/ 362 w 426"/>
                  <a:gd name="T1" fmla="*/ 128 h 128"/>
                  <a:gd name="T2" fmla="*/ 64 w 426"/>
                  <a:gd name="T3" fmla="*/ 128 h 128"/>
                  <a:gd name="T4" fmla="*/ 0 w 426"/>
                  <a:gd name="T5" fmla="*/ 64 h 128"/>
                  <a:gd name="T6" fmla="*/ 0 w 426"/>
                  <a:gd name="T7" fmla="*/ 64 h 128"/>
                  <a:gd name="T8" fmla="*/ 64 w 426"/>
                  <a:gd name="T9" fmla="*/ 0 h 128"/>
                  <a:gd name="T10" fmla="*/ 362 w 426"/>
                  <a:gd name="T11" fmla="*/ 0 h 128"/>
                  <a:gd name="T12" fmla="*/ 426 w 426"/>
                  <a:gd name="T13" fmla="*/ 64 h 128"/>
                  <a:gd name="T14" fmla="*/ 426 w 426"/>
                  <a:gd name="T15" fmla="*/ 64 h 128"/>
                  <a:gd name="T16" fmla="*/ 362 w 426"/>
                  <a:gd name="T1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28">
                    <a:moveTo>
                      <a:pt x="362" y="128"/>
                    </a:moveTo>
                    <a:cubicBezTo>
                      <a:pt x="64" y="128"/>
                      <a:pt x="64" y="128"/>
                      <a:pt x="64" y="128"/>
                    </a:cubicBezTo>
                    <a:cubicBezTo>
                      <a:pt x="28" y="128"/>
                      <a:pt x="0" y="100"/>
                      <a:pt x="0" y="64"/>
                    </a:cubicBezTo>
                    <a:cubicBezTo>
                      <a:pt x="0" y="64"/>
                      <a:pt x="0" y="64"/>
                      <a:pt x="0" y="64"/>
                    </a:cubicBezTo>
                    <a:cubicBezTo>
                      <a:pt x="0" y="29"/>
                      <a:pt x="28" y="0"/>
                      <a:pt x="64" y="0"/>
                    </a:cubicBezTo>
                    <a:cubicBezTo>
                      <a:pt x="362" y="0"/>
                      <a:pt x="362" y="0"/>
                      <a:pt x="362" y="0"/>
                    </a:cubicBezTo>
                    <a:cubicBezTo>
                      <a:pt x="398" y="0"/>
                      <a:pt x="426" y="29"/>
                      <a:pt x="426" y="64"/>
                    </a:cubicBezTo>
                    <a:cubicBezTo>
                      <a:pt x="426" y="64"/>
                      <a:pt x="426" y="64"/>
                      <a:pt x="426" y="64"/>
                    </a:cubicBezTo>
                    <a:cubicBezTo>
                      <a:pt x="426" y="100"/>
                      <a:pt x="398" y="128"/>
                      <a:pt x="362" y="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4" name="Freeform 8">
                <a:extLst>
                  <a:ext uri="{FF2B5EF4-FFF2-40B4-BE49-F238E27FC236}">
                    <a16:creationId xmlns:a16="http://schemas.microsoft.com/office/drawing/2014/main" id="{70A51006-036C-4A3F-9C95-359EDF0842C3}"/>
                  </a:ext>
                </a:extLst>
              </p:cNvPr>
              <p:cNvSpPr>
                <a:spLocks/>
              </p:cNvSpPr>
              <p:nvPr/>
            </p:nvSpPr>
            <p:spPr bwMode="auto">
              <a:xfrm>
                <a:off x="1121" y="1194"/>
                <a:ext cx="97" cy="39"/>
              </a:xfrm>
              <a:custGeom>
                <a:avLst/>
                <a:gdLst>
                  <a:gd name="T0" fmla="*/ 341 w 426"/>
                  <a:gd name="T1" fmla="*/ 171 h 171"/>
                  <a:gd name="T2" fmla="*/ 85 w 426"/>
                  <a:gd name="T3" fmla="*/ 171 h 171"/>
                  <a:gd name="T4" fmla="*/ 0 w 426"/>
                  <a:gd name="T5" fmla="*/ 85 h 171"/>
                  <a:gd name="T6" fmla="*/ 0 w 426"/>
                  <a:gd name="T7" fmla="*/ 85 h 171"/>
                  <a:gd name="T8" fmla="*/ 85 w 426"/>
                  <a:gd name="T9" fmla="*/ 0 h 171"/>
                  <a:gd name="T10" fmla="*/ 341 w 426"/>
                  <a:gd name="T11" fmla="*/ 0 h 171"/>
                  <a:gd name="T12" fmla="*/ 426 w 426"/>
                  <a:gd name="T13" fmla="*/ 85 h 171"/>
                  <a:gd name="T14" fmla="*/ 426 w 426"/>
                  <a:gd name="T15" fmla="*/ 85 h 171"/>
                  <a:gd name="T16" fmla="*/ 341 w 426"/>
                  <a:gd name="T17" fmla="*/ 17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71">
                    <a:moveTo>
                      <a:pt x="341" y="171"/>
                    </a:moveTo>
                    <a:cubicBezTo>
                      <a:pt x="85" y="171"/>
                      <a:pt x="85" y="171"/>
                      <a:pt x="85" y="171"/>
                    </a:cubicBezTo>
                    <a:cubicBezTo>
                      <a:pt x="38" y="171"/>
                      <a:pt x="0" y="133"/>
                      <a:pt x="0" y="85"/>
                    </a:cubicBezTo>
                    <a:cubicBezTo>
                      <a:pt x="0" y="85"/>
                      <a:pt x="0" y="85"/>
                      <a:pt x="0" y="85"/>
                    </a:cubicBezTo>
                    <a:cubicBezTo>
                      <a:pt x="0" y="38"/>
                      <a:pt x="38" y="0"/>
                      <a:pt x="85" y="0"/>
                    </a:cubicBezTo>
                    <a:cubicBezTo>
                      <a:pt x="341" y="0"/>
                      <a:pt x="341" y="0"/>
                      <a:pt x="341" y="0"/>
                    </a:cubicBezTo>
                    <a:cubicBezTo>
                      <a:pt x="388" y="0"/>
                      <a:pt x="426" y="38"/>
                      <a:pt x="426" y="85"/>
                    </a:cubicBezTo>
                    <a:cubicBezTo>
                      <a:pt x="426" y="85"/>
                      <a:pt x="426" y="85"/>
                      <a:pt x="426" y="85"/>
                    </a:cubicBezTo>
                    <a:cubicBezTo>
                      <a:pt x="426" y="133"/>
                      <a:pt x="388" y="171"/>
                      <a:pt x="341" y="17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grpSp>
          <p:nvGrpSpPr>
            <p:cNvPr id="74" name="Group 96">
              <a:extLst>
                <a:ext uri="{FF2B5EF4-FFF2-40B4-BE49-F238E27FC236}">
                  <a16:creationId xmlns:a16="http://schemas.microsoft.com/office/drawing/2014/main" id="{FE094829-C44C-417E-8938-638BF4CA9EE2}"/>
                </a:ext>
              </a:extLst>
            </p:cNvPr>
            <p:cNvGrpSpPr>
              <a:grpSpLocks noChangeAspect="1"/>
            </p:cNvGrpSpPr>
            <p:nvPr/>
          </p:nvGrpSpPr>
          <p:grpSpPr bwMode="auto">
            <a:xfrm>
              <a:off x="4262868" y="2183779"/>
              <a:ext cx="270894" cy="276711"/>
              <a:chOff x="2208" y="2791"/>
              <a:chExt cx="312" cy="292"/>
            </a:xfrm>
          </p:grpSpPr>
          <p:sp>
            <p:nvSpPr>
              <p:cNvPr id="75" name="Rectangle 98">
                <a:extLst>
                  <a:ext uri="{FF2B5EF4-FFF2-40B4-BE49-F238E27FC236}">
                    <a16:creationId xmlns:a16="http://schemas.microsoft.com/office/drawing/2014/main" id="{55B0D739-9E35-49C9-80A1-D25B2653A9EF}"/>
                  </a:ext>
                </a:extLst>
              </p:cNvPr>
              <p:cNvSpPr>
                <a:spLocks noChangeArrowheads="1"/>
              </p:cNvSpPr>
              <p:nvPr/>
            </p:nvSpPr>
            <p:spPr bwMode="auto">
              <a:xfrm>
                <a:off x="2208" y="2791"/>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6" name="Rectangle 99">
                <a:extLst>
                  <a:ext uri="{FF2B5EF4-FFF2-40B4-BE49-F238E27FC236}">
                    <a16:creationId xmlns:a16="http://schemas.microsoft.com/office/drawing/2014/main" id="{4E4CD28B-0E06-4298-97D4-C06DBEBD455D}"/>
                  </a:ext>
                </a:extLst>
              </p:cNvPr>
              <p:cNvSpPr>
                <a:spLocks noChangeArrowheads="1"/>
              </p:cNvSpPr>
              <p:nvPr/>
            </p:nvSpPr>
            <p:spPr bwMode="auto">
              <a:xfrm>
                <a:off x="2208" y="2869"/>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7" name="Rectangle 100">
                <a:extLst>
                  <a:ext uri="{FF2B5EF4-FFF2-40B4-BE49-F238E27FC236}">
                    <a16:creationId xmlns:a16="http://schemas.microsoft.com/office/drawing/2014/main" id="{C13A6990-43F7-4A53-89C8-130B95FA52D9}"/>
                  </a:ext>
                </a:extLst>
              </p:cNvPr>
              <p:cNvSpPr>
                <a:spLocks noChangeArrowheads="1"/>
              </p:cNvSpPr>
              <p:nvPr/>
            </p:nvSpPr>
            <p:spPr bwMode="auto">
              <a:xfrm>
                <a:off x="2208" y="2947"/>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8" name="Rectangle 101">
                <a:extLst>
                  <a:ext uri="{FF2B5EF4-FFF2-40B4-BE49-F238E27FC236}">
                    <a16:creationId xmlns:a16="http://schemas.microsoft.com/office/drawing/2014/main" id="{2E4600EE-2E9E-4695-A5FB-35994ACB1816}"/>
                  </a:ext>
                </a:extLst>
              </p:cNvPr>
              <p:cNvSpPr>
                <a:spLocks noChangeArrowheads="1"/>
              </p:cNvSpPr>
              <p:nvPr/>
            </p:nvSpPr>
            <p:spPr bwMode="auto">
              <a:xfrm>
                <a:off x="2208" y="3025"/>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9" name="Oval 102">
                <a:extLst>
                  <a:ext uri="{FF2B5EF4-FFF2-40B4-BE49-F238E27FC236}">
                    <a16:creationId xmlns:a16="http://schemas.microsoft.com/office/drawing/2014/main" id="{4A9E4340-0555-4B88-AEC9-1E14BC5B1211}"/>
                  </a:ext>
                </a:extLst>
              </p:cNvPr>
              <p:cNvSpPr>
                <a:spLocks noChangeArrowheads="1"/>
              </p:cNvSpPr>
              <p:nvPr/>
            </p:nvSpPr>
            <p:spPr bwMode="auto">
              <a:xfrm>
                <a:off x="2227" y="3040"/>
                <a:ext cx="30" cy="29"/>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0" name="Oval 103">
                <a:extLst>
                  <a:ext uri="{FF2B5EF4-FFF2-40B4-BE49-F238E27FC236}">
                    <a16:creationId xmlns:a16="http://schemas.microsoft.com/office/drawing/2014/main" id="{76A5DFD4-457A-4EAC-A62C-62F1F40CB9A7}"/>
                  </a:ext>
                </a:extLst>
              </p:cNvPr>
              <p:cNvSpPr>
                <a:spLocks noChangeArrowheads="1"/>
              </p:cNvSpPr>
              <p:nvPr/>
            </p:nvSpPr>
            <p:spPr bwMode="auto">
              <a:xfrm>
                <a:off x="2271" y="3040"/>
                <a:ext cx="30" cy="29"/>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1" name="Oval 104">
                <a:extLst>
                  <a:ext uri="{FF2B5EF4-FFF2-40B4-BE49-F238E27FC236}">
                    <a16:creationId xmlns:a16="http://schemas.microsoft.com/office/drawing/2014/main" id="{53F5A1D5-4F35-455D-B23A-ACB9A23A1A4E}"/>
                  </a:ext>
                </a:extLst>
              </p:cNvPr>
              <p:cNvSpPr>
                <a:spLocks noChangeArrowheads="1"/>
              </p:cNvSpPr>
              <p:nvPr/>
            </p:nvSpPr>
            <p:spPr bwMode="auto">
              <a:xfrm>
                <a:off x="2315" y="3040"/>
                <a:ext cx="29" cy="2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2" name="Oval 105">
                <a:extLst>
                  <a:ext uri="{FF2B5EF4-FFF2-40B4-BE49-F238E27FC236}">
                    <a16:creationId xmlns:a16="http://schemas.microsoft.com/office/drawing/2014/main" id="{04A95074-6193-41D9-A6E7-4D43A4AEFB71}"/>
                  </a:ext>
                </a:extLst>
              </p:cNvPr>
              <p:cNvSpPr>
                <a:spLocks noChangeArrowheads="1"/>
              </p:cNvSpPr>
              <p:nvPr/>
            </p:nvSpPr>
            <p:spPr bwMode="auto">
              <a:xfrm>
                <a:off x="2227" y="2961"/>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3" name="Oval 106">
                <a:extLst>
                  <a:ext uri="{FF2B5EF4-FFF2-40B4-BE49-F238E27FC236}">
                    <a16:creationId xmlns:a16="http://schemas.microsoft.com/office/drawing/2014/main" id="{DF8D2B3E-E600-413A-967E-CB6D7D9DE4EF}"/>
                  </a:ext>
                </a:extLst>
              </p:cNvPr>
              <p:cNvSpPr>
                <a:spLocks noChangeArrowheads="1"/>
              </p:cNvSpPr>
              <p:nvPr/>
            </p:nvSpPr>
            <p:spPr bwMode="auto">
              <a:xfrm>
                <a:off x="2271" y="2961"/>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4" name="Oval 107">
                <a:extLst>
                  <a:ext uri="{FF2B5EF4-FFF2-40B4-BE49-F238E27FC236}">
                    <a16:creationId xmlns:a16="http://schemas.microsoft.com/office/drawing/2014/main" id="{3EB033C7-8D9E-462F-887D-2561B93C91F2}"/>
                  </a:ext>
                </a:extLst>
              </p:cNvPr>
              <p:cNvSpPr>
                <a:spLocks noChangeArrowheads="1"/>
              </p:cNvSpPr>
              <p:nvPr/>
            </p:nvSpPr>
            <p:spPr bwMode="auto">
              <a:xfrm>
                <a:off x="2315" y="2961"/>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5" name="Oval 108">
                <a:extLst>
                  <a:ext uri="{FF2B5EF4-FFF2-40B4-BE49-F238E27FC236}">
                    <a16:creationId xmlns:a16="http://schemas.microsoft.com/office/drawing/2014/main" id="{A703B681-65F4-4FFB-98C0-274C808438D1}"/>
                  </a:ext>
                </a:extLst>
              </p:cNvPr>
              <p:cNvSpPr>
                <a:spLocks noChangeArrowheads="1"/>
              </p:cNvSpPr>
              <p:nvPr/>
            </p:nvSpPr>
            <p:spPr bwMode="auto">
              <a:xfrm>
                <a:off x="2227" y="2883"/>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6" name="Oval 109">
                <a:extLst>
                  <a:ext uri="{FF2B5EF4-FFF2-40B4-BE49-F238E27FC236}">
                    <a16:creationId xmlns:a16="http://schemas.microsoft.com/office/drawing/2014/main" id="{2D4178C4-55E9-41A0-91B9-6658C5D00E60}"/>
                  </a:ext>
                </a:extLst>
              </p:cNvPr>
              <p:cNvSpPr>
                <a:spLocks noChangeArrowheads="1"/>
              </p:cNvSpPr>
              <p:nvPr/>
            </p:nvSpPr>
            <p:spPr bwMode="auto">
              <a:xfrm>
                <a:off x="2271" y="2883"/>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7" name="Oval 110">
                <a:extLst>
                  <a:ext uri="{FF2B5EF4-FFF2-40B4-BE49-F238E27FC236}">
                    <a16:creationId xmlns:a16="http://schemas.microsoft.com/office/drawing/2014/main" id="{75332090-6C13-4D7F-B6E5-5002AF41BE04}"/>
                  </a:ext>
                </a:extLst>
              </p:cNvPr>
              <p:cNvSpPr>
                <a:spLocks noChangeArrowheads="1"/>
              </p:cNvSpPr>
              <p:nvPr/>
            </p:nvSpPr>
            <p:spPr bwMode="auto">
              <a:xfrm>
                <a:off x="2315" y="2883"/>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8" name="Oval 111">
                <a:extLst>
                  <a:ext uri="{FF2B5EF4-FFF2-40B4-BE49-F238E27FC236}">
                    <a16:creationId xmlns:a16="http://schemas.microsoft.com/office/drawing/2014/main" id="{B31DA10D-05D0-4340-838A-69F4CE631E5C}"/>
                  </a:ext>
                </a:extLst>
              </p:cNvPr>
              <p:cNvSpPr>
                <a:spLocks noChangeArrowheads="1"/>
              </p:cNvSpPr>
              <p:nvPr/>
            </p:nvSpPr>
            <p:spPr bwMode="auto">
              <a:xfrm>
                <a:off x="2227" y="2805"/>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9" name="Oval 112">
                <a:extLst>
                  <a:ext uri="{FF2B5EF4-FFF2-40B4-BE49-F238E27FC236}">
                    <a16:creationId xmlns:a16="http://schemas.microsoft.com/office/drawing/2014/main" id="{178E97C9-25A9-4FE0-9943-2D208A521506}"/>
                  </a:ext>
                </a:extLst>
              </p:cNvPr>
              <p:cNvSpPr>
                <a:spLocks noChangeArrowheads="1"/>
              </p:cNvSpPr>
              <p:nvPr/>
            </p:nvSpPr>
            <p:spPr bwMode="auto">
              <a:xfrm>
                <a:off x="2271" y="2805"/>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0" name="Oval 113">
                <a:extLst>
                  <a:ext uri="{FF2B5EF4-FFF2-40B4-BE49-F238E27FC236}">
                    <a16:creationId xmlns:a16="http://schemas.microsoft.com/office/drawing/2014/main" id="{FF0262A4-2EBD-4001-B4AF-073542013F7F}"/>
                  </a:ext>
                </a:extLst>
              </p:cNvPr>
              <p:cNvSpPr>
                <a:spLocks noChangeArrowheads="1"/>
              </p:cNvSpPr>
              <p:nvPr/>
            </p:nvSpPr>
            <p:spPr bwMode="auto">
              <a:xfrm>
                <a:off x="2315" y="2805"/>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grpSp>
      <p:pic>
        <p:nvPicPr>
          <p:cNvPr id="97" name="Picture 96">
            <a:extLst>
              <a:ext uri="{FF2B5EF4-FFF2-40B4-BE49-F238E27FC236}">
                <a16:creationId xmlns:a16="http://schemas.microsoft.com/office/drawing/2014/main" id="{149533A0-F5EF-4802-AFBD-E1CD5956CF08}"/>
              </a:ext>
            </a:extLst>
          </p:cNvPr>
          <p:cNvPicPr>
            <a:picLocks noChangeAspect="1"/>
          </p:cNvPicPr>
          <p:nvPr userDrawn="1"/>
        </p:nvPicPr>
        <p:blipFill>
          <a:blip r:embed="rId2"/>
          <a:stretch>
            <a:fillRect/>
          </a:stretch>
        </p:blipFill>
        <p:spPr>
          <a:xfrm>
            <a:off x="1530608" y="2932172"/>
            <a:ext cx="750971" cy="750971"/>
          </a:xfrm>
          <a:prstGeom prst="rect">
            <a:avLst/>
          </a:prstGeom>
        </p:spPr>
      </p:pic>
    </p:spTree>
    <p:extLst>
      <p:ext uri="{BB962C8B-B14F-4D97-AF65-F5344CB8AC3E}">
        <p14:creationId xmlns:p14="http://schemas.microsoft.com/office/powerpoint/2010/main" val="2099226768"/>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guide id="31" orient="horz" pos="2160">
          <p15:clr>
            <a:srgbClr val="FBAE40"/>
          </p15:clr>
        </p15:guide>
        <p15:guide id="32" pos="3840">
          <p15:clr>
            <a:srgbClr val="FBAE40"/>
          </p15:clr>
        </p15:guide>
      </p15:sldGuideLst>
    </p:ext>
  </p:extLst>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8FF18-9BD3-49EC-8393-12EF9F3B421A}"/>
              </a:ext>
            </a:extLst>
          </p:cNvPr>
          <p:cNvSpPr>
            <a:spLocks noGrp="1"/>
          </p:cNvSpPr>
          <p:nvPr>
            <p:ph type="title"/>
          </p:nvPr>
        </p:nvSpPr>
        <p:spPr>
          <a:xfrm>
            <a:off x="588263" y="2484468"/>
            <a:ext cx="4644137" cy="870272"/>
          </a:xfrm>
        </p:spPr>
        <p:txBody>
          <a:bodyPr anchor="b"/>
          <a:lstStyle>
            <a:lvl1pPr algn="l">
              <a:defRPr>
                <a:solidFill>
                  <a:schemeClr val="tx2"/>
                </a:solidFill>
              </a:defRPr>
            </a:lvl1pPr>
          </a:lstStyle>
          <a:p>
            <a:r>
              <a:rPr lang="en-US"/>
              <a:t>Click to edit Master</a:t>
            </a:r>
          </a:p>
        </p:txBody>
      </p:sp>
    </p:spTree>
    <p:extLst>
      <p:ext uri="{BB962C8B-B14F-4D97-AF65-F5344CB8AC3E}">
        <p14:creationId xmlns:p14="http://schemas.microsoft.com/office/powerpoint/2010/main" val="687113481"/>
      </p:ext>
    </p:extLst>
  </p:cSld>
  <p:clrMapOvr>
    <a:masterClrMapping/>
  </p:clrMapOvr>
  <p:transition>
    <p:fade/>
  </p:transition>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E09CA30-1D13-4021-BE81-6A72FEAF7A8E}"/>
              </a:ext>
            </a:extLst>
          </p:cNvPr>
          <p:cNvSpPr>
            <a:spLocks noGrp="1"/>
          </p:cNvSpPr>
          <p:nvPr>
            <p:ph type="body" sz="quarter" idx="11"/>
          </p:nvPr>
        </p:nvSpPr>
        <p:spPr>
          <a:xfrm>
            <a:off x="584200" y="3429000"/>
            <a:ext cx="4043371" cy="1501950"/>
          </a:xfrm>
        </p:spPr>
        <p:txBody>
          <a:bodyPr/>
          <a:lstStyle>
            <a:lvl1pPr>
              <a:defRPr sz="2000">
                <a:solidFill>
                  <a:schemeClr val="accent2"/>
                </a:solidFill>
              </a:defRPr>
            </a:lvl1pPr>
            <a:lvl2pPr>
              <a:defRPr sz="1600">
                <a:solidFill>
                  <a:schemeClr val="accent2"/>
                </a:solidFill>
              </a:defRPr>
            </a:lvl2pPr>
            <a:lvl3pPr>
              <a:defRPr sz="1200">
                <a:solidFill>
                  <a:schemeClr val="accent2"/>
                </a:solidFill>
              </a:defRPr>
            </a:lvl3pPr>
            <a:lvl4pPr>
              <a:defRPr sz="1100">
                <a:solidFill>
                  <a:schemeClr val="accent2"/>
                </a:solidFill>
              </a:defRPr>
            </a:lvl4pPr>
            <a:lvl5pPr>
              <a:defRPr sz="1100">
                <a:solidFill>
                  <a:schemeClr val="accent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55AC74-6616-2D39-56B3-39F4AF6F6EA7}"/>
              </a:ext>
            </a:extLst>
          </p:cNvPr>
          <p:cNvSpPr>
            <a:spLocks noGrp="1"/>
          </p:cNvSpPr>
          <p:nvPr>
            <p:ph type="body" sz="quarter" idx="12"/>
          </p:nvPr>
        </p:nvSpPr>
        <p:spPr>
          <a:xfrm>
            <a:off x="6096000" y="922565"/>
            <a:ext cx="5507736" cy="1987010"/>
          </a:xfrm>
        </p:spPr>
        <p:txBody>
          <a:bodyPr/>
          <a:lstStyle>
            <a:lvl1pPr>
              <a:defRPr sz="2400">
                <a:solidFill>
                  <a:schemeClr val="accent2"/>
                </a:solidFill>
              </a:defRPr>
            </a:lvl1pPr>
            <a:lvl2pPr>
              <a:defRPr sz="18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8">
            <a:extLst>
              <a:ext uri="{FF2B5EF4-FFF2-40B4-BE49-F238E27FC236}">
                <a16:creationId xmlns:a16="http://schemas.microsoft.com/office/drawing/2014/main" id="{9E072F35-F29F-7350-ABFA-8808C32DC9DF}"/>
              </a:ext>
            </a:extLst>
          </p:cNvPr>
          <p:cNvSpPr>
            <a:spLocks noGrp="1"/>
          </p:cNvSpPr>
          <p:nvPr>
            <p:ph type="title"/>
          </p:nvPr>
        </p:nvSpPr>
        <p:spPr>
          <a:xfrm>
            <a:off x="588263" y="2369855"/>
            <a:ext cx="4131221" cy="984885"/>
          </a:xfrm>
        </p:spPr>
        <p:txBody>
          <a:bodyPr anchor="b"/>
          <a:lstStyle>
            <a:lvl1pPr algn="l">
              <a:defRPr/>
            </a:lvl1pPr>
          </a:lstStyle>
          <a:p>
            <a:r>
              <a:rPr lang="en-US"/>
              <a:t>Click to edit Master title style</a:t>
            </a:r>
          </a:p>
        </p:txBody>
      </p:sp>
    </p:spTree>
    <p:extLst>
      <p:ext uri="{BB962C8B-B14F-4D97-AF65-F5344CB8AC3E}">
        <p14:creationId xmlns:p14="http://schemas.microsoft.com/office/powerpoint/2010/main" val="2027231419"/>
      </p:ext>
    </p:extLst>
  </p:cSld>
  <p:clrMapOvr>
    <a:masterClrMapping/>
  </p:clrMapOvr>
  <p:transition>
    <p:fade/>
  </p:transition>
</p:sldLayout>
</file>

<file path=ppt/slideLayouts/slideLayout294.xml><?xml version="1.0" encoding="utf-8"?>
<p:sldLayout xmlns:a="http://schemas.openxmlformats.org/drawingml/2006/main" xmlns:r="http://schemas.openxmlformats.org/officeDocument/2006/relationships" xmlns:p="http://schemas.openxmlformats.org/presentationml/2006/main"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2206307"/>
            <a:ext cx="3477325" cy="1107996"/>
          </a:xfrm>
        </p:spPr>
        <p:txBody>
          <a:bodyPr anchor="b"/>
          <a:lstStyle>
            <a:lvl1pPr algn="l">
              <a:defRPr>
                <a:gradFill>
                  <a:gsLst>
                    <a:gs pos="1250">
                      <a:schemeClr val="tx1"/>
                    </a:gs>
                    <a:gs pos="100000">
                      <a:schemeClr val="tx1"/>
                    </a:gs>
                  </a:gsLst>
                  <a:lin ang="5400000" scaled="0"/>
                </a:gradFill>
              </a:defRPr>
            </a:lvl1pPr>
          </a:lstStyle>
          <a:p>
            <a:r>
              <a:rPr lang="en-US"/>
              <a:t>Click to edit Master title style</a:t>
            </a:r>
          </a:p>
        </p:txBody>
      </p:sp>
      <p:sp>
        <p:nvSpPr>
          <p:cNvPr id="4" name="Text Placeholder 3">
            <a:extLst>
              <a:ext uri="{FF2B5EF4-FFF2-40B4-BE49-F238E27FC236}">
                <a16:creationId xmlns:a16="http://schemas.microsoft.com/office/drawing/2014/main" id="{372E9528-0A41-4157-9220-1A280716491F}"/>
              </a:ext>
            </a:extLst>
          </p:cNvPr>
          <p:cNvSpPr>
            <a:spLocks noGrp="1"/>
          </p:cNvSpPr>
          <p:nvPr>
            <p:ph type="body" sz="quarter" idx="10"/>
          </p:nvPr>
        </p:nvSpPr>
        <p:spPr>
          <a:xfrm>
            <a:off x="588963" y="3429000"/>
            <a:ext cx="3560762" cy="2111347"/>
          </a:xfrm>
        </p:spPr>
        <p:txBody>
          <a:bodyPr/>
          <a:lstStyle>
            <a:lvl1pPr>
              <a:defRPr>
                <a:solidFill>
                  <a:schemeClr val="accent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318969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743200"/>
            <a:ext cx="9144000" cy="615553"/>
          </a:xfrm>
          <a:noFill/>
        </p:spPr>
        <p:txBody>
          <a:bodyPr lIns="0" tIns="0" rIns="0" bIns="0" anchor="b" anchorCtr="0">
            <a:spAutoFit/>
          </a:bodyPr>
          <a:lstStyle>
            <a:lvl1pPr algn="l">
              <a:defRPr sz="4000" spc="-50" baseline="0">
                <a:solidFill>
                  <a:schemeClr val="accent1">
                    <a:lumMod val="60000"/>
                    <a:lumOff val="40000"/>
                  </a:schemeClr>
                </a:solidFill>
                <a:latin typeface="+mj-lt"/>
                <a:cs typeface="Segoe UI" panose="020B0502040204020203" pitchFamily="34" charset="0"/>
              </a:defRPr>
            </a:lvl1pPr>
          </a:lstStyle>
          <a:p>
            <a:r>
              <a:rPr lang="en-US"/>
              <a:t>Event name or presentation title </a:t>
            </a:r>
          </a:p>
        </p:txBody>
      </p:sp>
    </p:spTree>
    <p:extLst>
      <p:ext uri="{BB962C8B-B14F-4D97-AF65-F5344CB8AC3E}">
        <p14:creationId xmlns:p14="http://schemas.microsoft.com/office/powerpoint/2010/main" val="34976679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814E8F19-9339-4638-BAAF-9A70A3B172B3}"/>
              </a:ext>
            </a:extLst>
          </p:cNvPr>
          <p:cNvSpPr>
            <a:spLocks noGrp="1"/>
          </p:cNvSpPr>
          <p:nvPr>
            <p:ph type="pic" sz="quarter" idx="10"/>
          </p:nvPr>
        </p:nvSpPr>
        <p:spPr>
          <a:xfrm>
            <a:off x="638430" y="1806677"/>
            <a:ext cx="2057400" cy="2743200"/>
          </a:xfrm>
        </p:spPr>
        <p:txBody>
          <a:bodyPr/>
          <a:lstStyle/>
          <a:p>
            <a:endParaRPr lang="en-US"/>
          </a:p>
        </p:txBody>
      </p:sp>
      <p:sp>
        <p:nvSpPr>
          <p:cNvPr id="7" name="Picture Placeholder 5">
            <a:extLst>
              <a:ext uri="{FF2B5EF4-FFF2-40B4-BE49-F238E27FC236}">
                <a16:creationId xmlns:a16="http://schemas.microsoft.com/office/drawing/2014/main" id="{EFFC3D7B-6924-4F36-BDD0-59B81F0AB1E7}"/>
              </a:ext>
            </a:extLst>
          </p:cNvPr>
          <p:cNvSpPr>
            <a:spLocks noGrp="1"/>
          </p:cNvSpPr>
          <p:nvPr>
            <p:ph type="pic" sz="quarter" idx="11"/>
          </p:nvPr>
        </p:nvSpPr>
        <p:spPr>
          <a:xfrm>
            <a:off x="2886847" y="1806677"/>
            <a:ext cx="2057400" cy="2743200"/>
          </a:xfrm>
        </p:spPr>
        <p:txBody>
          <a:bodyPr/>
          <a:lstStyle/>
          <a:p>
            <a:endParaRPr lang="en-US"/>
          </a:p>
        </p:txBody>
      </p:sp>
      <p:sp>
        <p:nvSpPr>
          <p:cNvPr id="8" name="Picture Placeholder 5">
            <a:extLst>
              <a:ext uri="{FF2B5EF4-FFF2-40B4-BE49-F238E27FC236}">
                <a16:creationId xmlns:a16="http://schemas.microsoft.com/office/drawing/2014/main" id="{4F601CA1-79B8-45A1-88C9-AF36245C2321}"/>
              </a:ext>
            </a:extLst>
          </p:cNvPr>
          <p:cNvSpPr>
            <a:spLocks noGrp="1"/>
          </p:cNvSpPr>
          <p:nvPr>
            <p:ph type="pic" sz="quarter" idx="12"/>
          </p:nvPr>
        </p:nvSpPr>
        <p:spPr>
          <a:xfrm>
            <a:off x="5135264" y="1806677"/>
            <a:ext cx="2057400" cy="2743200"/>
          </a:xfrm>
        </p:spPr>
        <p:txBody>
          <a:bodyPr/>
          <a:lstStyle/>
          <a:p>
            <a:endParaRPr lang="en-US"/>
          </a:p>
        </p:txBody>
      </p:sp>
      <p:sp>
        <p:nvSpPr>
          <p:cNvPr id="9" name="Picture Placeholder 5">
            <a:extLst>
              <a:ext uri="{FF2B5EF4-FFF2-40B4-BE49-F238E27FC236}">
                <a16:creationId xmlns:a16="http://schemas.microsoft.com/office/drawing/2014/main" id="{EEB90C29-F682-42AE-9366-606669C57E71}"/>
              </a:ext>
            </a:extLst>
          </p:cNvPr>
          <p:cNvSpPr>
            <a:spLocks noGrp="1"/>
          </p:cNvSpPr>
          <p:nvPr>
            <p:ph type="pic" sz="quarter" idx="13"/>
          </p:nvPr>
        </p:nvSpPr>
        <p:spPr>
          <a:xfrm>
            <a:off x="7383681" y="1806677"/>
            <a:ext cx="2057400" cy="2743200"/>
          </a:xfrm>
        </p:spPr>
        <p:txBody>
          <a:bodyPr/>
          <a:lstStyle/>
          <a:p>
            <a:endParaRPr lang="en-US"/>
          </a:p>
        </p:txBody>
      </p:sp>
      <p:sp>
        <p:nvSpPr>
          <p:cNvPr id="10" name="Picture Placeholder 5">
            <a:extLst>
              <a:ext uri="{FF2B5EF4-FFF2-40B4-BE49-F238E27FC236}">
                <a16:creationId xmlns:a16="http://schemas.microsoft.com/office/drawing/2014/main" id="{B523E616-948E-49F2-8445-70B3501CF798}"/>
              </a:ext>
            </a:extLst>
          </p:cNvPr>
          <p:cNvSpPr>
            <a:spLocks noGrp="1"/>
          </p:cNvSpPr>
          <p:nvPr>
            <p:ph type="pic" sz="quarter" idx="14"/>
          </p:nvPr>
        </p:nvSpPr>
        <p:spPr>
          <a:xfrm>
            <a:off x="9632099" y="1806677"/>
            <a:ext cx="2057400" cy="2743200"/>
          </a:xfrm>
        </p:spPr>
        <p:txBody>
          <a:bodyPr/>
          <a:lstStyle/>
          <a:p>
            <a:endParaRPr lang="en-US"/>
          </a:p>
        </p:txBody>
      </p:sp>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702590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5359982-D87D-4510-8C17-75850A9F0EFE}"/>
              </a:ext>
            </a:extLst>
          </p:cNvPr>
          <p:cNvSpPr>
            <a:spLocks noGrp="1"/>
          </p:cNvSpPr>
          <p:nvPr>
            <p:ph type="body" sz="quarter" idx="12"/>
          </p:nvPr>
        </p:nvSpPr>
        <p:spPr>
          <a:xfrm>
            <a:off x="588263" y="1436688"/>
            <a:ext cx="5363275" cy="369332"/>
          </a:xfrm>
        </p:spPr>
        <p:txBody>
          <a:bodyPr/>
          <a:lstStyle>
            <a:lvl1pPr>
              <a:defRPr sz="2400">
                <a:solidFill>
                  <a:schemeClr val="accent2"/>
                </a:solidFill>
              </a:defRPr>
            </a:lvl1pPr>
            <a:lvl2pPr>
              <a:defRPr sz="1800"/>
            </a:lvl2pPr>
            <a:lvl3pPr>
              <a:defRPr sz="1400"/>
            </a:lvl3pPr>
            <a:lvl4pPr>
              <a:defRPr sz="1200"/>
            </a:lvl4pPr>
            <a:lvl5pPr>
              <a:defRPr sz="1200"/>
            </a:lvl5pPr>
          </a:lstStyle>
          <a:p>
            <a:pPr lvl="0"/>
            <a:r>
              <a:rPr lang="en-US"/>
              <a:t>Click to edit Master text styles</a:t>
            </a:r>
          </a:p>
        </p:txBody>
      </p:sp>
      <p:sp>
        <p:nvSpPr>
          <p:cNvPr id="2" name="Title 1">
            <a:extLst>
              <a:ext uri="{FF2B5EF4-FFF2-40B4-BE49-F238E27FC236}">
                <a16:creationId xmlns:a16="http://schemas.microsoft.com/office/drawing/2014/main" id="{BE91932C-BE0C-0B1B-3C97-FC6937B6561E}"/>
              </a:ext>
            </a:extLst>
          </p:cNvPr>
          <p:cNvSpPr>
            <a:spLocks noGrp="1"/>
          </p:cNvSpPr>
          <p:nvPr>
            <p:ph type="title"/>
          </p:nvPr>
        </p:nvSpPr>
        <p:spPr>
          <a:xfrm>
            <a:off x="588263" y="457200"/>
            <a:ext cx="5753859" cy="492443"/>
          </a:xfrm>
        </p:spPr>
        <p:txBody>
          <a:bodyPr/>
          <a:lstStyle>
            <a:lvl1pPr algn="l">
              <a:defRPr/>
            </a:lvl1pPr>
          </a:lstStyle>
          <a:p>
            <a:r>
              <a:rPr lang="en-US"/>
              <a:t>Click to edit Master title style</a:t>
            </a:r>
          </a:p>
        </p:txBody>
      </p:sp>
      <p:sp>
        <p:nvSpPr>
          <p:cNvPr id="6" name="Text Placeholder 6">
            <a:extLst>
              <a:ext uri="{FF2B5EF4-FFF2-40B4-BE49-F238E27FC236}">
                <a16:creationId xmlns:a16="http://schemas.microsoft.com/office/drawing/2014/main" id="{E3B2EF26-51ED-E87E-B8E2-5C7FF41C8E2C}"/>
              </a:ext>
            </a:extLst>
          </p:cNvPr>
          <p:cNvSpPr>
            <a:spLocks noGrp="1"/>
          </p:cNvSpPr>
          <p:nvPr>
            <p:ph type="body" sz="quarter" idx="13"/>
          </p:nvPr>
        </p:nvSpPr>
        <p:spPr>
          <a:xfrm>
            <a:off x="588263" y="2017713"/>
            <a:ext cx="5363275" cy="1674305"/>
          </a:xfrm>
        </p:spPr>
        <p:txBody>
          <a:bodyPr/>
          <a:lstStyle>
            <a:lvl1pPr>
              <a:defRPr sz="2000">
                <a:solidFill>
                  <a:schemeClr val="tx1"/>
                </a:solidFill>
              </a:defRPr>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20270AFD-2991-7D6B-9A65-B9B1D944A173}"/>
              </a:ext>
            </a:extLst>
          </p:cNvPr>
          <p:cNvSpPr>
            <a:spLocks noGrp="1"/>
          </p:cNvSpPr>
          <p:nvPr>
            <p:ph type="body" sz="quarter" idx="14"/>
          </p:nvPr>
        </p:nvSpPr>
        <p:spPr>
          <a:xfrm>
            <a:off x="6240462" y="2017713"/>
            <a:ext cx="5363275" cy="1674305"/>
          </a:xfrm>
        </p:spPr>
        <p:txBody>
          <a:bodyPr/>
          <a:lstStyle>
            <a:lvl1pPr>
              <a:defRPr sz="2000">
                <a:solidFill>
                  <a:schemeClr val="tx1"/>
                </a:solidFill>
              </a:defRPr>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740519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2" name="MS logo white - EMF" descr="Microsoft logo white text version">
            <a:extLst>
              <a:ext uri="{FF2B5EF4-FFF2-40B4-BE49-F238E27FC236}">
                <a16:creationId xmlns:a16="http://schemas.microsoft.com/office/drawing/2014/main" id="{0BBE5C7F-432C-E0D8-5884-1193BCAC9B17}"/>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457949468"/>
      </p:ext>
    </p:extLst>
  </p:cSld>
  <p:clrMapOvr>
    <a:masterClrMapping/>
  </p:clrMapOvr>
  <p:transition>
    <p:fade/>
  </p:transition>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996592"/>
      </p:ext>
    </p:extLst>
  </p:cSld>
  <p:clrMapOvr>
    <a:masterClrMapping/>
  </p:clrMapOvr>
  <p:transition>
    <p:fade/>
  </p:transition>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6_Three column photo">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1A184DE-3669-45F4-ADE1-876E1808E989}"/>
              </a:ext>
            </a:extLst>
          </p:cNvPr>
          <p:cNvSpPr>
            <a:spLocks noGrp="1"/>
          </p:cNvSpPr>
          <p:nvPr>
            <p:ph type="title"/>
          </p:nvPr>
        </p:nvSpPr>
        <p:spPr/>
        <p:txBody>
          <a:bodyPr/>
          <a:lstStyle>
            <a:lvl1pPr algn="ctr">
              <a:defRPr/>
            </a:lvl1pPr>
          </a:lstStyle>
          <a:p>
            <a:r>
              <a:rPr lang="en-US"/>
              <a:t>Click to edit Master title style</a:t>
            </a:r>
          </a:p>
        </p:txBody>
      </p:sp>
      <p:pic>
        <p:nvPicPr>
          <p:cNvPr id="2" name="MS logo white - EMF" descr="Microsoft logo white text version">
            <a:extLst>
              <a:ext uri="{FF2B5EF4-FFF2-40B4-BE49-F238E27FC236}">
                <a16:creationId xmlns:a16="http://schemas.microsoft.com/office/drawing/2014/main" id="{B9E75CCB-6AD4-83FA-3C44-2A7A6DC75FC9}"/>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452914449"/>
      </p:ext>
    </p:extLst>
  </p:cSld>
  <p:clrMapOvr>
    <a:masterClrMapping/>
  </p:clrMapOvr>
  <p:transition>
    <p:fade/>
  </p:transition>
  <p:extLst>
    <p:ext uri="{DCECCB84-F9BA-43D5-87BE-67443E8EF086}">
      <p15:sldGuideLst xmlns:p15="http://schemas.microsoft.com/office/powerpoint/2012/main">
        <p15:guide id="1" orient="horz" pos="2352">
          <p15:clr>
            <a:srgbClr val="FBAE40"/>
          </p15:clr>
        </p15:guide>
        <p15:guide id="2" orient="horz" pos="1896">
          <p15:clr>
            <a:srgbClr val="FBAE40"/>
          </p15:clr>
        </p15:guide>
      </p15:sldGuideLst>
    </p:ext>
  </p:extLst>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1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621656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032737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2353150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Section_Divider_Im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6CBDFE-DBA2-D5FE-AD91-F3A467ED5D1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84201" y="3646980"/>
            <a:ext cx="10480421" cy="1477328"/>
          </a:xfrm>
          <a:prstGeom prst="rect">
            <a:avLst/>
          </a:prstGeom>
        </p:spPr>
        <p:txBody>
          <a:bodyPr anchor="b">
            <a:noAutofit/>
          </a:bodyPr>
          <a:lstStyle>
            <a:lvl1pPr marL="0" indent="0">
              <a:buNone/>
              <a:defRPr sz="4800" b="1" i="0">
                <a:solidFill>
                  <a:schemeClr val="bg1"/>
                </a:solidFill>
                <a:latin typeface="+mj-lt"/>
                <a:cs typeface="Aharoni" panose="02010803020104030203" pitchFamily="2" charset="-79"/>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solidFill>
                  <a:schemeClr val="bg1"/>
                </a:solidFill>
                <a:latin typeface="Segoe UI Variable Display" pitchFamily="2" charset="0"/>
              </a:rPr>
              <a:t>Section Divider Title</a:t>
            </a:r>
          </a:p>
        </p:txBody>
      </p:sp>
      <p:sp>
        <p:nvSpPr>
          <p:cNvPr id="3" name="Footer Placeholder 1">
            <a:extLst>
              <a:ext uri="{FF2B5EF4-FFF2-40B4-BE49-F238E27FC236}">
                <a16:creationId xmlns:a16="http://schemas.microsoft.com/office/drawing/2014/main" id="{9941B265-3099-9A0A-FEFD-C067D0F991E3}"/>
              </a:ext>
            </a:extLst>
          </p:cNvPr>
          <p:cNvSpPr>
            <a:spLocks noGrp="1"/>
          </p:cNvSpPr>
          <p:nvPr>
            <p:ph type="ftr" sz="quarter" idx="13"/>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dirty="0"/>
              <a:t>Microsoft Confidential</a:t>
            </a:r>
          </a:p>
        </p:txBody>
      </p:sp>
      <p:sp>
        <p:nvSpPr>
          <p:cNvPr id="5" name="Text Placeholder 4">
            <a:extLst>
              <a:ext uri="{FF2B5EF4-FFF2-40B4-BE49-F238E27FC236}">
                <a16:creationId xmlns:a16="http://schemas.microsoft.com/office/drawing/2014/main" id="{EF222949-29F5-AEDA-6D1E-81D071E885F9}"/>
              </a:ext>
            </a:extLst>
          </p:cNvPr>
          <p:cNvSpPr>
            <a:spLocks noGrp="1"/>
          </p:cNvSpPr>
          <p:nvPr>
            <p:ph type="body" sz="quarter" idx="14" hasCustomPrompt="1"/>
          </p:nvPr>
        </p:nvSpPr>
        <p:spPr>
          <a:xfrm>
            <a:off x="584200" y="5256152"/>
            <a:ext cx="10480421" cy="369332"/>
          </a:xfrm>
        </p:spPr>
        <p:txBody>
          <a:bodyPr/>
          <a:lstStyle>
            <a:lvl1pPr marL="0" indent="0">
              <a:buNone/>
              <a:defRPr sz="2400" b="0" i="0">
                <a:solidFill>
                  <a:schemeClr val="bg1"/>
                </a:solidFill>
                <a:latin typeface="Segoe UI Variable Display" pitchFamily="2" charset="0"/>
              </a:defRPr>
            </a:lvl1pPr>
          </a:lstStyle>
          <a:p>
            <a:pPr lvl="0"/>
            <a:r>
              <a:rPr lang="en-US"/>
              <a:t>Subtitle</a:t>
            </a:r>
          </a:p>
        </p:txBody>
      </p:sp>
      <p:pic>
        <p:nvPicPr>
          <p:cNvPr id="2" name="MS logo white - EMF" descr="Microsoft logo white text version">
            <a:extLst>
              <a:ext uri="{FF2B5EF4-FFF2-40B4-BE49-F238E27FC236}">
                <a16:creationId xmlns:a16="http://schemas.microsoft.com/office/drawing/2014/main" id="{8731A401-C3D3-E4B9-7D7A-BB96D8702406}"/>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3229506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AFE7F-0399-D089-1241-018D12F0ECD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3F999FF-DEE2-63FD-E711-B7F270DB5E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853F766-4B0A-D54F-8E71-882EF1A7FC08}"/>
              </a:ext>
            </a:extLst>
          </p:cNvPr>
          <p:cNvSpPr>
            <a:spLocks noGrp="1"/>
          </p:cNvSpPr>
          <p:nvPr>
            <p:ph type="dt" sz="half" idx="10"/>
          </p:nvPr>
        </p:nvSpPr>
        <p:spPr/>
        <p:txBody>
          <a:bodyPr/>
          <a:lstStyle/>
          <a:p>
            <a:fld id="{A435187F-8598-4DBE-A9FD-CE0BB684214E}" type="datetimeFigureOut">
              <a:rPr lang="en-GB" smtClean="0"/>
              <a:t>29/07/2026</a:t>
            </a:fld>
            <a:endParaRPr lang="en-GB"/>
          </a:p>
        </p:txBody>
      </p:sp>
      <p:sp>
        <p:nvSpPr>
          <p:cNvPr id="5" name="Footer Placeholder 4">
            <a:extLst>
              <a:ext uri="{FF2B5EF4-FFF2-40B4-BE49-F238E27FC236}">
                <a16:creationId xmlns:a16="http://schemas.microsoft.com/office/drawing/2014/main" id="{FFA684B8-3B2C-6921-CCCC-C02DBF93F5B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D7E9E3D-991B-CE86-6857-C605F8D133A2}"/>
              </a:ext>
            </a:extLst>
          </p:cNvPr>
          <p:cNvSpPr>
            <a:spLocks noGrp="1"/>
          </p:cNvSpPr>
          <p:nvPr>
            <p:ph type="sldNum" sz="quarter" idx="12"/>
          </p:nvPr>
        </p:nvSpPr>
        <p:spPr/>
        <p:txBody>
          <a:bodyPr/>
          <a:lstStyle/>
          <a:p>
            <a:fld id="{03115682-8B3D-4D1D-BB17-A43D3E0D7699}" type="slidenum">
              <a:rPr lang="en-GB" smtClean="0"/>
              <a:t>‹#›</a:t>
            </a:fld>
            <a:endParaRPr lang="en-GB"/>
          </a:p>
        </p:txBody>
      </p:sp>
    </p:spTree>
    <p:extLst>
      <p:ext uri="{BB962C8B-B14F-4D97-AF65-F5344CB8AC3E}">
        <p14:creationId xmlns:p14="http://schemas.microsoft.com/office/powerpoint/2010/main" val="2918497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6.xml><?xml version="1.0" encoding="utf-8"?>
<p:sldLayout xmlns:a="http://schemas.openxmlformats.org/drawingml/2006/main" xmlns:r="http://schemas.openxmlformats.org/officeDocument/2006/relationships" xmlns:p="http://schemas.openxmlformats.org/presentationml/2006/main" userDrawn="1">
  <p:cSld name="22_Title - Square Photo ">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8B3ECF-E4A4-4BBE-8FC7-9B89BFA966A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1133149"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3" name="Title 2">
            <a:extLst>
              <a:ext uri="{FF2B5EF4-FFF2-40B4-BE49-F238E27FC236}">
                <a16:creationId xmlns:a16="http://schemas.microsoft.com/office/drawing/2014/main" id="{2DC52D44-16D8-419F-8260-91CB57C5C457}"/>
              </a:ext>
            </a:extLst>
          </p:cNvPr>
          <p:cNvSpPr>
            <a:spLocks noGrp="1"/>
          </p:cNvSpPr>
          <p:nvPr>
            <p:ph type="title"/>
          </p:nvPr>
        </p:nvSpPr>
        <p:spPr/>
        <p:txBody>
          <a:bodyPr/>
          <a:lstStyle/>
          <a:p>
            <a:r>
              <a:rPr lang="en-US"/>
              <a:t>Click to edit Master title style</a:t>
            </a:r>
          </a:p>
        </p:txBody>
      </p:sp>
      <p:sp>
        <p:nvSpPr>
          <p:cNvPr id="11" name="Text Placeholder 6">
            <a:extLst>
              <a:ext uri="{FF2B5EF4-FFF2-40B4-BE49-F238E27FC236}">
                <a16:creationId xmlns:a16="http://schemas.microsoft.com/office/drawing/2014/main" id="{AA87BA51-719F-4C7D-AB1F-F0BF0D06CC60}"/>
              </a:ext>
            </a:extLst>
          </p:cNvPr>
          <p:cNvSpPr>
            <a:spLocks noGrp="1"/>
          </p:cNvSpPr>
          <p:nvPr>
            <p:ph type="body" sz="quarter" idx="13"/>
          </p:nvPr>
        </p:nvSpPr>
        <p:spPr>
          <a:xfrm>
            <a:off x="4608165"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2" name="Text Placeholder 6">
            <a:extLst>
              <a:ext uri="{FF2B5EF4-FFF2-40B4-BE49-F238E27FC236}">
                <a16:creationId xmlns:a16="http://schemas.microsoft.com/office/drawing/2014/main" id="{79B0A182-6219-4A2F-9348-2F9095865122}"/>
              </a:ext>
            </a:extLst>
          </p:cNvPr>
          <p:cNvSpPr>
            <a:spLocks noGrp="1"/>
          </p:cNvSpPr>
          <p:nvPr>
            <p:ph type="body" sz="quarter" idx="14"/>
          </p:nvPr>
        </p:nvSpPr>
        <p:spPr>
          <a:xfrm>
            <a:off x="8132773"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5" name="Text Placeholder 6">
            <a:extLst>
              <a:ext uri="{FF2B5EF4-FFF2-40B4-BE49-F238E27FC236}">
                <a16:creationId xmlns:a16="http://schemas.microsoft.com/office/drawing/2014/main" id="{D45D8E1D-1FBA-459D-A4BE-CC38544B48DF}"/>
              </a:ext>
            </a:extLst>
          </p:cNvPr>
          <p:cNvSpPr>
            <a:spLocks noGrp="1"/>
          </p:cNvSpPr>
          <p:nvPr>
            <p:ph type="body" sz="quarter" idx="17" hasCustomPrompt="1"/>
          </p:nvPr>
        </p:nvSpPr>
        <p:spPr>
          <a:xfrm>
            <a:off x="1133149" y="3685098"/>
            <a:ext cx="2926080" cy="2117503"/>
          </a:xfrm>
        </p:spPr>
        <p:txBody>
          <a:bodyPr>
            <a:noAutofit/>
          </a:bodyPr>
          <a:lstStyle>
            <a:lvl1pPr>
              <a:spcBef>
                <a:spcPts val="0"/>
              </a:spcBef>
              <a:spcAft>
                <a:spcPts val="1200"/>
              </a:spcAft>
              <a:defRPr sz="16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DEFD8564-72B3-4749-8351-32B73F388B65}"/>
              </a:ext>
            </a:extLst>
          </p:cNvPr>
          <p:cNvSpPr>
            <a:spLocks noGrp="1"/>
          </p:cNvSpPr>
          <p:nvPr>
            <p:ph type="body" sz="quarter" idx="18" hasCustomPrompt="1"/>
          </p:nvPr>
        </p:nvSpPr>
        <p:spPr>
          <a:xfrm>
            <a:off x="4608165" y="3685098"/>
            <a:ext cx="2926080" cy="2117503"/>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
        <p:nvSpPr>
          <p:cNvPr id="17" name="Text Placeholder 6">
            <a:extLst>
              <a:ext uri="{FF2B5EF4-FFF2-40B4-BE49-F238E27FC236}">
                <a16:creationId xmlns:a16="http://schemas.microsoft.com/office/drawing/2014/main" id="{712083B0-4636-4019-9A5F-03034238CDE1}"/>
              </a:ext>
            </a:extLst>
          </p:cNvPr>
          <p:cNvSpPr>
            <a:spLocks noGrp="1"/>
          </p:cNvSpPr>
          <p:nvPr>
            <p:ph type="body" sz="quarter" idx="19" hasCustomPrompt="1"/>
          </p:nvPr>
        </p:nvSpPr>
        <p:spPr>
          <a:xfrm>
            <a:off x="8132773" y="3685098"/>
            <a:ext cx="2926080" cy="2117503"/>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1AAE0BAC-B8C3-3884-BC3D-55E0EFAA76E4}"/>
              </a:ext>
            </a:extLst>
          </p:cNvPr>
          <p:cNvSpPr>
            <a:spLocks noGrp="1"/>
          </p:cNvSpPr>
          <p:nvPr>
            <p:ph type="body" sz="quarter" idx="10"/>
          </p:nvPr>
        </p:nvSpPr>
        <p:spPr>
          <a:xfrm>
            <a:off x="567953" y="1020932"/>
            <a:ext cx="11056094" cy="369332"/>
          </a:xfrm>
        </p:spPr>
        <p:txBody>
          <a:bodyPr/>
          <a:lstStyle>
            <a:lvl1pPr algn="ctr">
              <a:defRPr sz="2400">
                <a:solidFill>
                  <a:schemeClr val="accent1"/>
                </a:solidFill>
                <a:latin typeface="+mn-lt"/>
              </a:defRPr>
            </a:lvl1pPr>
            <a:lvl2pPr algn="ctr">
              <a:defRPr/>
            </a:lvl2pPr>
            <a:lvl3pPr algn="ctr">
              <a:defRPr/>
            </a:lvl3pPr>
            <a:lvl4pPr algn="ctr">
              <a:defRPr/>
            </a:lvl4pPr>
            <a:lvl5pPr algn="ctr">
              <a:defRPr/>
            </a:lvl5pPr>
          </a:lstStyle>
          <a:p>
            <a:pPr lvl="0"/>
            <a:r>
              <a:rPr lang="en-US"/>
              <a:t>Click to edit Master text styles</a:t>
            </a:r>
          </a:p>
        </p:txBody>
      </p:sp>
    </p:spTree>
    <p:extLst>
      <p:ext uri="{BB962C8B-B14F-4D97-AF65-F5344CB8AC3E}">
        <p14:creationId xmlns:p14="http://schemas.microsoft.com/office/powerpoint/2010/main" val="267274938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840">
          <p15:clr>
            <a:srgbClr val="C35EA4"/>
          </p15:clr>
        </p15:guide>
        <p15:guide id="11" pos="2993">
          <p15:clr>
            <a:srgbClr val="5ACBF0"/>
          </p15:clr>
        </p15:guide>
        <p15:guide id="12" pos="3543">
          <p15:clr>
            <a:srgbClr val="A4A3A4"/>
          </p15:clr>
        </p15:guide>
      </p15:sldGuideLst>
    </p:ext>
  </p:extLst>
</p:sldLayout>
</file>

<file path=ppt/slideLayouts/slideLayout307.xml><?xml version="1.0" encoding="utf-8"?>
<p:sldLayout xmlns:a="http://schemas.openxmlformats.org/drawingml/2006/main" xmlns:r="http://schemas.openxmlformats.org/officeDocument/2006/relationships" xmlns:p="http://schemas.openxmlformats.org/presentationml/2006/main" userDrawn="1">
  <p:cSld name="14_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442445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8.xml><?xml version="1.0" encoding="utf-8"?>
<p:sldLayout xmlns:a="http://schemas.openxmlformats.org/drawingml/2006/main" xmlns:r="http://schemas.openxmlformats.org/officeDocument/2006/relationships" xmlns:p="http://schemas.openxmlformats.org/presentationml/2006/main" userDrawn="1">
  <p:cSld name="25_Title - Square Photo ">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8B3ECF-E4A4-4BBE-8FC7-9B89BFA966A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1133149"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3" name="Title 2">
            <a:extLst>
              <a:ext uri="{FF2B5EF4-FFF2-40B4-BE49-F238E27FC236}">
                <a16:creationId xmlns:a16="http://schemas.microsoft.com/office/drawing/2014/main" id="{2DC52D44-16D8-419F-8260-91CB57C5C457}"/>
              </a:ext>
            </a:extLst>
          </p:cNvPr>
          <p:cNvSpPr>
            <a:spLocks noGrp="1"/>
          </p:cNvSpPr>
          <p:nvPr>
            <p:ph type="title"/>
          </p:nvPr>
        </p:nvSpPr>
        <p:spPr/>
        <p:txBody>
          <a:bodyPr/>
          <a:lstStyle/>
          <a:p>
            <a:r>
              <a:rPr lang="en-US"/>
              <a:t>Click to edit Master title style</a:t>
            </a:r>
          </a:p>
        </p:txBody>
      </p:sp>
      <p:sp>
        <p:nvSpPr>
          <p:cNvPr id="11" name="Text Placeholder 6">
            <a:extLst>
              <a:ext uri="{FF2B5EF4-FFF2-40B4-BE49-F238E27FC236}">
                <a16:creationId xmlns:a16="http://schemas.microsoft.com/office/drawing/2014/main" id="{AA87BA51-719F-4C7D-AB1F-F0BF0D06CC60}"/>
              </a:ext>
            </a:extLst>
          </p:cNvPr>
          <p:cNvSpPr>
            <a:spLocks noGrp="1"/>
          </p:cNvSpPr>
          <p:nvPr>
            <p:ph type="body" sz="quarter" idx="13"/>
          </p:nvPr>
        </p:nvSpPr>
        <p:spPr>
          <a:xfrm>
            <a:off x="4608165"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2" name="Text Placeholder 6">
            <a:extLst>
              <a:ext uri="{FF2B5EF4-FFF2-40B4-BE49-F238E27FC236}">
                <a16:creationId xmlns:a16="http://schemas.microsoft.com/office/drawing/2014/main" id="{79B0A182-6219-4A2F-9348-2F9095865122}"/>
              </a:ext>
            </a:extLst>
          </p:cNvPr>
          <p:cNvSpPr>
            <a:spLocks noGrp="1"/>
          </p:cNvSpPr>
          <p:nvPr>
            <p:ph type="body" sz="quarter" idx="14"/>
          </p:nvPr>
        </p:nvSpPr>
        <p:spPr>
          <a:xfrm>
            <a:off x="8132773"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5" name="Text Placeholder 6">
            <a:extLst>
              <a:ext uri="{FF2B5EF4-FFF2-40B4-BE49-F238E27FC236}">
                <a16:creationId xmlns:a16="http://schemas.microsoft.com/office/drawing/2014/main" id="{D45D8E1D-1FBA-459D-A4BE-CC38544B48DF}"/>
              </a:ext>
            </a:extLst>
          </p:cNvPr>
          <p:cNvSpPr>
            <a:spLocks noGrp="1"/>
          </p:cNvSpPr>
          <p:nvPr>
            <p:ph type="body" sz="quarter" idx="17" hasCustomPrompt="1"/>
          </p:nvPr>
        </p:nvSpPr>
        <p:spPr>
          <a:xfrm>
            <a:off x="1133149" y="3685097"/>
            <a:ext cx="2926080" cy="1131269"/>
          </a:xfrm>
        </p:spPr>
        <p:txBody>
          <a:bodyPr>
            <a:noAutofit/>
          </a:bodyPr>
          <a:lstStyle>
            <a:lvl1pPr>
              <a:spcBef>
                <a:spcPts val="0"/>
              </a:spcBef>
              <a:spcAft>
                <a:spcPts val="1200"/>
              </a:spcAft>
              <a:defRPr sz="16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p:txBody>
      </p:sp>
      <p:sp>
        <p:nvSpPr>
          <p:cNvPr id="16" name="Text Placeholder 6">
            <a:extLst>
              <a:ext uri="{FF2B5EF4-FFF2-40B4-BE49-F238E27FC236}">
                <a16:creationId xmlns:a16="http://schemas.microsoft.com/office/drawing/2014/main" id="{DEFD8564-72B3-4749-8351-32B73F388B65}"/>
              </a:ext>
            </a:extLst>
          </p:cNvPr>
          <p:cNvSpPr>
            <a:spLocks noGrp="1"/>
          </p:cNvSpPr>
          <p:nvPr>
            <p:ph type="body" sz="quarter" idx="18" hasCustomPrompt="1"/>
          </p:nvPr>
        </p:nvSpPr>
        <p:spPr>
          <a:xfrm>
            <a:off x="4608165" y="3685097"/>
            <a:ext cx="2926080" cy="1131269"/>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endParaRPr lang="en-US"/>
          </a:p>
        </p:txBody>
      </p:sp>
      <p:sp>
        <p:nvSpPr>
          <p:cNvPr id="17" name="Text Placeholder 6">
            <a:extLst>
              <a:ext uri="{FF2B5EF4-FFF2-40B4-BE49-F238E27FC236}">
                <a16:creationId xmlns:a16="http://schemas.microsoft.com/office/drawing/2014/main" id="{712083B0-4636-4019-9A5F-03034238CDE1}"/>
              </a:ext>
            </a:extLst>
          </p:cNvPr>
          <p:cNvSpPr>
            <a:spLocks noGrp="1"/>
          </p:cNvSpPr>
          <p:nvPr>
            <p:ph type="body" sz="quarter" idx="19" hasCustomPrompt="1"/>
          </p:nvPr>
        </p:nvSpPr>
        <p:spPr>
          <a:xfrm>
            <a:off x="8132773" y="3685097"/>
            <a:ext cx="2926080" cy="1131269"/>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p:txBody>
      </p:sp>
      <p:sp>
        <p:nvSpPr>
          <p:cNvPr id="4" name="Content Placeholder 3"/>
          <p:cNvSpPr>
            <a:spLocks noGrp="1"/>
          </p:cNvSpPr>
          <p:nvPr>
            <p:ph sz="quarter" idx="20"/>
          </p:nvPr>
        </p:nvSpPr>
        <p:spPr>
          <a:xfrm>
            <a:off x="2008982" y="4878052"/>
            <a:ext cx="7231062" cy="1612768"/>
          </a:xfrm>
        </p:spPr>
        <p:txBody>
          <a:bodyPr/>
          <a:lstStyle>
            <a:lvl1pPr algn="ctr">
              <a:defRPr/>
            </a:lvl1pPr>
            <a:lvl2pPr algn="ctr">
              <a:defRPr/>
            </a:lvl2pPr>
            <a:lvl3pPr algn="ctr">
              <a:defRPr/>
            </a:lvl3pPr>
            <a:lvl4pPr algn="ctr">
              <a:defRPr/>
            </a:lvl4pPr>
            <a:lvl5pPr algn="ct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122167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840">
          <p15:clr>
            <a:srgbClr val="C35EA4"/>
          </p15:clr>
        </p15:guide>
        <p15:guide id="11" pos="2993">
          <p15:clr>
            <a:srgbClr val="5ACBF0"/>
          </p15:clr>
        </p15:guide>
        <p15:guide id="12" pos="3543">
          <p15:clr>
            <a:srgbClr val="A4A3A4"/>
          </p15:clr>
        </p15:guide>
      </p15:sldGuideLst>
    </p:ext>
  </p:extLst>
</p:sldLayout>
</file>

<file path=ppt/slideLayouts/slideLayout309.xml><?xml version="1.0" encoding="utf-8"?>
<p:sldLayout xmlns:a="http://schemas.openxmlformats.org/drawingml/2006/main" xmlns:r="http://schemas.openxmlformats.org/officeDocument/2006/relationships" xmlns:p="http://schemas.openxmlformats.org/presentationml/2006/main" userDrawn="1">
  <p:cSld name="Blank_with Hea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dirty="0"/>
              <a:t>Click to edit Master title style</a:t>
            </a:r>
          </a:p>
        </p:txBody>
      </p:sp>
    </p:spTree>
    <p:extLst>
      <p:ext uri="{BB962C8B-B14F-4D97-AF65-F5344CB8AC3E}">
        <p14:creationId xmlns:p14="http://schemas.microsoft.com/office/powerpoint/2010/main" val="193452269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0.xml><?xml version="1.0" encoding="utf-8"?>
<p:sldLayout xmlns:a="http://schemas.openxmlformats.org/drawingml/2006/main" xmlns:r="http://schemas.openxmlformats.org/officeDocument/2006/relationships" xmlns:p="http://schemas.openxmlformats.org/presentationml/2006/main"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5475144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1.xml><?xml version="1.0" encoding="utf-8"?>
<p:sldLayout xmlns:a="http://schemas.openxmlformats.org/drawingml/2006/main" xmlns:r="http://schemas.openxmlformats.org/officeDocument/2006/relationships" xmlns:p="http://schemas.openxmlformats.org/presentationml/2006/main" userDrawn="1">
  <p:cSld name="12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6">
            <a:extLst>
              <a:ext uri="{FF2B5EF4-FFF2-40B4-BE49-F238E27FC236}">
                <a16:creationId xmlns:a16="http://schemas.microsoft.com/office/drawing/2014/main" id="{252F3775-B27B-84A2-7896-4E97005349B3}"/>
              </a:ext>
            </a:extLst>
          </p:cNvPr>
          <p:cNvSpPr>
            <a:spLocks noGrp="1"/>
          </p:cNvSpPr>
          <p:nvPr>
            <p:ph type="body" sz="quarter" idx="11"/>
          </p:nvPr>
        </p:nvSpPr>
        <p:spPr>
          <a:xfrm>
            <a:off x="607614" y="967695"/>
            <a:ext cx="11001774" cy="492443"/>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63306" y="1779815"/>
            <a:ext cx="4154168" cy="1849737"/>
          </a:xfrm>
        </p:spPr>
        <p:txBody>
          <a:bodyPr/>
          <a:lstStyle>
            <a:lvl1pPr>
              <a:spcBef>
                <a:spcPts val="18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399553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312.xml><?xml version="1.0" encoding="utf-8"?>
<p:sldLayout xmlns:a="http://schemas.openxmlformats.org/drawingml/2006/main" xmlns:r="http://schemas.openxmlformats.org/officeDocument/2006/relationships" xmlns:p="http://schemas.openxmlformats.org/presentationml/2006/main">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071105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slideLayout" Target="../slideLayouts/slideLayout39.xml"/><Relationship Id="rId10" Type="http://schemas.openxmlformats.org/officeDocument/2006/relationships/slideLayout" Target="../slideLayouts/slideLayout40.xml"/><Relationship Id="rId11" Type="http://schemas.openxmlformats.org/officeDocument/2006/relationships/slideLayout" Target="../slideLayouts/slideLayout41.xml"/><Relationship Id="rId12" Type="http://schemas.openxmlformats.org/officeDocument/2006/relationships/slideLayout" Target="../slideLayouts/slideLayout42.xml"/><Relationship Id="rId13" Type="http://schemas.openxmlformats.org/officeDocument/2006/relationships/slideLayout" Target="../slideLayouts/slideLayout43.xml"/><Relationship Id="rId14" Type="http://schemas.openxmlformats.org/officeDocument/2006/relationships/slideLayout" Target="../slideLayouts/slideLayout44.xml"/><Relationship Id="rId15" Type="http://schemas.openxmlformats.org/officeDocument/2006/relationships/slideLayout" Target="../slideLayouts/slideLayout45.xml"/><Relationship Id="rId16" Type="http://schemas.openxmlformats.org/officeDocument/2006/relationships/slideLayout" Target="../slideLayouts/slideLayout46.xml"/><Relationship Id="rId17" Type="http://schemas.openxmlformats.org/officeDocument/2006/relationships/slideLayout" Target="../slideLayouts/slideLayout47.xml"/><Relationship Id="rId18" Type="http://schemas.openxmlformats.org/officeDocument/2006/relationships/slideLayout" Target="../slideLayouts/slideLayout48.xml"/><Relationship Id="rId19" Type="http://schemas.openxmlformats.org/officeDocument/2006/relationships/slideLayout" Target="../slideLayouts/slideLayout49.xml"/><Relationship Id="rId20" Type="http://schemas.openxmlformats.org/officeDocument/2006/relationships/slideLayout" Target="../slideLayouts/slideLayout50.xml"/><Relationship Id="rId21" Type="http://schemas.openxmlformats.org/officeDocument/2006/relationships/slideLayout" Target="../slideLayouts/slideLayout51.xml"/><Relationship Id="rId22" Type="http://schemas.openxmlformats.org/officeDocument/2006/relationships/slideLayout" Target="../slideLayouts/slideLayout52.xml"/><Relationship Id="rId23" Type="http://schemas.openxmlformats.org/officeDocument/2006/relationships/slideLayout" Target="../slideLayouts/slideLayout53.xml"/><Relationship Id="rId24" Type="http://schemas.openxmlformats.org/officeDocument/2006/relationships/slideLayout" Target="../slideLayouts/slideLayout54.xml"/><Relationship Id="rId25" Type="http://schemas.openxmlformats.org/officeDocument/2006/relationships/slideLayout" Target="../slideLayouts/slideLayout55.xml"/><Relationship Id="rId26" Type="http://schemas.openxmlformats.org/officeDocument/2006/relationships/slideLayout" Target="../slideLayouts/slideLayout56.xml"/><Relationship Id="rId27" Type="http://schemas.openxmlformats.org/officeDocument/2006/relationships/slideLayout" Target="../slideLayouts/slideLayout57.xml"/><Relationship Id="rId28" Type="http://schemas.openxmlformats.org/officeDocument/2006/relationships/slideLayout" Target="../slideLayouts/slideLayout58.xml"/><Relationship Id="rId29" Type="http://schemas.openxmlformats.org/officeDocument/2006/relationships/slideLayout" Target="../slideLayouts/slideLayout59.xml"/><Relationship Id="rId30" Type="http://schemas.openxmlformats.org/officeDocument/2006/relationships/slideLayout" Target="../slideLayouts/slideLayout60.xml"/><Relationship Id="rId31" Type="http://schemas.openxmlformats.org/officeDocument/2006/relationships/slideLayout" Target="../slideLayouts/slideLayout61.xml"/><Relationship Id="rId32" Type="http://schemas.openxmlformats.org/officeDocument/2006/relationships/slideLayout" Target="../slideLayouts/slideLayout62.xml"/><Relationship Id="rId33" Type="http://schemas.openxmlformats.org/officeDocument/2006/relationships/slideLayout" Target="../slideLayouts/slideLayout63.xml"/><Relationship Id="rId34" Type="http://schemas.openxmlformats.org/officeDocument/2006/relationships/slideLayout" Target="../slideLayouts/slideLayout64.xml"/><Relationship Id="rId35" Type="http://schemas.openxmlformats.org/officeDocument/2006/relationships/slideLayout" Target="../slideLayouts/slideLayout65.xml"/><Relationship Id="rId36" Type="http://schemas.openxmlformats.org/officeDocument/2006/relationships/slideLayout" Target="../slideLayouts/slideLayout66.xml"/><Relationship Id="rId37" Type="http://schemas.openxmlformats.org/officeDocument/2006/relationships/slideLayout" Target="../slideLayouts/slideLayout67.xml"/><Relationship Id="rId38" Type="http://schemas.openxmlformats.org/officeDocument/2006/relationships/slideLayout" Target="../slideLayouts/slideLayout68.xml"/><Relationship Id="rId39" Type="http://schemas.openxmlformats.org/officeDocument/2006/relationships/slideLayout" Target="../slideLayouts/slideLayout69.xml"/><Relationship Id="rId40" Type="http://schemas.openxmlformats.org/officeDocument/2006/relationships/slideLayout" Target="../slideLayouts/slideLayout70.xml"/><Relationship Id="rId41" Type="http://schemas.openxmlformats.org/officeDocument/2006/relationships/slideLayout" Target="../slideLayouts/slideLayout71.xml"/><Relationship Id="rId42" Type="http://schemas.openxmlformats.org/officeDocument/2006/relationships/slideLayout" Target="../slideLayouts/slideLayout72.xml"/><Relationship Id="rId43" Type="http://schemas.openxmlformats.org/officeDocument/2006/relationships/slideLayout" Target="../slideLayouts/slideLayout73.xml"/><Relationship Id="rId44" Type="http://schemas.openxmlformats.org/officeDocument/2006/relationships/slideLayout" Target="../slideLayouts/slideLayout74.xml"/><Relationship Id="rId45" Type="http://schemas.openxmlformats.org/officeDocument/2006/relationships/slideLayout" Target="../slideLayouts/slideLayout75.xml"/><Relationship Id="rId46" Type="http://schemas.openxmlformats.org/officeDocument/2006/relationships/slideLayout" Target="../slideLayouts/slideLayout76.xml"/><Relationship Id="rId47" Type="http://schemas.openxmlformats.org/officeDocument/2006/relationships/slideLayout" Target="../slideLayouts/slideLayout77.xml"/><Relationship Id="rId48" Type="http://schemas.openxmlformats.org/officeDocument/2006/relationships/slideLayout" Target="../slideLayouts/slideLayout78.xml"/><Relationship Id="rId49" Type="http://schemas.openxmlformats.org/officeDocument/2006/relationships/slideLayout" Target="../slideLayouts/slideLayout79.xml"/><Relationship Id="rId50" Type="http://schemas.openxmlformats.org/officeDocument/2006/relationships/slideLayout" Target="../slideLayouts/slideLayout80.xml"/><Relationship Id="rId51" Type="http://schemas.openxmlformats.org/officeDocument/2006/relationships/slideLayout" Target="../slideLayouts/slideLayout81.xml"/><Relationship Id="rId52" Type="http://schemas.openxmlformats.org/officeDocument/2006/relationships/slideLayout" Target="../slideLayouts/slideLayout82.xml"/><Relationship Id="rId53" Type="http://schemas.openxmlformats.org/officeDocument/2006/relationships/slideLayout" Target="../slideLayouts/slideLayout83.xml"/><Relationship Id="rId54" Type="http://schemas.openxmlformats.org/officeDocument/2006/relationships/theme" Target="../theme/theme2.xml"/><Relationship Id="rId55" Type="http://schemas.openxmlformats.org/officeDocument/2006/relationships/image" Target="../media/image2.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9" Type="http://schemas.openxmlformats.org/officeDocument/2006/relationships/slideLayout" Target="../slideLayouts/slideLayout92.xml"/><Relationship Id="rId10" Type="http://schemas.openxmlformats.org/officeDocument/2006/relationships/slideLayout" Target="../slideLayouts/slideLayout93.xml"/><Relationship Id="rId11" Type="http://schemas.openxmlformats.org/officeDocument/2006/relationships/slideLayout" Target="../slideLayouts/slideLayout94.xml"/><Relationship Id="rId12" Type="http://schemas.openxmlformats.org/officeDocument/2006/relationships/slideLayout" Target="../slideLayouts/slideLayout95.xml"/><Relationship Id="rId13" Type="http://schemas.openxmlformats.org/officeDocument/2006/relationships/slideLayout" Target="../slideLayouts/slideLayout96.xml"/><Relationship Id="rId14" Type="http://schemas.openxmlformats.org/officeDocument/2006/relationships/slideLayout" Target="../slideLayouts/slideLayout97.xml"/><Relationship Id="rId15" Type="http://schemas.openxmlformats.org/officeDocument/2006/relationships/slideLayout" Target="../slideLayouts/slideLayout98.xml"/><Relationship Id="rId16" Type="http://schemas.openxmlformats.org/officeDocument/2006/relationships/slideLayout" Target="../slideLayouts/slideLayout99.xml"/><Relationship Id="rId17" Type="http://schemas.openxmlformats.org/officeDocument/2006/relationships/slideLayout" Target="../slideLayouts/slideLayout100.xml"/><Relationship Id="rId18" Type="http://schemas.openxmlformats.org/officeDocument/2006/relationships/slideLayout" Target="../slideLayouts/slideLayout101.xml"/><Relationship Id="rId19" Type="http://schemas.openxmlformats.org/officeDocument/2006/relationships/slideLayout" Target="../slideLayouts/slideLayout102.xml"/><Relationship Id="rId20" Type="http://schemas.openxmlformats.org/officeDocument/2006/relationships/slideLayout" Target="../slideLayouts/slideLayout103.xml"/><Relationship Id="rId21" Type="http://schemas.openxmlformats.org/officeDocument/2006/relationships/slideLayout" Target="../slideLayouts/slideLayout104.xml"/><Relationship Id="rId22" Type="http://schemas.openxmlformats.org/officeDocument/2006/relationships/slideLayout" Target="../slideLayouts/slideLayout105.xml"/><Relationship Id="rId23" Type="http://schemas.openxmlformats.org/officeDocument/2006/relationships/slideLayout" Target="../slideLayouts/slideLayout106.xml"/><Relationship Id="rId24" Type="http://schemas.openxmlformats.org/officeDocument/2006/relationships/slideLayout" Target="../slideLayouts/slideLayout107.xml"/><Relationship Id="rId25" Type="http://schemas.openxmlformats.org/officeDocument/2006/relationships/slideLayout" Target="../slideLayouts/slideLayout108.xml"/><Relationship Id="rId26" Type="http://schemas.openxmlformats.org/officeDocument/2006/relationships/slideLayout" Target="../slideLayouts/slideLayout109.xml"/><Relationship Id="rId27" Type="http://schemas.openxmlformats.org/officeDocument/2006/relationships/slideLayout" Target="../slideLayouts/slideLayout110.xml"/><Relationship Id="rId28" Type="http://schemas.openxmlformats.org/officeDocument/2006/relationships/slideLayout" Target="../slideLayouts/slideLayout111.xml"/><Relationship Id="rId29" Type="http://schemas.openxmlformats.org/officeDocument/2006/relationships/slideLayout" Target="../slideLayouts/slideLayout112.xml"/><Relationship Id="rId30" Type="http://schemas.openxmlformats.org/officeDocument/2006/relationships/slideLayout" Target="../slideLayouts/slideLayout113.xml"/><Relationship Id="rId31" Type="http://schemas.openxmlformats.org/officeDocument/2006/relationships/slideLayout" Target="../slideLayouts/slideLayout114.xml"/><Relationship Id="rId32" Type="http://schemas.openxmlformats.org/officeDocument/2006/relationships/slideLayout" Target="../slideLayouts/slideLayout115.xml"/><Relationship Id="rId33" Type="http://schemas.openxmlformats.org/officeDocument/2006/relationships/slideLayout" Target="../slideLayouts/slideLayout116.xml"/><Relationship Id="rId34" Type="http://schemas.openxmlformats.org/officeDocument/2006/relationships/slideLayout" Target="../slideLayouts/slideLayout117.xml"/><Relationship Id="rId35" Type="http://schemas.openxmlformats.org/officeDocument/2006/relationships/slideLayout" Target="../slideLayouts/slideLayout118.xml"/><Relationship Id="rId36" Type="http://schemas.openxmlformats.org/officeDocument/2006/relationships/slideLayout" Target="../slideLayouts/slideLayout119.xml"/><Relationship Id="rId37" Type="http://schemas.openxmlformats.org/officeDocument/2006/relationships/slideLayout" Target="../slideLayouts/slideLayout120.xml"/><Relationship Id="rId38" Type="http://schemas.openxmlformats.org/officeDocument/2006/relationships/slideLayout" Target="../slideLayouts/slideLayout121.xml"/><Relationship Id="rId39" Type="http://schemas.openxmlformats.org/officeDocument/2006/relationships/slideLayout" Target="../slideLayouts/slideLayout122.xml"/><Relationship Id="rId40" Type="http://schemas.openxmlformats.org/officeDocument/2006/relationships/slideLayout" Target="../slideLayouts/slideLayout123.xml"/><Relationship Id="rId41" Type="http://schemas.openxmlformats.org/officeDocument/2006/relationships/slideLayout" Target="../slideLayouts/slideLayout124.xml"/><Relationship Id="rId42" Type="http://schemas.openxmlformats.org/officeDocument/2006/relationships/slideLayout" Target="../slideLayouts/slideLayout125.xml"/><Relationship Id="rId43" Type="http://schemas.openxmlformats.org/officeDocument/2006/relationships/slideLayout" Target="../slideLayouts/slideLayout126.xml"/><Relationship Id="rId44" Type="http://schemas.openxmlformats.org/officeDocument/2006/relationships/slideLayout" Target="../slideLayouts/slideLayout127.xml"/><Relationship Id="rId45" Type="http://schemas.openxmlformats.org/officeDocument/2006/relationships/slideLayout" Target="../slideLayouts/slideLayout128.xml"/><Relationship Id="rId46" Type="http://schemas.openxmlformats.org/officeDocument/2006/relationships/slideLayout" Target="../slideLayouts/slideLayout129.xml"/><Relationship Id="rId47" Type="http://schemas.openxmlformats.org/officeDocument/2006/relationships/slideLayout" Target="../slideLayouts/slideLayout130.xml"/><Relationship Id="rId48" Type="http://schemas.openxmlformats.org/officeDocument/2006/relationships/slideLayout" Target="../slideLayouts/slideLayout131.xml"/><Relationship Id="rId49" Type="http://schemas.openxmlformats.org/officeDocument/2006/relationships/slideLayout" Target="../slideLayouts/slideLayout132.xml"/><Relationship Id="rId50" Type="http://schemas.openxmlformats.org/officeDocument/2006/relationships/slideLayout" Target="../slideLayouts/slideLayout133.xml"/><Relationship Id="rId51" Type="http://schemas.openxmlformats.org/officeDocument/2006/relationships/slideLayout" Target="../slideLayouts/slideLayout134.xml"/><Relationship Id="rId52" Type="http://schemas.openxmlformats.org/officeDocument/2006/relationships/slideLayout" Target="../slideLayouts/slideLayout135.xml"/><Relationship Id="rId53" Type="http://schemas.openxmlformats.org/officeDocument/2006/relationships/theme" Target="../theme/theme3.xml"/><Relationship Id="rId54" Type="http://schemas.openxmlformats.org/officeDocument/2006/relationships/image" Target="../media/image29.emf"/></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36.xml"/><Relationship Id="rId2" Type="http://schemas.openxmlformats.org/officeDocument/2006/relationships/slideLayout" Target="../slideLayouts/slideLayout137.xml"/><Relationship Id="rId3" Type="http://schemas.openxmlformats.org/officeDocument/2006/relationships/slideLayout" Target="../slideLayouts/slideLayout138.xml"/><Relationship Id="rId4" Type="http://schemas.openxmlformats.org/officeDocument/2006/relationships/slideLayout" Target="../slideLayouts/slideLayout139.xml"/><Relationship Id="rId5" Type="http://schemas.openxmlformats.org/officeDocument/2006/relationships/slideLayout" Target="../slideLayouts/slideLayout140.xml"/><Relationship Id="rId6" Type="http://schemas.openxmlformats.org/officeDocument/2006/relationships/slideLayout" Target="../slideLayouts/slideLayout141.xml"/><Relationship Id="rId7" Type="http://schemas.openxmlformats.org/officeDocument/2006/relationships/slideLayout" Target="../slideLayouts/slideLayout142.xml"/><Relationship Id="rId8" Type="http://schemas.openxmlformats.org/officeDocument/2006/relationships/slideLayout" Target="../slideLayouts/slideLayout143.xml"/><Relationship Id="rId9" Type="http://schemas.openxmlformats.org/officeDocument/2006/relationships/slideLayout" Target="../slideLayouts/slideLayout144.xml"/><Relationship Id="rId10" Type="http://schemas.openxmlformats.org/officeDocument/2006/relationships/slideLayout" Target="../slideLayouts/slideLayout145.xml"/><Relationship Id="rId11" Type="http://schemas.openxmlformats.org/officeDocument/2006/relationships/slideLayout" Target="../slideLayouts/slideLayout146.xml"/><Relationship Id="rId12" Type="http://schemas.openxmlformats.org/officeDocument/2006/relationships/slideLayout" Target="../slideLayouts/slideLayout147.xml"/><Relationship Id="rId13" Type="http://schemas.openxmlformats.org/officeDocument/2006/relationships/slideLayout" Target="../slideLayouts/slideLayout148.xml"/><Relationship Id="rId14" Type="http://schemas.openxmlformats.org/officeDocument/2006/relationships/slideLayout" Target="../slideLayouts/slideLayout149.xml"/><Relationship Id="rId15" Type="http://schemas.openxmlformats.org/officeDocument/2006/relationships/slideLayout" Target="../slideLayouts/slideLayout150.xml"/><Relationship Id="rId16" Type="http://schemas.openxmlformats.org/officeDocument/2006/relationships/slideLayout" Target="../slideLayouts/slideLayout151.xml"/><Relationship Id="rId17" Type="http://schemas.openxmlformats.org/officeDocument/2006/relationships/slideLayout" Target="../slideLayouts/slideLayout152.xml"/><Relationship Id="rId18" Type="http://schemas.openxmlformats.org/officeDocument/2006/relationships/slideLayout" Target="../slideLayouts/slideLayout153.xml"/><Relationship Id="rId19" Type="http://schemas.openxmlformats.org/officeDocument/2006/relationships/slideLayout" Target="../slideLayouts/slideLayout154.xml"/><Relationship Id="rId20" Type="http://schemas.openxmlformats.org/officeDocument/2006/relationships/slideLayout" Target="../slideLayouts/slideLayout155.xml"/><Relationship Id="rId21" Type="http://schemas.openxmlformats.org/officeDocument/2006/relationships/slideLayout" Target="../slideLayouts/slideLayout156.xml"/><Relationship Id="rId22" Type="http://schemas.openxmlformats.org/officeDocument/2006/relationships/slideLayout" Target="../slideLayouts/slideLayout157.xml"/><Relationship Id="rId23" Type="http://schemas.openxmlformats.org/officeDocument/2006/relationships/slideLayout" Target="../slideLayouts/slideLayout158.xml"/><Relationship Id="rId24" Type="http://schemas.openxmlformats.org/officeDocument/2006/relationships/slideLayout" Target="../slideLayouts/slideLayout159.xml"/><Relationship Id="rId25" Type="http://schemas.openxmlformats.org/officeDocument/2006/relationships/slideLayout" Target="../slideLayouts/slideLayout160.xml"/><Relationship Id="rId26" Type="http://schemas.openxmlformats.org/officeDocument/2006/relationships/slideLayout" Target="../slideLayouts/slideLayout161.xml"/><Relationship Id="rId27" Type="http://schemas.openxmlformats.org/officeDocument/2006/relationships/slideLayout" Target="../slideLayouts/slideLayout162.xml"/><Relationship Id="rId28" Type="http://schemas.openxmlformats.org/officeDocument/2006/relationships/slideLayout" Target="../slideLayouts/slideLayout163.xml"/><Relationship Id="rId29" Type="http://schemas.openxmlformats.org/officeDocument/2006/relationships/slideLayout" Target="../slideLayouts/slideLayout164.xml"/><Relationship Id="rId30" Type="http://schemas.openxmlformats.org/officeDocument/2006/relationships/slideLayout" Target="../slideLayouts/slideLayout165.xml"/><Relationship Id="rId31" Type="http://schemas.openxmlformats.org/officeDocument/2006/relationships/slideLayout" Target="../slideLayouts/slideLayout166.xml"/><Relationship Id="rId32" Type="http://schemas.openxmlformats.org/officeDocument/2006/relationships/slideLayout" Target="../slideLayouts/slideLayout167.xml"/><Relationship Id="rId33" Type="http://schemas.openxmlformats.org/officeDocument/2006/relationships/slideLayout" Target="../slideLayouts/slideLayout168.xml"/><Relationship Id="rId34" Type="http://schemas.openxmlformats.org/officeDocument/2006/relationships/slideLayout" Target="../slideLayouts/slideLayout169.xml"/><Relationship Id="rId35" Type="http://schemas.openxmlformats.org/officeDocument/2006/relationships/slideLayout" Target="../slideLayouts/slideLayout170.xml"/><Relationship Id="rId36" Type="http://schemas.openxmlformats.org/officeDocument/2006/relationships/slideLayout" Target="../slideLayouts/slideLayout171.xml"/><Relationship Id="rId37" Type="http://schemas.openxmlformats.org/officeDocument/2006/relationships/slideLayout" Target="../slideLayouts/slideLayout172.xml"/><Relationship Id="rId38" Type="http://schemas.openxmlformats.org/officeDocument/2006/relationships/slideLayout" Target="../slideLayouts/slideLayout173.xml"/><Relationship Id="rId39" Type="http://schemas.openxmlformats.org/officeDocument/2006/relationships/slideLayout" Target="../slideLayouts/slideLayout174.xml"/><Relationship Id="rId40" Type="http://schemas.openxmlformats.org/officeDocument/2006/relationships/slideLayout" Target="../slideLayouts/slideLayout175.xml"/><Relationship Id="rId41" Type="http://schemas.openxmlformats.org/officeDocument/2006/relationships/slideLayout" Target="../slideLayouts/slideLayout176.xml"/><Relationship Id="rId42" Type="http://schemas.openxmlformats.org/officeDocument/2006/relationships/slideLayout" Target="../slideLayouts/slideLayout177.xml"/><Relationship Id="rId43" Type="http://schemas.openxmlformats.org/officeDocument/2006/relationships/slideLayout" Target="../slideLayouts/slideLayout178.xml"/><Relationship Id="rId44" Type="http://schemas.openxmlformats.org/officeDocument/2006/relationships/slideLayout" Target="../slideLayouts/slideLayout179.xml"/><Relationship Id="rId45" Type="http://schemas.openxmlformats.org/officeDocument/2006/relationships/slideLayout" Target="../slideLayouts/slideLayout180.xml"/><Relationship Id="rId46" Type="http://schemas.openxmlformats.org/officeDocument/2006/relationships/slideLayout" Target="../slideLayouts/slideLayout181.xml"/><Relationship Id="rId47" Type="http://schemas.openxmlformats.org/officeDocument/2006/relationships/slideLayout" Target="../slideLayouts/slideLayout182.xml"/><Relationship Id="rId48" Type="http://schemas.openxmlformats.org/officeDocument/2006/relationships/slideLayout" Target="../slideLayouts/slideLayout183.xml"/><Relationship Id="rId49" Type="http://schemas.openxmlformats.org/officeDocument/2006/relationships/slideLayout" Target="../slideLayouts/slideLayout184.xml"/><Relationship Id="rId50" Type="http://schemas.openxmlformats.org/officeDocument/2006/relationships/slideLayout" Target="../slideLayouts/slideLayout185.xml"/><Relationship Id="rId51" Type="http://schemas.openxmlformats.org/officeDocument/2006/relationships/slideLayout" Target="../slideLayouts/slideLayout186.xml"/><Relationship Id="rId52" Type="http://schemas.openxmlformats.org/officeDocument/2006/relationships/slideLayout" Target="../slideLayouts/slideLayout187.xml"/><Relationship Id="rId53" Type="http://schemas.openxmlformats.org/officeDocument/2006/relationships/theme" Target="../theme/theme4.xml"/><Relationship Id="rId54" Type="http://schemas.openxmlformats.org/officeDocument/2006/relationships/image" Target="../media/image2.sv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88.xml"/><Relationship Id="rId2" Type="http://schemas.openxmlformats.org/officeDocument/2006/relationships/slideLayout" Target="../slideLayouts/slideLayout189.xml"/><Relationship Id="rId3" Type="http://schemas.openxmlformats.org/officeDocument/2006/relationships/slideLayout" Target="../slideLayouts/slideLayout190.xml"/><Relationship Id="rId4" Type="http://schemas.openxmlformats.org/officeDocument/2006/relationships/slideLayout" Target="../slideLayouts/slideLayout191.xml"/><Relationship Id="rId5" Type="http://schemas.openxmlformats.org/officeDocument/2006/relationships/slideLayout" Target="../slideLayouts/slideLayout192.xml"/><Relationship Id="rId6" Type="http://schemas.openxmlformats.org/officeDocument/2006/relationships/slideLayout" Target="../slideLayouts/slideLayout193.xml"/><Relationship Id="rId7" Type="http://schemas.openxmlformats.org/officeDocument/2006/relationships/slideLayout" Target="../slideLayouts/slideLayout194.xml"/><Relationship Id="rId8" Type="http://schemas.openxmlformats.org/officeDocument/2006/relationships/slideLayout" Target="../slideLayouts/slideLayout195.xml"/><Relationship Id="rId9" Type="http://schemas.openxmlformats.org/officeDocument/2006/relationships/slideLayout" Target="../slideLayouts/slideLayout196.xml"/><Relationship Id="rId10" Type="http://schemas.openxmlformats.org/officeDocument/2006/relationships/slideLayout" Target="../slideLayouts/slideLayout197.xml"/><Relationship Id="rId11" Type="http://schemas.openxmlformats.org/officeDocument/2006/relationships/slideLayout" Target="../slideLayouts/slideLayout198.xml"/><Relationship Id="rId12" Type="http://schemas.openxmlformats.org/officeDocument/2006/relationships/slideLayout" Target="../slideLayouts/slideLayout199.xml"/><Relationship Id="rId13" Type="http://schemas.openxmlformats.org/officeDocument/2006/relationships/slideLayout" Target="../slideLayouts/slideLayout200.xml"/><Relationship Id="rId14" Type="http://schemas.openxmlformats.org/officeDocument/2006/relationships/slideLayout" Target="../slideLayouts/slideLayout201.xml"/><Relationship Id="rId15" Type="http://schemas.openxmlformats.org/officeDocument/2006/relationships/slideLayout" Target="../slideLayouts/slideLayout202.xml"/><Relationship Id="rId16" Type="http://schemas.openxmlformats.org/officeDocument/2006/relationships/slideLayout" Target="../slideLayouts/slideLayout203.xml"/><Relationship Id="rId17" Type="http://schemas.openxmlformats.org/officeDocument/2006/relationships/slideLayout" Target="../slideLayouts/slideLayout204.xml"/><Relationship Id="rId18" Type="http://schemas.openxmlformats.org/officeDocument/2006/relationships/slideLayout" Target="../slideLayouts/slideLayout205.xml"/><Relationship Id="rId19" Type="http://schemas.openxmlformats.org/officeDocument/2006/relationships/slideLayout" Target="../slideLayouts/slideLayout206.xml"/><Relationship Id="rId20" Type="http://schemas.openxmlformats.org/officeDocument/2006/relationships/slideLayout" Target="../slideLayouts/slideLayout207.xml"/><Relationship Id="rId21" Type="http://schemas.openxmlformats.org/officeDocument/2006/relationships/slideLayout" Target="../slideLayouts/slideLayout208.xml"/><Relationship Id="rId22" Type="http://schemas.openxmlformats.org/officeDocument/2006/relationships/slideLayout" Target="../slideLayouts/slideLayout209.xml"/><Relationship Id="rId23" Type="http://schemas.openxmlformats.org/officeDocument/2006/relationships/slideLayout" Target="../slideLayouts/slideLayout210.xml"/><Relationship Id="rId24" Type="http://schemas.openxmlformats.org/officeDocument/2006/relationships/slideLayout" Target="../slideLayouts/slideLayout211.xml"/><Relationship Id="rId25" Type="http://schemas.openxmlformats.org/officeDocument/2006/relationships/slideLayout" Target="../slideLayouts/slideLayout212.xml"/><Relationship Id="rId26" Type="http://schemas.openxmlformats.org/officeDocument/2006/relationships/slideLayout" Target="../slideLayouts/slideLayout213.xml"/><Relationship Id="rId27" Type="http://schemas.openxmlformats.org/officeDocument/2006/relationships/slideLayout" Target="../slideLayouts/slideLayout214.xml"/><Relationship Id="rId28" Type="http://schemas.openxmlformats.org/officeDocument/2006/relationships/slideLayout" Target="../slideLayouts/slideLayout215.xml"/><Relationship Id="rId29" Type="http://schemas.openxmlformats.org/officeDocument/2006/relationships/slideLayout" Target="../slideLayouts/slideLayout216.xml"/><Relationship Id="rId30" Type="http://schemas.openxmlformats.org/officeDocument/2006/relationships/slideLayout" Target="../slideLayouts/slideLayout217.xml"/><Relationship Id="rId31" Type="http://schemas.openxmlformats.org/officeDocument/2006/relationships/slideLayout" Target="../slideLayouts/slideLayout218.xml"/><Relationship Id="rId32" Type="http://schemas.openxmlformats.org/officeDocument/2006/relationships/slideLayout" Target="../slideLayouts/slideLayout219.xml"/><Relationship Id="rId33" Type="http://schemas.openxmlformats.org/officeDocument/2006/relationships/slideLayout" Target="../slideLayouts/slideLayout220.xml"/><Relationship Id="rId34" Type="http://schemas.openxmlformats.org/officeDocument/2006/relationships/slideLayout" Target="../slideLayouts/slideLayout221.xml"/><Relationship Id="rId35" Type="http://schemas.openxmlformats.org/officeDocument/2006/relationships/slideLayout" Target="../slideLayouts/slideLayout222.xml"/><Relationship Id="rId36" Type="http://schemas.openxmlformats.org/officeDocument/2006/relationships/slideLayout" Target="../slideLayouts/slideLayout223.xml"/><Relationship Id="rId37" Type="http://schemas.openxmlformats.org/officeDocument/2006/relationships/slideLayout" Target="../slideLayouts/slideLayout224.xml"/><Relationship Id="rId38" Type="http://schemas.openxmlformats.org/officeDocument/2006/relationships/slideLayout" Target="../slideLayouts/slideLayout225.xml"/><Relationship Id="rId39" Type="http://schemas.openxmlformats.org/officeDocument/2006/relationships/slideLayout" Target="../slideLayouts/slideLayout226.xml"/><Relationship Id="rId40" Type="http://schemas.openxmlformats.org/officeDocument/2006/relationships/slideLayout" Target="../slideLayouts/slideLayout227.xml"/><Relationship Id="rId41" Type="http://schemas.openxmlformats.org/officeDocument/2006/relationships/slideLayout" Target="../slideLayouts/slideLayout228.xml"/><Relationship Id="rId42" Type="http://schemas.openxmlformats.org/officeDocument/2006/relationships/slideLayout" Target="../slideLayouts/slideLayout229.xml"/><Relationship Id="rId43" Type="http://schemas.openxmlformats.org/officeDocument/2006/relationships/slideLayout" Target="../slideLayouts/slideLayout230.xml"/><Relationship Id="rId4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231.xml"/><Relationship Id="rId2" Type="http://schemas.openxmlformats.org/officeDocument/2006/relationships/slideLayout" Target="../slideLayouts/slideLayout232.xml"/><Relationship Id="rId3" Type="http://schemas.openxmlformats.org/officeDocument/2006/relationships/slideLayout" Target="../slideLayouts/slideLayout233.xml"/><Relationship Id="rId4" Type="http://schemas.openxmlformats.org/officeDocument/2006/relationships/slideLayout" Target="../slideLayouts/slideLayout234.xml"/><Relationship Id="rId5" Type="http://schemas.openxmlformats.org/officeDocument/2006/relationships/slideLayout" Target="../slideLayouts/slideLayout235.xml"/><Relationship Id="rId6" Type="http://schemas.openxmlformats.org/officeDocument/2006/relationships/slideLayout" Target="../slideLayouts/slideLayout236.xml"/><Relationship Id="rId7" Type="http://schemas.openxmlformats.org/officeDocument/2006/relationships/slideLayout" Target="../slideLayouts/slideLayout237.xml"/><Relationship Id="rId8" Type="http://schemas.openxmlformats.org/officeDocument/2006/relationships/slideLayout" Target="../slideLayouts/slideLayout238.xml"/><Relationship Id="rId9" Type="http://schemas.openxmlformats.org/officeDocument/2006/relationships/slideLayout" Target="../slideLayouts/slideLayout239.xml"/><Relationship Id="rId10" Type="http://schemas.openxmlformats.org/officeDocument/2006/relationships/slideLayout" Target="../slideLayouts/slideLayout240.xml"/><Relationship Id="rId11" Type="http://schemas.openxmlformats.org/officeDocument/2006/relationships/slideLayout" Target="../slideLayouts/slideLayout241.xml"/><Relationship Id="rId12" Type="http://schemas.openxmlformats.org/officeDocument/2006/relationships/slideLayout" Target="../slideLayouts/slideLayout242.xml"/><Relationship Id="rId13" Type="http://schemas.openxmlformats.org/officeDocument/2006/relationships/slideLayout" Target="../slideLayouts/slideLayout243.xml"/><Relationship Id="rId14" Type="http://schemas.openxmlformats.org/officeDocument/2006/relationships/slideLayout" Target="../slideLayouts/slideLayout244.xml"/><Relationship Id="rId15" Type="http://schemas.openxmlformats.org/officeDocument/2006/relationships/slideLayout" Target="../slideLayouts/slideLayout245.xml"/><Relationship Id="rId16" Type="http://schemas.openxmlformats.org/officeDocument/2006/relationships/slideLayout" Target="../slideLayouts/slideLayout246.xml"/><Relationship Id="rId17" Type="http://schemas.openxmlformats.org/officeDocument/2006/relationships/slideLayout" Target="../slideLayouts/slideLayout247.xml"/><Relationship Id="rId18" Type="http://schemas.openxmlformats.org/officeDocument/2006/relationships/slideLayout" Target="../slideLayouts/slideLayout248.xml"/><Relationship Id="rId19" Type="http://schemas.openxmlformats.org/officeDocument/2006/relationships/slideLayout" Target="../slideLayouts/slideLayout249.xml"/><Relationship Id="rId20" Type="http://schemas.openxmlformats.org/officeDocument/2006/relationships/slideLayout" Target="../slideLayouts/slideLayout250.xml"/><Relationship Id="rId21" Type="http://schemas.openxmlformats.org/officeDocument/2006/relationships/slideLayout" Target="../slideLayouts/slideLayout251.xml"/><Relationship Id="rId22" Type="http://schemas.openxmlformats.org/officeDocument/2006/relationships/slideLayout" Target="../slideLayouts/slideLayout252.xml"/><Relationship Id="rId23" Type="http://schemas.openxmlformats.org/officeDocument/2006/relationships/slideLayout" Target="../slideLayouts/slideLayout253.xml"/><Relationship Id="rId24" Type="http://schemas.openxmlformats.org/officeDocument/2006/relationships/slideLayout" Target="../slideLayouts/slideLayout254.xml"/><Relationship Id="rId25" Type="http://schemas.openxmlformats.org/officeDocument/2006/relationships/slideLayout" Target="../slideLayouts/slideLayout255.xml"/><Relationship Id="rId26" Type="http://schemas.openxmlformats.org/officeDocument/2006/relationships/slideLayout" Target="../slideLayouts/slideLayout256.xml"/><Relationship Id="rId27" Type="http://schemas.openxmlformats.org/officeDocument/2006/relationships/slideLayout" Target="../slideLayouts/slideLayout257.xml"/><Relationship Id="rId28" Type="http://schemas.openxmlformats.org/officeDocument/2006/relationships/slideLayout" Target="../slideLayouts/slideLayout258.xml"/><Relationship Id="rId29" Type="http://schemas.openxmlformats.org/officeDocument/2006/relationships/slideLayout" Target="../slideLayouts/slideLayout259.xml"/><Relationship Id="rId30" Type="http://schemas.openxmlformats.org/officeDocument/2006/relationships/slideLayout" Target="../slideLayouts/slideLayout260.xml"/><Relationship Id="rId31" Type="http://schemas.openxmlformats.org/officeDocument/2006/relationships/slideLayout" Target="../slideLayouts/slideLayout261.xml"/><Relationship Id="rId32" Type="http://schemas.openxmlformats.org/officeDocument/2006/relationships/slideLayout" Target="../slideLayouts/slideLayout262.xml"/><Relationship Id="rId33" Type="http://schemas.openxmlformats.org/officeDocument/2006/relationships/slideLayout" Target="../slideLayouts/slideLayout263.xml"/><Relationship Id="rId34" Type="http://schemas.openxmlformats.org/officeDocument/2006/relationships/slideLayout" Target="../slideLayouts/slideLayout264.xml"/><Relationship Id="rId35" Type="http://schemas.openxmlformats.org/officeDocument/2006/relationships/slideLayout" Target="../slideLayouts/slideLayout265.xml"/><Relationship Id="rId36" Type="http://schemas.openxmlformats.org/officeDocument/2006/relationships/slideLayout" Target="../slideLayouts/slideLayout266.xml"/><Relationship Id="rId37" Type="http://schemas.openxmlformats.org/officeDocument/2006/relationships/slideLayout" Target="../slideLayouts/slideLayout267.xml"/><Relationship Id="rId38" Type="http://schemas.openxmlformats.org/officeDocument/2006/relationships/slideLayout" Target="../slideLayouts/slideLayout268.xml"/><Relationship Id="rId39" Type="http://schemas.openxmlformats.org/officeDocument/2006/relationships/slideLayout" Target="../slideLayouts/slideLayout269.xml"/><Relationship Id="rId40" Type="http://schemas.openxmlformats.org/officeDocument/2006/relationships/slideLayout" Target="../slideLayouts/slideLayout270.xml"/><Relationship Id="rId41" Type="http://schemas.openxmlformats.org/officeDocument/2006/relationships/slideLayout" Target="../slideLayouts/slideLayout271.xml"/><Relationship Id="rId42" Type="http://schemas.openxmlformats.org/officeDocument/2006/relationships/slideLayout" Target="../slideLayouts/slideLayout272.xml"/><Relationship Id="rId43" Type="http://schemas.openxmlformats.org/officeDocument/2006/relationships/slideLayout" Target="../slideLayouts/slideLayout273.xml"/><Relationship Id="rId44" Type="http://schemas.openxmlformats.org/officeDocument/2006/relationships/slideLayout" Target="../slideLayouts/slideLayout274.xml"/><Relationship Id="rId45" Type="http://schemas.openxmlformats.org/officeDocument/2006/relationships/slideLayout" Target="../slideLayouts/slideLayout275.xml"/><Relationship Id="rId46" Type="http://schemas.openxmlformats.org/officeDocument/2006/relationships/slideLayout" Target="../slideLayouts/slideLayout276.xml"/><Relationship Id="rId47" Type="http://schemas.openxmlformats.org/officeDocument/2006/relationships/slideLayout" Target="../slideLayouts/slideLayout277.xml"/><Relationship Id="rId48" Type="http://schemas.openxmlformats.org/officeDocument/2006/relationships/slideLayout" Target="../slideLayouts/slideLayout278.xml"/><Relationship Id="rId49" Type="http://schemas.openxmlformats.org/officeDocument/2006/relationships/slideLayout" Target="../slideLayouts/slideLayout279.xml"/><Relationship Id="rId50" Type="http://schemas.openxmlformats.org/officeDocument/2006/relationships/slideLayout" Target="../slideLayouts/slideLayout280.xml"/><Relationship Id="rId51" Type="http://schemas.openxmlformats.org/officeDocument/2006/relationships/slideLayout" Target="../slideLayouts/slideLayout281.xml"/><Relationship Id="rId52" Type="http://schemas.openxmlformats.org/officeDocument/2006/relationships/theme" Target="../theme/theme6.xml"/><Relationship Id="rId53" Type="http://schemas.openxmlformats.org/officeDocument/2006/relationships/image" Target="../media/image29.emf"/></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282.xml"/><Relationship Id="rId2" Type="http://schemas.openxmlformats.org/officeDocument/2006/relationships/slideLayout" Target="../slideLayouts/slideLayout283.xml"/><Relationship Id="rId3" Type="http://schemas.openxmlformats.org/officeDocument/2006/relationships/slideLayout" Target="../slideLayouts/slideLayout284.xml"/><Relationship Id="rId4" Type="http://schemas.openxmlformats.org/officeDocument/2006/relationships/slideLayout" Target="../slideLayouts/slideLayout285.xml"/><Relationship Id="rId5" Type="http://schemas.openxmlformats.org/officeDocument/2006/relationships/slideLayout" Target="../slideLayouts/slideLayout286.xml"/><Relationship Id="rId6" Type="http://schemas.openxmlformats.org/officeDocument/2006/relationships/slideLayout" Target="../slideLayouts/slideLayout287.xml"/><Relationship Id="rId7" Type="http://schemas.openxmlformats.org/officeDocument/2006/relationships/slideLayout" Target="../slideLayouts/slideLayout288.xml"/><Relationship Id="rId8" Type="http://schemas.openxmlformats.org/officeDocument/2006/relationships/slideLayout" Target="../slideLayouts/slideLayout289.xml"/><Relationship Id="rId9" Type="http://schemas.openxmlformats.org/officeDocument/2006/relationships/slideLayout" Target="../slideLayouts/slideLayout290.xml"/><Relationship Id="rId10" Type="http://schemas.openxmlformats.org/officeDocument/2006/relationships/slideLayout" Target="../slideLayouts/slideLayout291.xml"/><Relationship Id="rId11" Type="http://schemas.openxmlformats.org/officeDocument/2006/relationships/slideLayout" Target="../slideLayouts/slideLayout292.xml"/><Relationship Id="rId12" Type="http://schemas.openxmlformats.org/officeDocument/2006/relationships/slideLayout" Target="../slideLayouts/slideLayout293.xml"/><Relationship Id="rId13" Type="http://schemas.openxmlformats.org/officeDocument/2006/relationships/slideLayout" Target="../slideLayouts/slideLayout294.xml"/><Relationship Id="rId14" Type="http://schemas.openxmlformats.org/officeDocument/2006/relationships/slideLayout" Target="../slideLayouts/slideLayout295.xml"/><Relationship Id="rId15" Type="http://schemas.openxmlformats.org/officeDocument/2006/relationships/slideLayout" Target="../slideLayouts/slideLayout296.xml"/><Relationship Id="rId16" Type="http://schemas.openxmlformats.org/officeDocument/2006/relationships/slideLayout" Target="../slideLayouts/slideLayout297.xml"/><Relationship Id="rId17" Type="http://schemas.openxmlformats.org/officeDocument/2006/relationships/slideLayout" Target="../slideLayouts/slideLayout298.xml"/><Relationship Id="rId18" Type="http://schemas.openxmlformats.org/officeDocument/2006/relationships/slideLayout" Target="../slideLayouts/slideLayout299.xml"/><Relationship Id="rId19" Type="http://schemas.openxmlformats.org/officeDocument/2006/relationships/slideLayout" Target="../slideLayouts/slideLayout300.xml"/><Relationship Id="rId20" Type="http://schemas.openxmlformats.org/officeDocument/2006/relationships/slideLayout" Target="../slideLayouts/slideLayout301.xml"/><Relationship Id="rId21" Type="http://schemas.openxmlformats.org/officeDocument/2006/relationships/slideLayout" Target="../slideLayouts/slideLayout302.xml"/><Relationship Id="rId22" Type="http://schemas.openxmlformats.org/officeDocument/2006/relationships/slideLayout" Target="../slideLayouts/slideLayout303.xml"/><Relationship Id="rId23" Type="http://schemas.openxmlformats.org/officeDocument/2006/relationships/slideLayout" Target="../slideLayouts/slideLayout304.xml"/><Relationship Id="rId24" Type="http://schemas.openxmlformats.org/officeDocument/2006/relationships/slideLayout" Target="../slideLayouts/slideLayout305.xml"/><Relationship Id="rId25" Type="http://schemas.openxmlformats.org/officeDocument/2006/relationships/slideLayout" Target="../slideLayouts/slideLayout306.xml"/><Relationship Id="rId26" Type="http://schemas.openxmlformats.org/officeDocument/2006/relationships/slideLayout" Target="../slideLayouts/slideLayout307.xml"/><Relationship Id="rId27" Type="http://schemas.openxmlformats.org/officeDocument/2006/relationships/slideLayout" Target="../slideLayouts/slideLayout308.xml"/><Relationship Id="rId28" Type="http://schemas.openxmlformats.org/officeDocument/2006/relationships/slideLayout" Target="../slideLayouts/slideLayout309.xml"/><Relationship Id="rId29" Type="http://schemas.openxmlformats.org/officeDocument/2006/relationships/slideLayout" Target="../slideLayouts/slideLayout310.xml"/><Relationship Id="rId30" Type="http://schemas.openxmlformats.org/officeDocument/2006/relationships/slideLayout" Target="../slideLayouts/slideLayout311.xml"/><Relationship Id="rId31" Type="http://schemas.openxmlformats.org/officeDocument/2006/relationships/slideLayout" Target="../slideLayouts/slideLayout312.xml"/><Relationship Id="rId32"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4"/>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1"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55"/>
              </a:ext>
            </a:extLst>
          </a:blip>
          <a:srcRect/>
          <a:stretch/>
        </p:blipFill>
        <p:spPr>
          <a:xfrm rot="5400000">
            <a:off x="9509920" y="2743200"/>
            <a:ext cx="6858000" cy="1371600"/>
          </a:xfrm>
          <a:prstGeom prst="rect">
            <a:avLst/>
          </a:prstGeom>
        </p:spPr>
      </p:pic>
    </p:spTree>
    <p:extLst>
      <p:ext uri="{BB962C8B-B14F-4D97-AF65-F5344CB8AC3E}">
        <p14:creationId xmlns:p14="http://schemas.microsoft.com/office/powerpoint/2010/main" val="660727358"/>
      </p:ext>
    </p:extLst>
  </p:cSld>
  <p:clrMap bg1="dk1" tx1="lt1" bg2="dk2" tx2="lt2" accent1="accent1" accent2="accent2" accent3="accent3" accent4="accent4" accent5="accent5" accent6="accent6" hlink="hlink" folHlink="folHlink"/>
  <p:sldLayoutIdLst>
    <p:sldLayoutId id="2147484100" r:id="rId1"/>
    <p:sldLayoutId id="2147484101" r:id="rId2"/>
    <p:sldLayoutId id="2147484102" r:id="rId3"/>
    <p:sldLayoutId id="2147484103" r:id="rId4"/>
    <p:sldLayoutId id="2147484104" r:id="rId5"/>
    <p:sldLayoutId id="2147484105" r:id="rId6"/>
    <p:sldLayoutId id="2147484106" r:id="rId7"/>
    <p:sldLayoutId id="2147484107" r:id="rId8"/>
    <p:sldLayoutId id="2147484108" r:id="rId9"/>
    <p:sldLayoutId id="2147484109" r:id="rId10"/>
    <p:sldLayoutId id="2147484110" r:id="rId11"/>
    <p:sldLayoutId id="2147484111" r:id="rId12"/>
    <p:sldLayoutId id="2147484112" r:id="rId13"/>
    <p:sldLayoutId id="2147484113" r:id="rId14"/>
    <p:sldLayoutId id="2147484114" r:id="rId15"/>
    <p:sldLayoutId id="2147484115" r:id="rId16"/>
    <p:sldLayoutId id="2147484116" r:id="rId17"/>
    <p:sldLayoutId id="2147484117" r:id="rId18"/>
    <p:sldLayoutId id="2147484118" r:id="rId19"/>
    <p:sldLayoutId id="2147484119" r:id="rId20"/>
    <p:sldLayoutId id="2147484120" r:id="rId21"/>
    <p:sldLayoutId id="2147484121" r:id="rId22"/>
    <p:sldLayoutId id="2147484122" r:id="rId23"/>
    <p:sldLayoutId id="2147484123" r:id="rId24"/>
    <p:sldLayoutId id="2147484124" r:id="rId25"/>
    <p:sldLayoutId id="2147484125" r:id="rId26"/>
    <p:sldLayoutId id="2147484126" r:id="rId27"/>
    <p:sldLayoutId id="2147484127" r:id="rId28"/>
    <p:sldLayoutId id="2147484128" r:id="rId29"/>
    <p:sldLayoutId id="2147484129" r:id="rId30"/>
    <p:sldLayoutId id="2147484130" r:id="rId31"/>
    <p:sldLayoutId id="2147484131" r:id="rId32"/>
    <p:sldLayoutId id="2147484132" r:id="rId33"/>
    <p:sldLayoutId id="2147484133" r:id="rId34"/>
    <p:sldLayoutId id="2147484134" r:id="rId35"/>
    <p:sldLayoutId id="2147484135" r:id="rId36"/>
    <p:sldLayoutId id="2147484136" r:id="rId37"/>
    <p:sldLayoutId id="2147484137" r:id="rId38"/>
    <p:sldLayoutId id="2147484138" r:id="rId39"/>
    <p:sldLayoutId id="2147484139" r:id="rId40"/>
    <p:sldLayoutId id="2147484140" r:id="rId41"/>
    <p:sldLayoutId id="2147484141" r:id="rId42"/>
    <p:sldLayoutId id="2147484142" r:id="rId43"/>
    <p:sldLayoutId id="2147484143" r:id="rId44"/>
    <p:sldLayoutId id="2147484144" r:id="rId45"/>
    <p:sldLayoutId id="2147484145" r:id="rId46"/>
    <p:sldLayoutId id="2147484146" r:id="rId47"/>
    <p:sldLayoutId id="2147484147" r:id="rId48"/>
    <p:sldLayoutId id="2147484148" r:id="rId49"/>
    <p:sldLayoutId id="2147484150" r:id="rId50"/>
    <p:sldLayoutId id="2147484205" r:id="rId51"/>
    <p:sldLayoutId id="2147484358" r:id="rId52"/>
    <p:sldLayoutId id="2147484359" r:id="rId53"/>
  </p:sldLayoutIdLst>
  <p:transition>
    <p:fade/>
  </p:transition>
  <p:hf sldNum="0" hdr="0" ftr="0" dt="0"/>
  <p:txStyles>
    <p:titleStyle>
      <a:lvl1pPr algn="l" defTabSz="932563"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2"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2"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75">
          <p15:clr>
            <a:srgbClr val="C35EA4"/>
          </p15:clr>
        </p15:guide>
        <p15:guide id="17" pos="7460">
          <p15:clr>
            <a:srgbClr val="C35EA4"/>
          </p15:clr>
        </p15:guide>
        <p15:guide id="25" orient="horz" pos="376">
          <p15:clr>
            <a:srgbClr val="C35EA4"/>
          </p15:clr>
        </p15:guide>
        <p15:guide id="26" orient="horz" pos="4028">
          <p15:clr>
            <a:srgbClr val="C35EA4"/>
          </p15:clr>
        </p15:guide>
        <p15:guide id="27" orient="horz" pos="188">
          <p15:clr>
            <a:srgbClr val="A4A3A4"/>
          </p15:clr>
        </p15:guide>
        <p15:guide id="28" pos="189">
          <p15:clr>
            <a:srgbClr val="A4A3A4"/>
          </p15:clr>
        </p15:guide>
        <p15:guide id="29" orient="horz" pos="4217">
          <p15:clr>
            <a:srgbClr val="A4A3A4"/>
          </p15:clr>
        </p15:guide>
        <p15:guide id="30" pos="7645">
          <p15:clr>
            <a:srgbClr val="A4A3A4"/>
          </p15:clr>
        </p15:guide>
        <p15:guide id="31" orient="horz" pos="408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54"/>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2410134350"/>
      </p:ext>
    </p:extLst>
  </p:cSld>
  <p:clrMap bg1="dk1" tx1="lt1" bg2="dk2" tx2="lt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 id="2147484156" r:id="rId5"/>
    <p:sldLayoutId id="2147484157" r:id="rId6"/>
    <p:sldLayoutId id="2147484158" r:id="rId7"/>
    <p:sldLayoutId id="2147484159" r:id="rId8"/>
    <p:sldLayoutId id="2147484160" r:id="rId9"/>
    <p:sldLayoutId id="2147484161" r:id="rId10"/>
    <p:sldLayoutId id="2147484162" r:id="rId11"/>
    <p:sldLayoutId id="2147484163" r:id="rId12"/>
    <p:sldLayoutId id="2147484164" r:id="rId13"/>
    <p:sldLayoutId id="2147484165" r:id="rId14"/>
    <p:sldLayoutId id="2147484166" r:id="rId15"/>
    <p:sldLayoutId id="2147484167" r:id="rId16"/>
    <p:sldLayoutId id="2147484168" r:id="rId17"/>
    <p:sldLayoutId id="2147484169" r:id="rId18"/>
    <p:sldLayoutId id="2147484170" r:id="rId19"/>
    <p:sldLayoutId id="2147484171" r:id="rId20"/>
    <p:sldLayoutId id="2147484172" r:id="rId21"/>
    <p:sldLayoutId id="2147484173" r:id="rId22"/>
    <p:sldLayoutId id="2147484174" r:id="rId23"/>
    <p:sldLayoutId id="2147484175" r:id="rId24"/>
    <p:sldLayoutId id="2147484176" r:id="rId25"/>
    <p:sldLayoutId id="2147484177" r:id="rId26"/>
    <p:sldLayoutId id="2147484178" r:id="rId27"/>
    <p:sldLayoutId id="2147484179" r:id="rId28"/>
    <p:sldLayoutId id="2147484180" r:id="rId29"/>
    <p:sldLayoutId id="2147484181" r:id="rId30"/>
    <p:sldLayoutId id="2147484182" r:id="rId31"/>
    <p:sldLayoutId id="2147484183" r:id="rId32"/>
    <p:sldLayoutId id="2147484184" r:id="rId33"/>
    <p:sldLayoutId id="2147484185" r:id="rId34"/>
    <p:sldLayoutId id="2147484186" r:id="rId35"/>
    <p:sldLayoutId id="2147484187" r:id="rId36"/>
    <p:sldLayoutId id="2147484188" r:id="rId37"/>
    <p:sldLayoutId id="2147484189" r:id="rId38"/>
    <p:sldLayoutId id="2147484190" r:id="rId39"/>
    <p:sldLayoutId id="2147484191" r:id="rId40"/>
    <p:sldLayoutId id="2147484192" r:id="rId41"/>
    <p:sldLayoutId id="2147484193" r:id="rId42"/>
    <p:sldLayoutId id="2147484194" r:id="rId43"/>
    <p:sldLayoutId id="2147484195" r:id="rId44"/>
    <p:sldLayoutId id="2147484196" r:id="rId45"/>
    <p:sldLayoutId id="2147484197" r:id="rId46"/>
    <p:sldLayoutId id="2147484198" r:id="rId47"/>
    <p:sldLayoutId id="2147484199" r:id="rId48"/>
    <p:sldLayoutId id="2147484200" r:id="rId49"/>
    <p:sldLayoutId id="2147484201" r:id="rId50"/>
    <p:sldLayoutId id="2147484202" r:id="rId51"/>
    <p:sldLayoutId id="2147484357" r:id="rId5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54"/>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4117094180"/>
      </p:ext>
    </p:extLst>
  </p:cSld>
  <p:clrMap bg1="dk1" tx1="lt1" bg2="dk2" tx2="lt2" accent1="accent1" accent2="accent2" accent3="accent3" accent4="accent4" accent5="accent5" accent6="accent6" hlink="hlink" folHlink="folHlink"/>
  <p:sldLayoutIdLst>
    <p:sldLayoutId id="2147484207" r:id="rId1"/>
    <p:sldLayoutId id="2147484208" r:id="rId2"/>
    <p:sldLayoutId id="2147484209" r:id="rId3"/>
    <p:sldLayoutId id="2147484210" r:id="rId4"/>
    <p:sldLayoutId id="2147484211" r:id="rId5"/>
    <p:sldLayoutId id="2147484212" r:id="rId6"/>
    <p:sldLayoutId id="2147484213" r:id="rId7"/>
    <p:sldLayoutId id="2147484214" r:id="rId8"/>
    <p:sldLayoutId id="2147484215" r:id="rId9"/>
    <p:sldLayoutId id="2147484216" r:id="rId10"/>
    <p:sldLayoutId id="2147484217" r:id="rId11"/>
    <p:sldLayoutId id="2147484218" r:id="rId12"/>
    <p:sldLayoutId id="2147484219" r:id="rId13"/>
    <p:sldLayoutId id="2147484220" r:id="rId14"/>
    <p:sldLayoutId id="2147484221" r:id="rId15"/>
    <p:sldLayoutId id="2147484222" r:id="rId16"/>
    <p:sldLayoutId id="2147484223" r:id="rId17"/>
    <p:sldLayoutId id="2147484224" r:id="rId18"/>
    <p:sldLayoutId id="2147484225" r:id="rId19"/>
    <p:sldLayoutId id="2147484226" r:id="rId20"/>
    <p:sldLayoutId id="2147484227" r:id="rId21"/>
    <p:sldLayoutId id="2147484228" r:id="rId22"/>
    <p:sldLayoutId id="2147484229" r:id="rId23"/>
    <p:sldLayoutId id="2147484230" r:id="rId24"/>
    <p:sldLayoutId id="2147484231" r:id="rId25"/>
    <p:sldLayoutId id="2147484232" r:id="rId26"/>
    <p:sldLayoutId id="2147484233" r:id="rId27"/>
    <p:sldLayoutId id="2147484234" r:id="rId28"/>
    <p:sldLayoutId id="2147484235" r:id="rId29"/>
    <p:sldLayoutId id="2147484236" r:id="rId30"/>
    <p:sldLayoutId id="2147484237" r:id="rId31"/>
    <p:sldLayoutId id="2147484238" r:id="rId32"/>
    <p:sldLayoutId id="2147484239" r:id="rId33"/>
    <p:sldLayoutId id="2147484240" r:id="rId34"/>
    <p:sldLayoutId id="2147484241" r:id="rId35"/>
    <p:sldLayoutId id="2147484242" r:id="rId36"/>
    <p:sldLayoutId id="2147484243" r:id="rId37"/>
    <p:sldLayoutId id="2147484244" r:id="rId38"/>
    <p:sldLayoutId id="2147484245" r:id="rId39"/>
    <p:sldLayoutId id="2147484246" r:id="rId40"/>
    <p:sldLayoutId id="2147484247" r:id="rId41"/>
    <p:sldLayoutId id="2147484248" r:id="rId42"/>
    <p:sldLayoutId id="2147484249" r:id="rId43"/>
    <p:sldLayoutId id="2147484250" r:id="rId44"/>
    <p:sldLayoutId id="2147484251" r:id="rId45"/>
    <p:sldLayoutId id="2147484252" r:id="rId46"/>
    <p:sldLayoutId id="2147484253" r:id="rId47"/>
    <p:sldLayoutId id="2147484254" r:id="rId48"/>
    <p:sldLayoutId id="2147484255" r:id="rId49"/>
    <p:sldLayoutId id="2147484256" r:id="rId50"/>
    <p:sldLayoutId id="2147484257" r:id="rId51"/>
    <p:sldLayoutId id="2147484258" r:id="rId5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b="1" i="0">
              <a:gradFill>
                <a:gsLst>
                  <a:gs pos="0">
                    <a:srgbClr val="FFFFFF"/>
                  </a:gs>
                  <a:gs pos="100000">
                    <a:srgbClr val="FFFFFF"/>
                  </a:gs>
                </a:gsLst>
                <a:lin ang="5400000" scaled="0"/>
              </a:gradFill>
              <a:latin typeface="Segoe UI Variable Display" pitchFamily="2" charset="0"/>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b="1" i="0">
              <a:gradFill>
                <a:gsLst>
                  <a:gs pos="0">
                    <a:srgbClr val="FFFFFF"/>
                  </a:gs>
                  <a:gs pos="100000">
                    <a:srgbClr val="FFFFFF"/>
                  </a:gs>
                </a:gsLst>
                <a:lin ang="5400000" scaled="0"/>
              </a:gradFill>
              <a:latin typeface="Segoe UI Variable Display" pitchFamily="2" charset="0"/>
              <a:ea typeface="Segoe UI" pitchFamily="34" charset="0"/>
              <a:cs typeface="Segoe UI" pitchFamily="34" charset="0"/>
            </a:endParaRPr>
          </a:p>
        </p:txBody>
      </p:sp>
      <p:sp>
        <p:nvSpPr>
          <p:cNvPr id="50" name="Text Placeholder 3">
            <a:extLst>
              <a:ext uri="{FF2B5EF4-FFF2-40B4-BE49-F238E27FC236}">
                <a16:creationId xmlns:a16="http://schemas.microsoft.com/office/drawing/2014/main" id="{82F42317-AD13-1C64-2F94-CC80297B169C}"/>
              </a:ext>
            </a:extLst>
          </p:cNvPr>
          <p:cNvSpPr>
            <a:spLocks noGrp="1"/>
          </p:cNvSpPr>
          <p:nvPr>
            <p:ph type="body" idx="1"/>
          </p:nvPr>
        </p:nvSpPr>
        <p:spPr>
          <a:xfrm>
            <a:off x="584200" y="1435503"/>
            <a:ext cx="11018520" cy="140038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1" name="GRID" hidden="1">
            <a:extLst>
              <a:ext uri="{FF2B5EF4-FFF2-40B4-BE49-F238E27FC236}">
                <a16:creationId xmlns:a16="http://schemas.microsoft.com/office/drawing/2014/main" id="{34E461C4-0667-0C35-3228-98017FD82325}"/>
              </a:ext>
            </a:extLst>
          </p:cNvPr>
          <p:cNvGrpSpPr/>
          <p:nvPr userDrawn="1"/>
        </p:nvGrpSpPr>
        <p:grpSpPr>
          <a:xfrm>
            <a:off x="0" y="0"/>
            <a:ext cx="12192000" cy="6858000"/>
            <a:chOff x="0" y="0"/>
            <a:chExt cx="12192000" cy="6858000"/>
          </a:xfrm>
        </p:grpSpPr>
        <p:cxnSp>
          <p:nvCxnSpPr>
            <p:cNvPr id="52" name="Straight Connector 51">
              <a:extLst>
                <a:ext uri="{FF2B5EF4-FFF2-40B4-BE49-F238E27FC236}">
                  <a16:creationId xmlns:a16="http://schemas.microsoft.com/office/drawing/2014/main" id="{BADC934D-23F7-24DF-DA08-BEED8647C31E}"/>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B651D8E-25A1-B58B-9598-5A8422966065}"/>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B07EE53-9283-9473-8207-DF782B094AC4}"/>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DC5D870-4275-37F9-5E2F-AC6CB02AD5CE}"/>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2226E0C-79A0-F1D6-6F7F-BF9171D12ACD}"/>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3F51624-73F7-B41C-75D1-49A2FE0B09DA}"/>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DB5FD0EA-DCAF-9FEA-94B4-AD26C40410F7}"/>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BCCEA043-FEA7-153C-1EE1-84DA54FC45CC}"/>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F48A40E-B71A-D448-08EB-8A94C01AC2D8}"/>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2DA704C-4918-7420-5D28-C99391980175}"/>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40B726C-16E4-7DE7-05E4-A46BF2935659}"/>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72B0F9E-1234-CD25-3FA7-773FFE9B718E}"/>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91C184D-2B61-C803-B22F-114E3FD8117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24C9E8B1-31B4-CFE5-EAF7-C12F90583EF6}"/>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176893B-08AD-FD98-2169-1961BD17DFAB}"/>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1AFBFDD-BEAD-44DE-9095-21C0402B430E}"/>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1D5E0BA-151A-147B-7A08-DE99D1B25713}"/>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E3295D0-69FC-C8EB-0CAE-3696160B8893}"/>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E2B4FD60-EADD-5FED-F719-F17301CB1286}"/>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2AB595E-B74B-CB33-2F53-2BEEF67E6AAC}"/>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0714933-FDFB-B2A2-07E5-4ACFE0E56D97}"/>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B10ABBA-69D6-1325-CA6D-5DF00A4985FA}"/>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F05DFB8-8E12-10A9-7FBB-8444BB364888}"/>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096A70B-C0BA-DCFF-8B1A-FE9957587B5F}"/>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D6D9D50-AEE9-0173-9EBD-26D63D6AA106}"/>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792BC17-F8B1-F663-5537-67FB640A1CAC}"/>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1FB88C8-B103-6711-56E8-BEF86644781F}"/>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F08A7A5-CFE8-1E97-E179-6C1C6ACCD40B}"/>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CC6ED779-2104-E72D-1B39-90FC1189FF8B}"/>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15A26F0-D4F9-1FF2-6A81-073ED526CE78}"/>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541F0A8-B2FD-1DCA-EA4F-3170BA770A83}"/>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E1FEC50-7C2D-21B2-2778-4F80B6848351}"/>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9C906BB8-2690-3905-35DE-BB2E3AEF6048}"/>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C2B3ED0-49E0-09A2-8C2D-8B4E525A91DB}"/>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86" name=".64 square" hidden="1">
            <a:extLst>
              <a:ext uri="{FF2B5EF4-FFF2-40B4-BE49-F238E27FC236}">
                <a16:creationId xmlns:a16="http://schemas.microsoft.com/office/drawing/2014/main" id="{66650E58-D3B3-4B0D-DCB9-EB501F0DFB1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b="1" i="0">
              <a:gradFill>
                <a:gsLst>
                  <a:gs pos="0">
                    <a:srgbClr val="FFFFFF"/>
                  </a:gs>
                  <a:gs pos="100000">
                    <a:srgbClr val="FFFFFF"/>
                  </a:gs>
                </a:gsLst>
                <a:lin ang="5400000" scaled="0"/>
              </a:gradFill>
              <a:latin typeface="Segoe UI Variable Display" pitchFamily="2" charset="0"/>
              <a:ea typeface="Segoe UI" pitchFamily="34" charset="0"/>
              <a:cs typeface="Segoe UI" pitchFamily="34" charset="0"/>
            </a:endParaRPr>
          </a:p>
        </p:txBody>
      </p:sp>
      <p:sp>
        <p:nvSpPr>
          <p:cNvPr id="87" name=".32 square" hidden="1">
            <a:extLst>
              <a:ext uri="{FF2B5EF4-FFF2-40B4-BE49-F238E27FC236}">
                <a16:creationId xmlns:a16="http://schemas.microsoft.com/office/drawing/2014/main" id="{3A24154E-FD9E-71DE-640D-BF95D5440D8F}"/>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b="1" i="0">
              <a:gradFill>
                <a:gsLst>
                  <a:gs pos="0">
                    <a:srgbClr val="FFFFFF"/>
                  </a:gs>
                  <a:gs pos="100000">
                    <a:srgbClr val="FFFFFF"/>
                  </a:gs>
                </a:gsLst>
                <a:lin ang="5400000" scaled="0"/>
              </a:gradFill>
              <a:latin typeface="Segoe UI Variable Display" pitchFamily="2" charset="0"/>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9E292CDA-3036-7D1C-B851-7A5EB15FA1C0}"/>
              </a:ext>
            </a:extLst>
          </p:cNvPr>
          <p:cNvSpPr>
            <a:spLocks noGrp="1"/>
          </p:cNvSpPr>
          <p:nvPr>
            <p:ph type="ftr" sz="quarter" idx="3"/>
          </p:nvPr>
        </p:nvSpPr>
        <p:spPr>
          <a:xfrm>
            <a:off x="584200" y="6477356"/>
            <a:ext cx="4114800" cy="123111"/>
          </a:xfrm>
          <a:prstGeom prst="rect">
            <a:avLst/>
          </a:prstGeom>
        </p:spPr>
        <p:txBody>
          <a:bodyPr vert="horz" lIns="0" tIns="0" rIns="0" bIns="0" rtlCol="0" anchor="ctr">
            <a:spAutoFit/>
          </a:bodyPr>
          <a:lstStyle>
            <a:lvl1pPr algn="l">
              <a:defRPr sz="800" b="1" i="0">
                <a:solidFill>
                  <a:schemeClr val="tx1"/>
                </a:solidFill>
                <a:latin typeface="Segoe UI Variable Display" pitchFamily="2" charset="0"/>
              </a:defRPr>
            </a:lvl1pPr>
          </a:lstStyle>
          <a:p>
            <a:r>
              <a:rPr lang="en-US"/>
              <a:t>Microsoft Confidential</a:t>
            </a:r>
          </a:p>
        </p:txBody>
      </p:sp>
      <p:sp>
        <p:nvSpPr>
          <p:cNvPr id="6" name="Slide Number Placeholder 5">
            <a:extLst>
              <a:ext uri="{FF2B5EF4-FFF2-40B4-BE49-F238E27FC236}">
                <a16:creationId xmlns:a16="http://schemas.microsoft.com/office/drawing/2014/main" id="{5D5F60D1-9CD4-1377-F479-CA37B83380D2}"/>
              </a:ext>
            </a:extLst>
          </p:cNvPr>
          <p:cNvSpPr>
            <a:spLocks noGrp="1"/>
          </p:cNvSpPr>
          <p:nvPr>
            <p:ph type="sldNum" sz="quarter" idx="4"/>
          </p:nvPr>
        </p:nvSpPr>
        <p:spPr>
          <a:xfrm>
            <a:off x="8866633" y="6477356"/>
            <a:ext cx="2743200" cy="123111"/>
          </a:xfrm>
          <a:prstGeom prst="rect">
            <a:avLst/>
          </a:prstGeom>
        </p:spPr>
        <p:txBody>
          <a:bodyPr vert="horz" lIns="0" tIns="0" rIns="0" bIns="0" rtlCol="0" anchor="ctr">
            <a:spAutoFit/>
          </a:bodyPr>
          <a:lstStyle>
            <a:lvl1pPr algn="r">
              <a:defRPr sz="800" b="1" i="0">
                <a:solidFill>
                  <a:schemeClr val="tx1"/>
                </a:solidFill>
                <a:latin typeface="Segoe UI Variable Display" pitchFamily="2" charset="0"/>
              </a:defRPr>
            </a:lvl1pPr>
          </a:lstStyle>
          <a:p>
            <a:fld id="{F126207E-29C7-4F9F-8309-C6BAAD6BC8C8}" type="slidenum">
              <a:rPr lang="en-US" smtClean="0"/>
              <a:pPr/>
              <a:t>‹#›</a:t>
            </a:fld>
            <a:endParaRPr lang="en-US"/>
          </a:p>
        </p:txBody>
      </p:sp>
      <p:sp>
        <p:nvSpPr>
          <p:cNvPr id="8" name="TextBox 7">
            <a:extLst>
              <a:ext uri="{FF2B5EF4-FFF2-40B4-BE49-F238E27FC236}">
                <a16:creationId xmlns:a16="http://schemas.microsoft.com/office/drawing/2014/main" id="{20C2E1FE-B73F-A334-ACA1-CB65455C63F1}"/>
              </a:ext>
            </a:extLst>
          </p:cNvPr>
          <p:cNvSpPr txBox="1"/>
          <p:nvPr userDrawn="1">
            <p:extLst>
              <p:ext uri="{1162E1C5-73C7-4A58-AE30-91384D911F3F}">
                <p184:classification xmlns:p184="http://schemas.microsoft.com/office/powerpoint/2018/4/main" val="ftr"/>
              </p:ext>
            </p:extLst>
          </p:nvPr>
        </p:nvSpPr>
        <p:spPr>
          <a:xfrm>
            <a:off x="63500" y="6642100"/>
            <a:ext cx="1828800"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3147481071"/>
      </p:ext>
    </p:extLst>
  </p:cSld>
  <p:clrMap bg1="lt1" tx1="dk1" bg2="lt2" tx2="dk2" accent1="accent1" accent2="accent2" accent3="accent3" accent4="accent4" accent5="accent5" accent6="accent6" hlink="hlink" folHlink="folHlink"/>
  <p:sldLayoutIdLst>
    <p:sldLayoutId id="2147484260" r:id="rId1"/>
    <p:sldLayoutId id="2147484261" r:id="rId2"/>
    <p:sldLayoutId id="2147484262" r:id="rId3"/>
    <p:sldLayoutId id="2147484263" r:id="rId4"/>
    <p:sldLayoutId id="2147484264" r:id="rId5"/>
    <p:sldLayoutId id="2147484265" r:id="rId6"/>
    <p:sldLayoutId id="2147484266" r:id="rId7"/>
    <p:sldLayoutId id="2147484267" r:id="rId8"/>
    <p:sldLayoutId id="2147484268" r:id="rId9"/>
    <p:sldLayoutId id="2147484269" r:id="rId10"/>
    <p:sldLayoutId id="2147484270" r:id="rId11"/>
    <p:sldLayoutId id="2147484271" r:id="rId12"/>
    <p:sldLayoutId id="2147484272" r:id="rId13"/>
    <p:sldLayoutId id="2147484273" r:id="rId14"/>
    <p:sldLayoutId id="2147484274" r:id="rId15"/>
    <p:sldLayoutId id="2147484275" r:id="rId16"/>
    <p:sldLayoutId id="2147484276" r:id="rId17"/>
    <p:sldLayoutId id="2147484277" r:id="rId18"/>
    <p:sldLayoutId id="2147484278" r:id="rId19"/>
    <p:sldLayoutId id="2147484279" r:id="rId20"/>
    <p:sldLayoutId id="2147484280" r:id="rId21"/>
    <p:sldLayoutId id="2147484281" r:id="rId22"/>
    <p:sldLayoutId id="2147484282" r:id="rId23"/>
    <p:sldLayoutId id="2147484283" r:id="rId24"/>
    <p:sldLayoutId id="2147484284" r:id="rId25"/>
    <p:sldLayoutId id="2147484285" r:id="rId26"/>
    <p:sldLayoutId id="2147484286" r:id="rId27"/>
    <p:sldLayoutId id="2147484287" r:id="rId28"/>
    <p:sldLayoutId id="2147484288" r:id="rId29"/>
    <p:sldLayoutId id="2147484289" r:id="rId30"/>
    <p:sldLayoutId id="2147484290" r:id="rId31"/>
    <p:sldLayoutId id="2147484292" r:id="rId32"/>
    <p:sldLayoutId id="2147484293" r:id="rId33"/>
    <p:sldLayoutId id="2147484294" r:id="rId34"/>
    <p:sldLayoutId id="2147484295" r:id="rId35"/>
    <p:sldLayoutId id="2147484296" r:id="rId36"/>
    <p:sldLayoutId id="2147484297" r:id="rId37"/>
    <p:sldLayoutId id="2147484298" r:id="rId38"/>
    <p:sldLayoutId id="2147484299" r:id="rId39"/>
    <p:sldLayoutId id="2147484300" r:id="rId40"/>
    <p:sldLayoutId id="2147484301" r:id="rId41"/>
    <p:sldLayoutId id="2147484302" r:id="rId42"/>
    <p:sldLayoutId id="2147484303" r:id="rId43"/>
  </p:sldLayoutIdLst>
  <p:transition>
    <p:fade/>
  </p:transition>
  <p:hf hdr="0" dt="0"/>
  <p:txStyles>
    <p:titleStyle>
      <a:lvl1pPr algn="l" defTabSz="932742" rtl="0" eaLnBrk="1" latinLnBrk="0" hangingPunct="1">
        <a:lnSpc>
          <a:spcPct val="100000"/>
        </a:lnSpc>
        <a:spcBef>
          <a:spcPct val="0"/>
        </a:spcBef>
        <a:buNone/>
        <a:defRPr lang="en-US" sz="3600" b="1" i="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b="1" i="0" kern="1200" spc="0" baseline="0">
          <a:solidFill>
            <a:schemeClr val="tx1"/>
          </a:solidFill>
          <a:latin typeface="Segoe UI Variable Display Semibold" pitchFamily="2" charset="0"/>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b="0" i="0" kern="1200" spc="0" baseline="0">
          <a:solidFill>
            <a:schemeClr val="tx1"/>
          </a:solidFill>
          <a:latin typeface="Segoe UI Variable Display" pitchFamily="2" charset="0"/>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b="0" i="0" kern="1200" spc="0" baseline="0">
          <a:solidFill>
            <a:schemeClr val="tx1"/>
          </a:solidFill>
          <a:latin typeface="Segoe UI Variable Display" pitchFamily="2" charset="0"/>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b="0" i="0" kern="1200" spc="0" baseline="0">
          <a:solidFill>
            <a:schemeClr val="tx1"/>
          </a:solidFill>
          <a:latin typeface="Segoe UI Variable Display" pitchFamily="2" charset="0"/>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50" b="0" i="0" kern="1200" spc="0" baseline="0">
          <a:solidFill>
            <a:schemeClr val="tx1"/>
          </a:solidFill>
          <a:latin typeface="Segoe UI Variable Display" pitchFamily="2" charset="0"/>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368">
          <p15:clr>
            <a:srgbClr val="C35EA4"/>
          </p15:clr>
        </p15:guide>
        <p15:guide id="32" pos="7313">
          <p15:clr>
            <a:srgbClr val="C35EA4"/>
          </p15:clr>
        </p15:guide>
        <p15:guide id="33" orient="horz" pos="369">
          <p15:clr>
            <a:srgbClr val="C35EA4"/>
          </p15:clr>
        </p15:guide>
        <p15:guide id="34" orient="horz" pos="3949">
          <p15:clr>
            <a:srgbClr val="C35EA4"/>
          </p15:clr>
        </p15:guide>
        <p15:guide id="35" orient="horz" pos="184">
          <p15:clr>
            <a:srgbClr val="A4A3A4"/>
          </p15:clr>
        </p15:guide>
        <p15:guide id="36" pos="185">
          <p15:clr>
            <a:srgbClr val="A4A3A4"/>
          </p15:clr>
        </p15:guide>
        <p15:guide id="37" orient="horz" pos="4135">
          <p15:clr>
            <a:srgbClr val="A4A3A4"/>
          </p15:clr>
        </p15:guide>
        <p15:guide id="38" pos="7495">
          <p15:clr>
            <a:srgbClr val="A4A3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53"/>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2303908595"/>
      </p:ext>
    </p:extLst>
  </p:cSld>
  <p:clrMap bg1="dk1" tx1="lt1" bg2="dk2" tx2="lt2" accent1="accent1" accent2="accent2" accent3="accent3" accent4="accent4" accent5="accent5" accent6="accent6" hlink="hlink" folHlink="folHlink"/>
  <p:sldLayoutIdLst>
    <p:sldLayoutId id="2147484305" r:id="rId1"/>
    <p:sldLayoutId id="2147484306" r:id="rId2"/>
    <p:sldLayoutId id="2147484307" r:id="rId3"/>
    <p:sldLayoutId id="2147484308" r:id="rId4"/>
    <p:sldLayoutId id="2147484309" r:id="rId5"/>
    <p:sldLayoutId id="2147484310" r:id="rId6"/>
    <p:sldLayoutId id="2147484311" r:id="rId7"/>
    <p:sldLayoutId id="2147484312" r:id="rId8"/>
    <p:sldLayoutId id="2147484313" r:id="rId9"/>
    <p:sldLayoutId id="2147484314" r:id="rId10"/>
    <p:sldLayoutId id="2147484315" r:id="rId11"/>
    <p:sldLayoutId id="2147484316" r:id="rId12"/>
    <p:sldLayoutId id="2147484317" r:id="rId13"/>
    <p:sldLayoutId id="2147484318" r:id="rId14"/>
    <p:sldLayoutId id="2147484319" r:id="rId15"/>
    <p:sldLayoutId id="2147484320" r:id="rId16"/>
    <p:sldLayoutId id="2147484321" r:id="rId17"/>
    <p:sldLayoutId id="2147484322" r:id="rId18"/>
    <p:sldLayoutId id="2147484323" r:id="rId19"/>
    <p:sldLayoutId id="2147484324" r:id="rId20"/>
    <p:sldLayoutId id="2147484325" r:id="rId21"/>
    <p:sldLayoutId id="2147484326" r:id="rId22"/>
    <p:sldLayoutId id="2147484327" r:id="rId23"/>
    <p:sldLayoutId id="2147484328" r:id="rId24"/>
    <p:sldLayoutId id="2147484329" r:id="rId25"/>
    <p:sldLayoutId id="2147484330" r:id="rId26"/>
    <p:sldLayoutId id="2147484331" r:id="rId27"/>
    <p:sldLayoutId id="2147484332" r:id="rId28"/>
    <p:sldLayoutId id="2147484333" r:id="rId29"/>
    <p:sldLayoutId id="2147484334" r:id="rId30"/>
    <p:sldLayoutId id="2147484335" r:id="rId31"/>
    <p:sldLayoutId id="2147484336" r:id="rId32"/>
    <p:sldLayoutId id="2147484337" r:id="rId33"/>
    <p:sldLayoutId id="2147484338" r:id="rId34"/>
    <p:sldLayoutId id="2147484339" r:id="rId35"/>
    <p:sldLayoutId id="2147484340" r:id="rId36"/>
    <p:sldLayoutId id="2147484341" r:id="rId37"/>
    <p:sldLayoutId id="2147484342" r:id="rId38"/>
    <p:sldLayoutId id="2147484343" r:id="rId39"/>
    <p:sldLayoutId id="2147484344" r:id="rId40"/>
    <p:sldLayoutId id="2147484345" r:id="rId41"/>
    <p:sldLayoutId id="2147484346" r:id="rId42"/>
    <p:sldLayoutId id="2147484347" r:id="rId43"/>
    <p:sldLayoutId id="2147484348" r:id="rId44"/>
    <p:sldLayoutId id="2147484349" r:id="rId45"/>
    <p:sldLayoutId id="2147484350" r:id="rId46"/>
    <p:sldLayoutId id="2147484351" r:id="rId47"/>
    <p:sldLayoutId id="2147484352" r:id="rId48"/>
    <p:sldLayoutId id="2147484353" r:id="rId49"/>
    <p:sldLayoutId id="2147484354" r:id="rId50"/>
    <p:sldLayoutId id="2147484355" r:id="rId5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2419124"/>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6" name="TextBox 5">
            <a:extLst>
              <a:ext uri="{FF2B5EF4-FFF2-40B4-BE49-F238E27FC236}">
                <a16:creationId xmlns:a16="http://schemas.microsoft.com/office/drawing/2014/main" id="{84152C8B-70F8-8A50-FE91-FB99EB028BA5}"/>
              </a:ext>
            </a:extLst>
          </p:cNvPr>
          <p:cNvSpPr txBox="1"/>
          <p:nvPr userDrawn="1">
            <p:extLst>
              <p:ext uri="{1162E1C5-73C7-4A58-AE30-91384D911F3F}">
                <p184:classification xmlns:p184="http://schemas.microsoft.com/office/powerpoint/2018/4/main" val="ftr"/>
              </p:ext>
            </p:extLst>
          </p:nvPr>
        </p:nvSpPr>
        <p:spPr>
          <a:xfrm>
            <a:off x="63500" y="6642100"/>
            <a:ext cx="1828800" cy="152400"/>
          </a:xfrm>
          <a:prstGeom prst="rect">
            <a:avLst/>
          </a:prstGeom>
        </p:spPr>
        <p:txBody>
          <a:bodyPr horzOverflow="overflow" lIns="0" tIns="0" rIns="0" bIns="0">
            <a:spAutoFit/>
          </a:bodyPr>
          <a:lstStyle/>
          <a:p>
            <a:pPr algn="l"/>
            <a:r>
              <a:rPr lang="en-US" sz="1000" dirty="0">
                <a:solidFill>
                  <a:srgbClr val="000000"/>
                </a:solidFill>
                <a:latin typeface="Calibri" panose="020F0502020204030204" pitchFamily="34" charset="0"/>
                <a:ea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1410093423"/>
      </p:ext>
    </p:extLst>
  </p:cSld>
  <p:clrMap bg1="dk1" tx1="lt1" bg2="dk2" tx2="lt2" accent1="accent1" accent2="accent2" accent3="accent3" accent4="accent4" accent5="accent5" accent6="accent6" hlink="hlink" folHlink="folHlink"/>
  <p:sldLayoutIdLst>
    <p:sldLayoutId id="2147484363" r:id="rId1"/>
    <p:sldLayoutId id="2147484364" r:id="rId2"/>
    <p:sldLayoutId id="2147484365" r:id="rId3"/>
    <p:sldLayoutId id="2147484366" r:id="rId4"/>
    <p:sldLayoutId id="2147484367" r:id="rId5"/>
    <p:sldLayoutId id="2147484368" r:id="rId6"/>
    <p:sldLayoutId id="2147484369" r:id="rId7"/>
    <p:sldLayoutId id="2147484370" r:id="rId8"/>
    <p:sldLayoutId id="2147484371" r:id="rId9"/>
    <p:sldLayoutId id="2147484372" r:id="rId10"/>
    <p:sldLayoutId id="2147484373" r:id="rId11"/>
    <p:sldLayoutId id="2147484374" r:id="rId12"/>
    <p:sldLayoutId id="2147484375" r:id="rId13"/>
    <p:sldLayoutId id="2147484376" r:id="rId14"/>
    <p:sldLayoutId id="2147484377" r:id="rId15"/>
    <p:sldLayoutId id="2147484378" r:id="rId16"/>
    <p:sldLayoutId id="2147484379" r:id="rId17"/>
    <p:sldLayoutId id="2147484380" r:id="rId18"/>
    <p:sldLayoutId id="2147484381" r:id="rId19"/>
    <p:sldLayoutId id="2147484382" r:id="rId20"/>
    <p:sldLayoutId id="2147484383" r:id="rId21"/>
    <p:sldLayoutId id="2147484384" r:id="rId22"/>
    <p:sldLayoutId id="2147484385" r:id="rId23"/>
    <p:sldLayoutId id="2147484386" r:id="rId24"/>
    <p:sldLayoutId id="2147484387" r:id="rId25"/>
    <p:sldLayoutId id="2147484388" r:id="rId26"/>
    <p:sldLayoutId id="2147484389" r:id="rId27"/>
    <p:sldLayoutId id="2147484390" r:id="rId28"/>
    <p:sldLayoutId id="2147484391" r:id="rId29"/>
    <p:sldLayoutId id="2147484392" r:id="rId30"/>
    <p:sldLayoutId id="2147484393" r:id="rId31"/>
  </p:sldLayoutIdLst>
  <p:transition>
    <p:fade/>
  </p:transition>
  <p:txStyles>
    <p:titleStyle>
      <a:lvl1pPr algn="ctr" defTabSz="932742" rtl="0" eaLnBrk="1" latinLnBrk="0" hangingPunct="1">
        <a:lnSpc>
          <a:spcPct val="100000"/>
        </a:lnSpc>
        <a:spcBef>
          <a:spcPct val="0"/>
        </a:spcBef>
        <a:buNone/>
        <a:defRPr lang="en-US" sz="32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mn-cs"/>
        </a:defRPr>
      </a:lvl3pPr>
      <a:lvl4pPr marL="0" marR="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sz="1400" kern="1200" cap="all" spc="100" baseline="0">
          <a:solidFill>
            <a:schemeClr val="accent1">
              <a:lumMod val="60000"/>
              <a:lumOff val="40000"/>
            </a:schemeClr>
          </a:solidFill>
          <a:latin typeface="+mj-lt"/>
          <a:ea typeface="+mn-ea"/>
          <a:cs typeface="+mn-cs"/>
        </a:defRPr>
      </a:lvl4pPr>
      <a:lvl5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5pPr>
      <a:lvl6pPr marL="0" indent="0" algn="l" defTabSz="932742" rtl="0" eaLnBrk="1" latinLnBrk="0" hangingPunct="1">
        <a:spcBef>
          <a:spcPts val="0"/>
        </a:spcBef>
        <a:spcAft>
          <a:spcPts val="600"/>
        </a:spcAft>
        <a:buFont typeface="Arial" pitchFamily="34" charset="0"/>
        <a:buNone/>
        <a:defRPr sz="1400" b="1" kern="1200">
          <a:solidFill>
            <a:schemeClr val="tx1"/>
          </a:solidFill>
          <a:latin typeface="+mn-lt"/>
          <a:ea typeface="+mn-ea"/>
          <a:cs typeface="+mn-cs"/>
        </a:defRPr>
      </a:lvl6pPr>
      <a:lvl7pPr marL="0" indent="0" algn="l" defTabSz="932742" rtl="0" eaLnBrk="1" latinLnBrk="0" hangingPunct="1">
        <a:spcBef>
          <a:spcPts val="0"/>
        </a:spcBef>
        <a:spcAft>
          <a:spcPts val="600"/>
        </a:spcAft>
        <a:buFont typeface="Arial" pitchFamily="34" charset="0"/>
        <a:buNone/>
        <a:defRPr sz="1400" kern="1200">
          <a:solidFill>
            <a:schemeClr val="accent1">
              <a:lumMod val="60000"/>
              <a:lumOff val="40000"/>
            </a:schemeClr>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903">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7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85216" y="2286000"/>
            <a:ext cx="10698480" cy="1371600"/>
          </a:xfrm>
        </p:spPr>
        <p:txBody>
          <a:bodyPr wrap="square" lIns="0" rIns="0" tIns="0" bIns="0"/>
          <a:lstStyle/>
          <a:p>
            <a:pPr algn="l">
              <a:lnSpc>
                <a:spcPct val="108000"/>
              </a:lnSpc>
              <a:spcBef>
                <a:spcPts val="0"/>
              </a:spcBef>
              <a:spcAft>
                <a:spcPts val="0"/>
              </a:spcAft>
            </a:pPr>
            <a:r>
              <a:rPr sz="4000" b="1" lang="ko-KR">
                <a:solidFill>
                  <a:srgbClr val="FFFFFF"/>
                </a:solidFill>
                <a:latin typeface="Segoe UI Semibold"/>
                <a:ea typeface="Malgun Gothic"/>
                <a:cs typeface="Segoe UI"/>
              </a:rPr>
              <a:t>Key Vault 장애 대응과</a:t>
            </a:r>
          </a:p>
          <a:p>
            <a:pPr algn="l">
              <a:lnSpc>
                <a:spcPct val="108000"/>
              </a:lnSpc>
              <a:spcBef>
                <a:spcPts val="0"/>
              </a:spcBef>
              <a:spcAft>
                <a:spcPts val="0"/>
              </a:spcAft>
            </a:pPr>
            <a:r>
              <a:rPr sz="4000" b="1" lang="ko-KR">
                <a:solidFill>
                  <a:srgbClr val="FFFFFF"/>
                </a:solidFill>
                <a:latin typeface="Segoe UI Semibold"/>
                <a:ea typeface="Malgun Gothic"/>
                <a:cs typeface="Segoe UI"/>
              </a:rPr>
              <a:t>Throttling</a:t>
            </a:r>
          </a:p>
        </p:txBody>
      </p:sp>
      <p:sp>
        <p:nvSpPr>
          <p:cNvPr id="3" name="Text Placeholder 2"/>
          <p:cNvSpPr>
            <a:spLocks noGrp="1"/>
          </p:cNvSpPr>
          <p:nvPr>
            <p:ph type="body" idx="12" sz="quarter"/>
          </p:nvPr>
        </p:nvSpPr>
        <p:spPr>
          <a:xfrm>
            <a:off x="585216" y="3959352"/>
            <a:ext cx="10607040" cy="1005840"/>
          </a:xfrm>
        </p:spPr>
        <p:txBody>
          <a:bodyPr wrap="square" lIns="0" rIns="0" tIns="0" bIns="0"/>
          <a:lstStyle/>
          <a:p>
            <a:pPr algn="l">
              <a:lnSpc>
                <a:spcPct val="108000"/>
              </a:lnSpc>
              <a:spcBef>
                <a:spcPts val="0"/>
              </a:spcBef>
              <a:spcAft>
                <a:spcPts val="0"/>
              </a:spcAft>
            </a:pPr>
            <a:r>
              <a:rPr sz="1900" b="0" lang="ko-KR">
                <a:solidFill>
                  <a:srgbClr val="50E6FF"/>
                </a:solidFill>
                <a:latin typeface="Segoe UI"/>
                <a:ea typeface="Malgun Gothic"/>
                <a:cs typeface="Segoe UI"/>
              </a:rPr>
              <a:t>Module 04 · 오류 분류 → 재시도 → 기존 값 유지 → 관측</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900" b="1" lang="ko-KR">
                <a:solidFill>
                  <a:srgbClr val="243A5E"/>
                </a:solidFill>
                <a:latin typeface="Segoe UI Semibold"/>
                <a:ea typeface="Malgun Gothic"/>
                <a:cs typeface="Segoe UI"/>
              </a:rPr>
              <a:t>장애를 나누고, 재시도와 기존 값의 경계를 정합니다</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학습 목표 · 실패를 숨기지 않고 서비스 영향을 줄이기</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Resilience &amp; Throttling</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02</a:t>
            </a:r>
          </a:p>
        </p:txBody>
      </p:sp>
      <p:sp>
        <p:nvSpPr>
          <p:cNvPr id="6" name="Rounded Rectangle 5"/>
          <p:cNvSpPr/>
          <p:nvPr/>
        </p:nvSpPr>
        <p:spPr>
          <a:xfrm>
            <a:off x="585216" y="1975104"/>
            <a:ext cx="3520440" cy="32004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975104"/>
            <a:ext cx="50292" cy="320040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157984"/>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1. 원인 분류</a:t>
            </a:r>
          </a:p>
        </p:txBody>
      </p:sp>
      <p:sp>
        <p:nvSpPr>
          <p:cNvPr id="9" name="TextBox 8"/>
          <p:cNvSpPr txBox="1"/>
          <p:nvPr/>
        </p:nvSpPr>
        <p:spPr>
          <a:xfrm>
            <a:off x="795528" y="2724912"/>
            <a:ext cx="3099816" cy="228600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인증·권한·이름 오류</a:t>
            </a:r>
          </a:p>
          <a:p>
            <a:pPr algn="l">
              <a:lnSpc>
                <a:spcPct val="108000"/>
              </a:lnSpc>
              <a:spcBef>
                <a:spcPts val="0"/>
              </a:spcBef>
              <a:spcAft>
                <a:spcPts val="0"/>
              </a:spcAft>
            </a:pPr>
            <a:r>
              <a:rPr sz="1350" b="0" lang="ko-KR">
                <a:solidFill>
                  <a:srgbClr val="333333"/>
                </a:solidFill>
                <a:latin typeface="Segoe UI"/>
                <a:ea typeface="Malgun Gothic"/>
                <a:cs typeface="Segoe UI"/>
              </a:rPr>
              <a:t>일시적 네트워크 장애</a:t>
            </a:r>
          </a:p>
          <a:p>
            <a:pPr algn="l">
              <a:lnSpc>
                <a:spcPct val="108000"/>
              </a:lnSpc>
              <a:spcBef>
                <a:spcPts val="0"/>
              </a:spcBef>
              <a:spcAft>
                <a:spcPts val="0"/>
              </a:spcAft>
            </a:pPr>
            <a:r>
              <a:rPr sz="1350" b="0" lang="ko-KR">
                <a:solidFill>
                  <a:srgbClr val="333333"/>
                </a:solidFill>
                <a:latin typeface="Segoe UI"/>
                <a:ea typeface="Malgun Gothic"/>
                <a:cs typeface="Segoe UI"/>
              </a:rPr>
              <a:t>429와 호출량 집중</a:t>
            </a:r>
          </a:p>
        </p:txBody>
      </p:sp>
      <p:sp>
        <p:nvSpPr>
          <p:cNvPr id="10" name="Rounded Rectangle 9"/>
          <p:cNvSpPr/>
          <p:nvPr/>
        </p:nvSpPr>
        <p:spPr>
          <a:xfrm>
            <a:off x="4334255" y="1975104"/>
            <a:ext cx="3520440" cy="32004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4255" y="1975104"/>
            <a:ext cx="50292" cy="320040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2157984"/>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2. 동작 이해</a:t>
            </a:r>
          </a:p>
        </p:txBody>
      </p:sp>
      <p:sp>
        <p:nvSpPr>
          <p:cNvPr id="13" name="TextBox 12"/>
          <p:cNvSpPr txBox="1"/>
          <p:nvPr/>
        </p:nvSpPr>
        <p:spPr>
          <a:xfrm>
            <a:off x="4544568" y="2724912"/>
            <a:ext cx="3099816" cy="228600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SDK의 제한적 재시도</a:t>
            </a:r>
          </a:p>
          <a:p>
            <a:pPr algn="l">
              <a:lnSpc>
                <a:spcPct val="108000"/>
              </a:lnSpc>
              <a:spcBef>
                <a:spcPts val="0"/>
              </a:spcBef>
              <a:spcAft>
                <a:spcPts val="0"/>
              </a:spcAft>
            </a:pPr>
            <a:r>
              <a:rPr sz="1350" b="0" lang="ko-KR">
                <a:solidFill>
                  <a:srgbClr val="333333"/>
                </a:solidFill>
                <a:latin typeface="Segoe UI"/>
                <a:ea typeface="Malgun Gothic"/>
                <a:cs typeface="Segoe UI"/>
              </a:rPr>
              <a:t>최초 로딩과 reload의 차이</a:t>
            </a:r>
          </a:p>
          <a:p>
            <a:pPr algn="l">
              <a:lnSpc>
                <a:spcPct val="108000"/>
              </a:lnSpc>
              <a:spcBef>
                <a:spcPts val="0"/>
              </a:spcBef>
              <a:spcAft>
                <a:spcPts val="0"/>
              </a:spcAft>
            </a:pPr>
            <a:r>
              <a:rPr sz="1350" b="0" lang="ko-KR">
                <a:solidFill>
                  <a:srgbClr val="333333"/>
                </a:solidFill>
                <a:latin typeface="Segoe UI"/>
                <a:ea typeface="Malgun Gothic"/>
                <a:cs typeface="Segoe UI"/>
              </a:rPr>
              <a:t>앱이 선택하는 캐시 정책</a:t>
            </a:r>
          </a:p>
        </p:txBody>
      </p:sp>
      <p:sp>
        <p:nvSpPr>
          <p:cNvPr id="14" name="Rounded Rectangle 13"/>
          <p:cNvSpPr/>
          <p:nvPr/>
        </p:nvSpPr>
        <p:spPr>
          <a:xfrm>
            <a:off x="8083296" y="1975104"/>
            <a:ext cx="3520440" cy="32004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83296" y="1975104"/>
            <a:ext cx="50292" cy="320040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2157984"/>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3. 근거로 확인</a:t>
            </a:r>
          </a:p>
        </p:txBody>
      </p:sp>
      <p:sp>
        <p:nvSpPr>
          <p:cNvPr id="17" name="TextBox 16"/>
          <p:cNvSpPr txBox="1"/>
          <p:nvPr/>
        </p:nvSpPr>
        <p:spPr>
          <a:xfrm>
            <a:off x="8293608" y="2724912"/>
            <a:ext cx="3099816" cy="228600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Metrics와 Audit Logs</a:t>
            </a:r>
          </a:p>
          <a:p>
            <a:pPr algn="l">
              <a:lnSpc>
                <a:spcPct val="108000"/>
              </a:lnSpc>
              <a:spcBef>
                <a:spcPts val="0"/>
              </a:spcBef>
              <a:spcAft>
                <a:spcPts val="0"/>
              </a:spcAft>
            </a:pPr>
            <a:r>
              <a:rPr sz="1350" b="0" lang="ko-KR">
                <a:solidFill>
                  <a:srgbClr val="333333"/>
                </a:solidFill>
                <a:latin typeface="Segoe UI"/>
                <a:ea typeface="Malgun Gothic"/>
                <a:cs typeface="Segoe UI"/>
              </a:rPr>
              <a:t>시간대별 Secret 호출량</a:t>
            </a:r>
          </a:p>
          <a:p>
            <a:pPr algn="l">
              <a:lnSpc>
                <a:spcPct val="108000"/>
              </a:lnSpc>
              <a:spcBef>
                <a:spcPts val="0"/>
              </a:spcBef>
              <a:spcAft>
                <a:spcPts val="0"/>
              </a:spcAft>
            </a:pPr>
            <a:r>
              <a:rPr sz="1350" b="0" lang="ko-KR">
                <a:solidFill>
                  <a:srgbClr val="333333"/>
                </a:solidFill>
                <a:latin typeface="Segoe UI"/>
                <a:ea typeface="Malgun Gothic"/>
                <a:cs typeface="Segoe UI"/>
              </a:rPr>
              <a:t>실제 SDK 복구 출력</a:t>
            </a:r>
          </a:p>
        </p:txBody>
      </p:sp>
      <p:sp>
        <p:nvSpPr>
          <p:cNvPr id="18" name="Rectangle 17"/>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재시도·캐시가 있어도 신규 인스턴스의 시작과 자격 증명 유효성은 별도로 확인합니다.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900" b="1" lang="ko-KR">
                <a:solidFill>
                  <a:srgbClr val="243A5E"/>
                </a:solidFill>
                <a:latin typeface="Segoe UI Semibold"/>
                <a:ea typeface="Malgun Gothic"/>
                <a:cs typeface="Segoe UI"/>
              </a:rPr>
              <a:t>모든 오류를 재시도로 해결하지 않습니다</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§2 · 원인에 맞는 대응</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Resilience &amp; Throttling</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03</a:t>
            </a:r>
          </a:p>
        </p:txBody>
      </p:sp>
      <p:graphicFrame>
        <p:nvGraphicFramePr>
          <p:cNvPr id="6" name="Table 5"/>
          <p:cNvGraphicFramePr>
            <a:graphicFrameLocks noGrp="1"/>
          </p:cNvGraphicFramePr>
          <p:nvPr/>
        </p:nvGraphicFramePr>
        <p:xfrm>
          <a:off x="585216" y="1810512"/>
          <a:ext cx="11018519" cy="3566154"/>
        </p:xfrm>
        <a:graphic>
          <a:graphicData uri="http://schemas.openxmlformats.org/drawingml/2006/table">
            <a:tbl>
              <a:tblPr firstRow="1" bandRow="1">
                <a:tableStyleId>{5C22544A-7EE6-4342-B048-85BDC9FD1C3A}</a:tableStyleId>
              </a:tblPr>
              <a:tblGrid>
                <a:gridCol w="1874519"/>
                <a:gridCol w="4114800"/>
                <a:gridCol w="5029200"/>
              </a:tblGrid>
              <a:tr h="438912">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오류</a:t>
                      </a:r>
                    </a:p>
                  </a:txBody>
                  <a:tcPr marL="118872" marR="118872" marT="45720" marB="45720">
                    <a:solidFill>
                      <a:srgbClr val="243A5E"/>
                    </a:solidFill>
                  </a:tcPr>
                </a:tc>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우선 확인</a:t>
                      </a:r>
                    </a:p>
                  </a:txBody>
                  <a:tcPr marL="118872" marR="118872" marT="45720" marB="45720">
                    <a:solidFill>
                      <a:srgbClr val="243A5E"/>
                    </a:solidFill>
                  </a:tcPr>
                </a:tc>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대응</a:t>
                      </a:r>
                    </a:p>
                  </a:txBody>
                  <a:tcPr marL="118872" marR="118872" marT="45720" marB="45720">
                    <a:solidFill>
                      <a:srgbClr val="243A5E"/>
                    </a:solidFill>
                  </a:tcPr>
                </a:tc>
              </a:tr>
              <a:tr h="521207">
                <a:tc>
                  <a:txBody>
                    <a:bodyPr anchor="ctr" wrap="square" lIns="0" rIns="0" tIns="0" bIns="0"/>
                    <a:lstStyle/>
                    <a:p>
                      <a:pPr algn="l">
                        <a:lnSpc>
                          <a:spcPct val="108000"/>
                        </a:lnSpc>
                        <a:spcBef>
                          <a:spcPts val="0"/>
                        </a:spcBef>
                        <a:spcAft>
                          <a:spcPts val="0"/>
                        </a:spcAft>
                      </a:pPr>
                      <a:r>
                        <a:rPr sz="1240" b="1" lang="ko-KR">
                          <a:solidFill>
                            <a:srgbClr val="0078D4"/>
                          </a:solidFill>
                          <a:latin typeface="Segoe UI Semibold"/>
                          <a:ea typeface="Malgun Gothic"/>
                          <a:cs typeface="Segoe UI"/>
                        </a:rPr>
                        <a:t>최종 인증 실패</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40" b="0" lang="ko-KR">
                          <a:solidFill>
                            <a:srgbClr val="333333"/>
                          </a:solidFill>
                          <a:latin typeface="Segoe UI"/>
                          <a:ea typeface="Malgun Gothic"/>
                          <a:cs typeface="Segoe UI"/>
                        </a:rPr>
                        <a:t>테넌트·SP/MI·토큰 대상</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40" b="0" lang="ko-KR">
                          <a:solidFill>
                            <a:srgbClr val="333333"/>
                          </a:solidFill>
                          <a:latin typeface="Segoe UI"/>
                          <a:ea typeface="Malgun Gothic"/>
                          <a:cs typeface="Segoe UI"/>
                        </a:rPr>
                        <a:t>인증 정보·정책 수정</a:t>
                      </a:r>
                    </a:p>
                  </a:txBody>
                  <a:tcPr marL="118872" marR="118872" marT="45720" marB="45720">
                    <a:solidFill>
                      <a:srgbClr val="F2F6FA"/>
                    </a:solidFill>
                  </a:tcPr>
                </a:tc>
              </a:tr>
              <a:tr h="521207">
                <a:tc>
                  <a:txBody>
                    <a:bodyPr anchor="ctr" wrap="square" lIns="0" rIns="0" tIns="0" bIns="0"/>
                    <a:lstStyle/>
                    <a:p>
                      <a:pPr algn="l">
                        <a:lnSpc>
                          <a:spcPct val="108000"/>
                        </a:lnSpc>
                        <a:spcBef>
                          <a:spcPts val="0"/>
                        </a:spcBef>
                        <a:spcAft>
                          <a:spcPts val="0"/>
                        </a:spcAft>
                      </a:pPr>
                      <a:r>
                        <a:rPr sz="1240" b="1" lang="ko-KR">
                          <a:solidFill>
                            <a:srgbClr val="0078D4"/>
                          </a:solidFill>
                          <a:latin typeface="Segoe UI Semibold"/>
                          <a:ea typeface="Malgun Gothic"/>
                          <a:cs typeface="Segoe UI"/>
                        </a:rPr>
                        <a:t>403</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40" b="0" lang="ko-KR">
                          <a:solidFill>
                            <a:srgbClr val="333333"/>
                          </a:solidFill>
                          <a:latin typeface="Segoe UI"/>
                          <a:ea typeface="Malgun Gothic"/>
                          <a:cs typeface="Segoe UI"/>
                        </a:rPr>
                        <a:t>역할·전파·방화벽·Private DNS</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40" b="0" lang="ko-KR">
                          <a:solidFill>
                            <a:srgbClr val="333333"/>
                          </a:solidFill>
                          <a:latin typeface="Segoe UI"/>
                          <a:ea typeface="Malgun Gothic"/>
                          <a:cs typeface="Segoe UI"/>
                        </a:rPr>
                        <a:t>권한·네트워크 수정, 무작정 권한 확대 금지</a:t>
                      </a:r>
                    </a:p>
                  </a:txBody>
                  <a:tcPr marL="118872" marR="118872" marT="45720" marB="45720">
                    <a:solidFill>
                      <a:srgbClr val="FFFFFF"/>
                    </a:solidFill>
                  </a:tcPr>
                </a:tc>
              </a:tr>
              <a:tr h="521207">
                <a:tc>
                  <a:txBody>
                    <a:bodyPr anchor="ctr" wrap="square" lIns="0" rIns="0" tIns="0" bIns="0"/>
                    <a:lstStyle/>
                    <a:p>
                      <a:pPr algn="l">
                        <a:lnSpc>
                          <a:spcPct val="108000"/>
                        </a:lnSpc>
                        <a:spcBef>
                          <a:spcPts val="0"/>
                        </a:spcBef>
                        <a:spcAft>
                          <a:spcPts val="0"/>
                        </a:spcAft>
                      </a:pPr>
                      <a:r>
                        <a:rPr sz="1240" b="1" lang="ko-KR">
                          <a:solidFill>
                            <a:srgbClr val="0078D4"/>
                          </a:solidFill>
                          <a:latin typeface="Segoe UI Semibold"/>
                          <a:ea typeface="Malgun Gothic"/>
                          <a:cs typeface="Segoe UI"/>
                        </a:rPr>
                        <a:t>404</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40" b="0" lang="ko-KR">
                          <a:solidFill>
                            <a:srgbClr val="333333"/>
                          </a:solidFill>
                          <a:latin typeface="Segoe UI"/>
                          <a:ea typeface="Malgun Gothic"/>
                          <a:cs typeface="Segoe UI"/>
                        </a:rPr>
                        <a:t>이름·버전·삭제 상태</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40" b="0" lang="ko-KR">
                          <a:solidFill>
                            <a:srgbClr val="333333"/>
                          </a:solidFill>
                          <a:latin typeface="Segoe UI"/>
                          <a:ea typeface="Malgun Gothic"/>
                          <a:cs typeface="Segoe UI"/>
                        </a:rPr>
                        <a:t>참조 수정, 무한 재시도 금지</a:t>
                      </a:r>
                    </a:p>
                  </a:txBody>
                  <a:tcPr marL="118872" marR="118872" marT="45720" marB="45720">
                    <a:solidFill>
                      <a:srgbClr val="F2F6FA"/>
                    </a:solidFill>
                  </a:tcPr>
                </a:tc>
              </a:tr>
              <a:tr h="521207">
                <a:tc>
                  <a:txBody>
                    <a:bodyPr anchor="ctr" wrap="square" lIns="0" rIns="0" tIns="0" bIns="0"/>
                    <a:lstStyle/>
                    <a:p>
                      <a:pPr algn="l">
                        <a:lnSpc>
                          <a:spcPct val="108000"/>
                        </a:lnSpc>
                        <a:spcBef>
                          <a:spcPts val="0"/>
                        </a:spcBef>
                        <a:spcAft>
                          <a:spcPts val="0"/>
                        </a:spcAft>
                      </a:pPr>
                      <a:r>
                        <a:rPr sz="1240" b="1" lang="ko-KR">
                          <a:solidFill>
                            <a:srgbClr val="0078D4"/>
                          </a:solidFill>
                          <a:latin typeface="Segoe UI Semibold"/>
                          <a:ea typeface="Malgun Gothic"/>
                          <a:cs typeface="Segoe UI"/>
                        </a:rPr>
                        <a:t>429</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40" b="0" lang="ko-KR">
                          <a:solidFill>
                            <a:srgbClr val="333333"/>
                          </a:solidFill>
                          <a:latin typeface="Segoe UI"/>
                          <a:ea typeface="Malgun Gothic"/>
                          <a:cs typeface="Segoe UI"/>
                        </a:rPr>
                        <a:t>동시 시작·전체 열거·공유 사용량</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40" b="0" lang="ko-KR">
                          <a:solidFill>
                            <a:srgbClr val="333333"/>
                          </a:solidFill>
                          <a:latin typeface="Segoe UI"/>
                          <a:ea typeface="Malgun Gothic"/>
                          <a:cs typeface="Segoe UI"/>
                        </a:rPr>
                        <a:t>백오프, 캐시, 부하·동시성 감소</a:t>
                      </a:r>
                    </a:p>
                  </a:txBody>
                  <a:tcPr marL="118872" marR="118872" marT="45720" marB="45720">
                    <a:solidFill>
                      <a:srgbClr val="FFFFFF"/>
                    </a:solidFill>
                  </a:tcPr>
                </a:tc>
              </a:tr>
              <a:tr h="521207">
                <a:tc>
                  <a:txBody>
                    <a:bodyPr anchor="ctr" wrap="square" lIns="0" rIns="0" tIns="0" bIns="0"/>
                    <a:lstStyle/>
                    <a:p>
                      <a:pPr algn="l">
                        <a:lnSpc>
                          <a:spcPct val="108000"/>
                        </a:lnSpc>
                        <a:spcBef>
                          <a:spcPts val="0"/>
                        </a:spcBef>
                        <a:spcAft>
                          <a:spcPts val="0"/>
                        </a:spcAft>
                      </a:pPr>
                      <a:r>
                        <a:rPr sz="1240" b="1" lang="ko-KR">
                          <a:solidFill>
                            <a:srgbClr val="0078D4"/>
                          </a:solidFill>
                          <a:latin typeface="Segoe UI Semibold"/>
                          <a:ea typeface="Malgun Gothic"/>
                          <a:cs typeface="Segoe UI"/>
                        </a:rPr>
                        <a:t>408 / 일부 5xx</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40" b="0" lang="ko-KR">
                          <a:solidFill>
                            <a:srgbClr val="333333"/>
                          </a:solidFill>
                          <a:latin typeface="Segoe UI"/>
                          <a:ea typeface="Malgun Gothic"/>
                          <a:cs typeface="Segoe UI"/>
                        </a:rPr>
                        <a:t>일시적 서비스·네트워크 장애</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40" b="0" lang="ko-KR">
                          <a:solidFill>
                            <a:srgbClr val="333333"/>
                          </a:solidFill>
                          <a:latin typeface="Segoe UI"/>
                          <a:ea typeface="Malgun Gothic"/>
                          <a:cs typeface="Segoe UI"/>
                        </a:rPr>
                        <a:t>제한적 재시도 + 작업 시간 예산</a:t>
                      </a:r>
                    </a:p>
                  </a:txBody>
                  <a:tcPr marL="118872" marR="118872" marT="45720" marB="45720">
                    <a:solidFill>
                      <a:srgbClr val="F2F6FA"/>
                    </a:solidFill>
                  </a:tcPr>
                </a:tc>
              </a:tr>
              <a:tr h="521207">
                <a:tc>
                  <a:txBody>
                    <a:bodyPr anchor="ctr" wrap="square" lIns="0" rIns="0" tIns="0" bIns="0"/>
                    <a:lstStyle/>
                    <a:p>
                      <a:pPr algn="l">
                        <a:lnSpc>
                          <a:spcPct val="108000"/>
                        </a:lnSpc>
                        <a:spcBef>
                          <a:spcPts val="0"/>
                        </a:spcBef>
                        <a:spcAft>
                          <a:spcPts val="0"/>
                        </a:spcAft>
                      </a:pPr>
                      <a:r>
                        <a:rPr sz="1240" b="1" lang="ko-KR">
                          <a:solidFill>
                            <a:srgbClr val="0078D4"/>
                          </a:solidFill>
                          <a:latin typeface="Segoe UI Semibold"/>
                          <a:ea typeface="Malgun Gothic"/>
                          <a:cs typeface="Segoe UI"/>
                        </a:rPr>
                        <a:t>DNS / TLS</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40" b="0" lang="ko-KR">
                          <a:solidFill>
                            <a:srgbClr val="333333"/>
                          </a:solidFill>
                          <a:latin typeface="Segoe UI"/>
                          <a:ea typeface="Malgun Gothic"/>
                          <a:cs typeface="Segoe UI"/>
                        </a:rPr>
                        <a:t>사설 경로·인증서·프록시</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40" b="0" lang="ko-KR">
                          <a:solidFill>
                            <a:srgbClr val="333333"/>
                          </a:solidFill>
                          <a:latin typeface="Segoe UI"/>
                          <a:ea typeface="Malgun Gothic"/>
                          <a:cs typeface="Segoe UI"/>
                        </a:rPr>
                        <a:t>환경 수정, TLS 검증 우회 금지</a:t>
                      </a:r>
                    </a:p>
                  </a:txBody>
                  <a:tcPr marL="118872" marR="118872" marT="45720" marB="45720">
                    <a:solidFill>
                      <a:srgbClr val="FFFFFF"/>
                    </a:solidFill>
                  </a:tcPr>
                </a:tc>
              </a:tr>
            </a:tbl>
          </a:graphicData>
        </a:graphic>
      </p:graphicFrame>
      <p:sp>
        <p:nvSpPr>
          <p:cNvPr id="7" name="Rectangle 6"/>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403과 429는 대응이 다릅니다. 실패를 성공처럼 숨기거나 무제한 반복하지 않습니다.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900" b="1" lang="ko-KR">
                <a:solidFill>
                  <a:srgbClr val="243A5E"/>
                </a:solidFill>
                <a:latin typeface="Segoe UI Semibold"/>
                <a:ea typeface="Malgun Gothic"/>
                <a:cs typeface="Segoe UI"/>
              </a:rPr>
              <a:t>초기 401 challenge는 최종 인증 실패와 다릅니다</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§2 · 새 클라이언트의 정상적인 인증 흐름</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Resilience &amp; Throttling</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04</a:t>
            </a:r>
          </a:p>
        </p:txBody>
      </p:sp>
      <p:sp>
        <p:nvSpPr>
          <p:cNvPr id="6" name="Rounded Rectangle 5"/>
          <p:cNvSpPr/>
          <p:nvPr/>
        </p:nvSpPr>
        <p:spPr>
          <a:xfrm>
            <a:off x="585216" y="2194560"/>
            <a:ext cx="2480310" cy="214884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2194560"/>
            <a:ext cx="50292" cy="214884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377440"/>
            <a:ext cx="205968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최초 요청</a:t>
            </a:r>
          </a:p>
        </p:txBody>
      </p:sp>
      <p:sp>
        <p:nvSpPr>
          <p:cNvPr id="9" name="TextBox 8"/>
          <p:cNvSpPr txBox="1"/>
          <p:nvPr/>
        </p:nvSpPr>
        <p:spPr>
          <a:xfrm>
            <a:off x="795528" y="2944368"/>
            <a:ext cx="2059686" cy="123444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SDK → Key Vault</a:t>
            </a:r>
          </a:p>
          <a:p>
            <a:pPr algn="l">
              <a:lnSpc>
                <a:spcPct val="108000"/>
              </a:lnSpc>
              <a:spcBef>
                <a:spcPts val="0"/>
              </a:spcBef>
              <a:spcAft>
                <a:spcPts val="0"/>
              </a:spcAft>
            </a:pPr>
            <a:r>
              <a:rPr sz="1350" b="0" lang="ko-KR">
                <a:solidFill>
                  <a:srgbClr val="333333"/>
                </a:solidFill>
                <a:latin typeface="Segoe UI"/>
                <a:ea typeface="Malgun Gothic"/>
                <a:cs typeface="Segoe UI"/>
              </a:rPr>
              <a:t>토큰 없는 요청</a:t>
            </a:r>
          </a:p>
        </p:txBody>
      </p:sp>
      <p:cxnSp>
        <p:nvCxnSpPr>
          <p:cNvPr id="10" name="Connector 9"/>
          <p:cNvCxnSpPr/>
          <p:nvPr/>
        </p:nvCxnSpPr>
        <p:spPr>
          <a:xfrm>
            <a:off x="3092958" y="3218688"/>
            <a:ext cx="301752"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431286" y="2194560"/>
            <a:ext cx="2480310" cy="214884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31286" y="2194560"/>
            <a:ext cx="50292" cy="214884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41598" y="2377440"/>
            <a:ext cx="205968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401 challenge</a:t>
            </a:r>
          </a:p>
        </p:txBody>
      </p:sp>
      <p:sp>
        <p:nvSpPr>
          <p:cNvPr id="14" name="TextBox 13"/>
          <p:cNvSpPr txBox="1"/>
          <p:nvPr/>
        </p:nvSpPr>
        <p:spPr>
          <a:xfrm>
            <a:off x="3641598" y="2944368"/>
            <a:ext cx="2059686" cy="123444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WWW-Authenticate</a:t>
            </a:r>
          </a:p>
          <a:p>
            <a:pPr algn="l">
              <a:lnSpc>
                <a:spcPct val="108000"/>
              </a:lnSpc>
              <a:spcBef>
                <a:spcPts val="0"/>
              </a:spcBef>
              <a:spcAft>
                <a:spcPts val="0"/>
              </a:spcAft>
            </a:pPr>
            <a:r>
              <a:rPr sz="1350" b="0" lang="ko-KR">
                <a:solidFill>
                  <a:srgbClr val="333333"/>
                </a:solidFill>
                <a:latin typeface="Segoe UI"/>
                <a:ea typeface="Malgun Gothic"/>
                <a:cs typeface="Segoe UI"/>
              </a:rPr>
              <a:t>인증 대상 안내</a:t>
            </a:r>
          </a:p>
        </p:txBody>
      </p:sp>
      <p:cxnSp>
        <p:nvCxnSpPr>
          <p:cNvPr id="15" name="Connector 14"/>
          <p:cNvCxnSpPr/>
          <p:nvPr/>
        </p:nvCxnSpPr>
        <p:spPr>
          <a:xfrm>
            <a:off x="5939028" y="3218688"/>
            <a:ext cx="301752"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277356" y="2194560"/>
            <a:ext cx="2480310" cy="214884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7356" y="2194560"/>
            <a:ext cx="50292" cy="214884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377440"/>
            <a:ext cx="205968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토큰 획득</a:t>
            </a:r>
          </a:p>
        </p:txBody>
      </p:sp>
      <p:sp>
        <p:nvSpPr>
          <p:cNvPr id="19" name="TextBox 18"/>
          <p:cNvSpPr txBox="1"/>
          <p:nvPr/>
        </p:nvSpPr>
        <p:spPr>
          <a:xfrm>
            <a:off x="6487668" y="2944368"/>
            <a:ext cx="2059686" cy="123444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SDK → Entra ID</a:t>
            </a:r>
          </a:p>
          <a:p>
            <a:pPr algn="l">
              <a:lnSpc>
                <a:spcPct val="108000"/>
              </a:lnSpc>
              <a:spcBef>
                <a:spcPts val="0"/>
              </a:spcBef>
              <a:spcAft>
                <a:spcPts val="0"/>
              </a:spcAft>
            </a:pPr>
            <a:r>
              <a:rPr sz="1350" b="0" lang="ko-KR">
                <a:solidFill>
                  <a:srgbClr val="333333"/>
                </a:solidFill>
                <a:latin typeface="Segoe UI"/>
                <a:ea typeface="Malgun Gothic"/>
                <a:cs typeface="Segoe UI"/>
              </a:rPr>
              <a:t>SP 자격 증명 사용</a:t>
            </a:r>
          </a:p>
        </p:txBody>
      </p:sp>
      <p:cxnSp>
        <p:nvCxnSpPr>
          <p:cNvPr id="20" name="Connector 19"/>
          <p:cNvCxnSpPr/>
          <p:nvPr/>
        </p:nvCxnSpPr>
        <p:spPr>
          <a:xfrm>
            <a:off x="8785098" y="3218688"/>
            <a:ext cx="301752"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123426" y="2194560"/>
            <a:ext cx="2480310" cy="214884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23426" y="2194560"/>
            <a:ext cx="50292" cy="214884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33738" y="2377440"/>
            <a:ext cx="205968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인증 후 재전송</a:t>
            </a:r>
          </a:p>
        </p:txBody>
      </p:sp>
      <p:sp>
        <p:nvSpPr>
          <p:cNvPr id="24" name="TextBox 23"/>
          <p:cNvSpPr txBox="1"/>
          <p:nvPr/>
        </p:nvSpPr>
        <p:spPr>
          <a:xfrm>
            <a:off x="9333738" y="2944368"/>
            <a:ext cx="2059686" cy="123444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토큰을 포함한 요청</a:t>
            </a:r>
          </a:p>
          <a:p>
            <a:pPr algn="l">
              <a:lnSpc>
                <a:spcPct val="108000"/>
              </a:lnSpc>
              <a:spcBef>
                <a:spcPts val="0"/>
              </a:spcBef>
              <a:spcAft>
                <a:spcPts val="0"/>
              </a:spcAft>
            </a:pPr>
            <a:r>
              <a:rPr sz="1350" b="0" lang="ko-KR">
                <a:solidFill>
                  <a:srgbClr val="333333"/>
                </a:solidFill>
                <a:latin typeface="Segoe UI"/>
                <a:ea typeface="Malgun Gothic"/>
                <a:cs typeface="Segoe UI"/>
              </a:rPr>
              <a:t>Secret 조회 성공</a:t>
            </a:r>
          </a:p>
        </p:txBody>
      </p:sp>
      <p:sp>
        <p:nvSpPr>
          <p:cNvPr id="25" name="Rectangle 24"/>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실습은 초기 401 출력을 생략합니다. attempts에는 인증 후 재전송이 포함될 수 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900" b="1" lang="ko-KR">
                <a:solidFill>
                  <a:srgbClr val="243A5E"/>
                </a:solidFill>
                <a:latin typeface="Segoe UI Semibold"/>
                <a:ea typeface="Malgun Gothic"/>
                <a:cs typeface="Segoe UI"/>
              </a:rPr>
              <a:t>개별 Vault 한도와 구독 합산 한도가 함께 적용됩니다</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§3 · 같은 구독·같은 리전의 10초 구간</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Resilience &amp; Throttling</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05</a:t>
            </a:r>
          </a:p>
        </p:txBody>
      </p:sp>
      <p:graphicFrame>
        <p:nvGraphicFramePr>
          <p:cNvPr id="6" name="Table 5"/>
          <p:cNvGraphicFramePr>
            <a:graphicFrameLocks noGrp="1"/>
          </p:cNvGraphicFramePr>
          <p:nvPr/>
        </p:nvGraphicFramePr>
        <p:xfrm>
          <a:off x="585216" y="2011680"/>
          <a:ext cx="11018520" cy="2240280"/>
        </p:xfrm>
        <a:graphic>
          <a:graphicData uri="http://schemas.openxmlformats.org/drawingml/2006/table">
            <a:tbl>
              <a:tblPr firstRow="1" bandRow="1">
                <a:tableStyleId>{5C22544A-7EE6-4342-B048-85BDC9FD1C3A}</a:tableStyleId>
              </a:tblPr>
              <a:tblGrid>
                <a:gridCol w="4617720"/>
                <a:gridCol w="3200400"/>
                <a:gridCol w="3200400"/>
              </a:tblGrid>
              <a:tr h="594360">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트랜잭션 분류</a:t>
                      </a:r>
                    </a:p>
                  </a:txBody>
                  <a:tcPr marL="118872" marR="118872" marT="45720" marB="45720">
                    <a:solidFill>
                      <a:srgbClr val="243A5E"/>
                    </a:solidFill>
                  </a:tcPr>
                </a:tc>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개별 Vault·리전 한도</a:t>
                      </a:r>
                    </a:p>
                  </a:txBody>
                  <a:tcPr marL="118872" marR="118872" marT="45720" marB="45720">
                    <a:solidFill>
                      <a:srgbClr val="243A5E"/>
                    </a:solidFill>
                  </a:tcPr>
                </a:tc>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구독·리전 합산 한도</a:t>
                      </a:r>
                    </a:p>
                  </a:txBody>
                  <a:tcPr marL="118872" marR="118872" marT="45720" marB="45720">
                    <a:solidFill>
                      <a:srgbClr val="243A5E"/>
                    </a:solidFill>
                  </a:tcPr>
                </a:tc>
              </a:tr>
              <a:tr h="822960">
                <a:tc>
                  <a:txBody>
                    <a:bodyPr anchor="ctr" wrap="square" lIns="0" rIns="0" tIns="0" bIns="0"/>
                    <a:lstStyle/>
                    <a:p>
                      <a:pPr algn="l">
                        <a:lnSpc>
                          <a:spcPct val="108000"/>
                        </a:lnSpc>
                        <a:spcBef>
                          <a:spcPts val="0"/>
                        </a:spcBef>
                        <a:spcAft>
                          <a:spcPts val="0"/>
                        </a:spcAft>
                      </a:pPr>
                      <a:r>
                        <a:rPr sz="1400" b="1" lang="ko-KR">
                          <a:solidFill>
                            <a:srgbClr val="0078D4"/>
                          </a:solidFill>
                          <a:latin typeface="Segoe UI Semibold"/>
                          <a:ea typeface="Malgun Gothic"/>
                          <a:cs typeface="Segoe UI"/>
                        </a:rPr>
                        <a:t>Get Secret, List 등 일반 작업</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400" b="0" lang="ko-KR">
                          <a:solidFill>
                            <a:srgbClr val="333333"/>
                          </a:solidFill>
                          <a:latin typeface="Segoe UI"/>
                          <a:ea typeface="Malgun Gothic"/>
                          <a:cs typeface="Segoe UI"/>
                        </a:rPr>
                        <a:t>4,000회 / 10초</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400" b="0" lang="ko-KR">
                          <a:solidFill>
                            <a:srgbClr val="333333"/>
                          </a:solidFill>
                          <a:latin typeface="Segoe UI"/>
                          <a:ea typeface="Malgun Gothic"/>
                          <a:cs typeface="Segoe UI"/>
                        </a:rPr>
                        <a:t>20,000회 / 10초</a:t>
                      </a:r>
                    </a:p>
                  </a:txBody>
                  <a:tcPr marL="118872" marR="118872" marT="45720" marB="45720">
                    <a:solidFill>
                      <a:srgbClr val="F2F6FA"/>
                    </a:solidFill>
                  </a:tcPr>
                </a:tc>
              </a:tr>
              <a:tr h="822960">
                <a:tc>
                  <a:txBody>
                    <a:bodyPr anchor="ctr" wrap="square" lIns="0" rIns="0" tIns="0" bIns="0"/>
                    <a:lstStyle/>
                    <a:p>
                      <a:pPr algn="l">
                        <a:lnSpc>
                          <a:spcPct val="108000"/>
                        </a:lnSpc>
                        <a:spcBef>
                          <a:spcPts val="0"/>
                        </a:spcBef>
                        <a:spcAft>
                          <a:spcPts val="0"/>
                        </a:spcAft>
                      </a:pPr>
                      <a:r>
                        <a:rPr sz="1400" b="1" lang="ko-KR">
                          <a:solidFill>
                            <a:srgbClr val="0078D4"/>
                          </a:solidFill>
                          <a:latin typeface="Segoe UI Semibold"/>
                          <a:ea typeface="Malgun Gothic"/>
                          <a:cs typeface="Segoe UI"/>
                        </a:rPr>
                        <a:t>Secret 생성·새 버전 저장 등 쓰기 범주</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400" b="0" lang="ko-KR">
                          <a:solidFill>
                            <a:srgbClr val="333333"/>
                          </a:solidFill>
                          <a:latin typeface="Segoe UI"/>
                          <a:ea typeface="Malgun Gothic"/>
                          <a:cs typeface="Segoe UI"/>
                        </a:rPr>
                        <a:t>300회 / 10초</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400" b="0" lang="ko-KR">
                          <a:solidFill>
                            <a:srgbClr val="333333"/>
                          </a:solidFill>
                          <a:latin typeface="Segoe UI"/>
                          <a:ea typeface="Malgun Gothic"/>
                          <a:cs typeface="Segoe UI"/>
                        </a:rPr>
                        <a:t>1,500회 / 10초</a:t>
                      </a:r>
                    </a:p>
                  </a:txBody>
                  <a:tcPr marL="118872" marR="118872" marT="45720" marB="45720">
                    <a:solidFill>
                      <a:srgbClr val="FFFFFF"/>
                    </a:solidFill>
                  </a:tcPr>
                </a:tc>
              </a:tr>
            </a:tbl>
          </a:graphicData>
        </a:graphic>
      </p:graphicFrame>
      <p:sp>
        <p:nvSpPr>
          <p:cNvPr id="7" name="TextBox 6"/>
          <p:cNvSpPr txBox="1"/>
          <p:nvPr/>
        </p:nvSpPr>
        <p:spPr>
          <a:xfrm>
            <a:off x="731520" y="4709160"/>
            <a:ext cx="10698480" cy="640080"/>
          </a:xfrm>
          <a:prstGeom prst="rect">
            <a:avLst/>
          </a:prstGeom>
          <a:noFill/>
        </p:spPr>
        <p:txBody>
          <a:bodyPr wrap="square" lIns="0" rIns="0" tIns="0" bIns="0">
            <a:spAutoFit/>
          </a:bodyPr>
          <a:lstStyle/>
          <a:p>
            <a:pPr algn="l">
              <a:lnSpc>
                <a:spcPct val="108000"/>
              </a:lnSpc>
              <a:spcBef>
                <a:spcPts val="0"/>
              </a:spcBef>
              <a:spcAft>
                <a:spcPts val="0"/>
              </a:spcAft>
            </a:pPr>
            <a:r>
              <a:rPr sz="1700" b="0" lang="ko-KR">
                <a:solidFill>
                  <a:srgbClr val="243A5E"/>
                </a:solidFill>
                <a:latin typeface="Segoe UI"/>
                <a:ea typeface="Malgun Gothic"/>
                <a:cs typeface="Segoe UI"/>
              </a:rPr>
              <a:t>구독·리전 합산 한도 = 개별 Vault 한도의 5배</a:t>
            </a:r>
          </a:p>
          <a:p>
            <a:pPr algn="l">
              <a:lnSpc>
                <a:spcPct val="108000"/>
              </a:lnSpc>
              <a:spcBef>
                <a:spcPts val="0"/>
              </a:spcBef>
              <a:spcAft>
                <a:spcPts val="0"/>
              </a:spcAft>
            </a:pPr>
            <a:r>
              <a:rPr sz="1700" b="0" lang="ko-KR">
                <a:solidFill>
                  <a:srgbClr val="243A5E"/>
                </a:solidFill>
                <a:latin typeface="Segoe UI"/>
                <a:ea typeface="Malgun Gothic"/>
                <a:cs typeface="Segoe UI"/>
              </a:rPr>
              <a:t>Vault를 늘려도 같은 구독·리전의 총한도가 늘어나지는 않습니다.</a:t>
            </a:r>
          </a:p>
        </p:txBody>
      </p:sp>
      <p:sp>
        <p:nvSpPr>
          <p:cNvPr id="8" name="Rectangle 7"/>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초당 평균 400회는 이해를 위한 환산일 뿐, 초당 처리량 보장이 아닙니다.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900" b="1" lang="ko-KR">
                <a:solidFill>
                  <a:srgbClr val="243A5E"/>
                </a:solidFill>
                <a:latin typeface="Segoe UI Semibold"/>
                <a:ea typeface="Malgun Gothic"/>
                <a:cs typeface="Segoe UI"/>
              </a:rPr>
              <a:t>총 요청 수보다 짧은 시간의 집중이 중요합니다</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§3 · 동시 배포·대형 Vault 열거·SDK 재시도</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Resilience &amp; Throttling</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06</a:t>
            </a:r>
          </a:p>
        </p:txBody>
      </p:sp>
      <p:sp>
        <p:nvSpPr>
          <p:cNvPr id="6" name="Rounded Rectangle 5"/>
          <p:cNvSpPr/>
          <p:nvPr/>
        </p:nvSpPr>
        <p:spPr>
          <a:xfrm>
            <a:off x="585216" y="1975104"/>
            <a:ext cx="3520440" cy="32004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975104"/>
            <a:ext cx="50292" cy="320040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157984"/>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시작 시 집중</a:t>
            </a:r>
          </a:p>
        </p:txBody>
      </p:sp>
      <p:sp>
        <p:nvSpPr>
          <p:cNvPr id="9" name="TextBox 8"/>
          <p:cNvSpPr txBox="1"/>
          <p:nvPr/>
        </p:nvSpPr>
        <p:spPr>
          <a:xfrm>
            <a:off x="795528" y="2724912"/>
            <a:ext cx="3099816" cy="228600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동일 Deployment의 Pod가</a:t>
            </a:r>
          </a:p>
          <a:p>
            <a:pPr algn="l">
              <a:lnSpc>
                <a:spcPct val="108000"/>
              </a:lnSpc>
              <a:spcBef>
                <a:spcPts val="0"/>
              </a:spcBef>
              <a:spcAft>
                <a:spcPts val="0"/>
              </a:spcAft>
            </a:pPr>
            <a:r>
              <a:rPr sz="1350" b="0" lang="ko-KR">
                <a:solidFill>
                  <a:srgbClr val="333333"/>
                </a:solidFill>
                <a:latin typeface="Segoe UI"/>
                <a:ea typeface="Malgun Gothic"/>
                <a:cs typeface="Segoe UI"/>
              </a:rPr>
              <a:t>비슷한 시각에 시작</a:t>
            </a:r>
          </a:p>
          <a:p>
            <a:pPr algn="l">
              <a:lnSpc>
                <a:spcPct val="108000"/>
              </a:lnSpc>
              <a:spcBef>
                <a:spcPts val="0"/>
              </a:spcBef>
              <a:spcAft>
                <a:spcPts val="0"/>
              </a:spcAft>
            </a:pPr>
            <a:r>
              <a:rPr sz="1350" b="0" lang="ko-KR">
                <a:solidFill>
                  <a:srgbClr val="333333"/>
                </a:solidFill>
                <a:latin typeface="Segoe UI"/>
                <a:ea typeface="Malgun Gothic"/>
                <a:cs typeface="Segoe UI"/>
              </a:rPr>
              <a:t>초기 List/Get 집중</a:t>
            </a:r>
          </a:p>
        </p:txBody>
      </p:sp>
      <p:sp>
        <p:nvSpPr>
          <p:cNvPr id="10" name="Rounded Rectangle 9"/>
          <p:cNvSpPr/>
          <p:nvPr/>
        </p:nvSpPr>
        <p:spPr>
          <a:xfrm>
            <a:off x="4334255" y="1975104"/>
            <a:ext cx="3520440" cy="32004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4255" y="1975104"/>
            <a:ext cx="50292" cy="320040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2157984"/>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공유 사용량</a:t>
            </a:r>
          </a:p>
        </p:txBody>
      </p:sp>
      <p:sp>
        <p:nvSpPr>
          <p:cNvPr id="13" name="TextBox 12"/>
          <p:cNvSpPr txBox="1"/>
          <p:nvPr/>
        </p:nvSpPr>
        <p:spPr>
          <a:xfrm>
            <a:off x="4544568" y="2724912"/>
            <a:ext cx="3099816" cy="228600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여러 앱이 같은 Vault 사용</a:t>
            </a:r>
          </a:p>
          <a:p>
            <a:pPr algn="l">
              <a:lnSpc>
                <a:spcPct val="108000"/>
              </a:lnSpc>
              <a:spcBef>
                <a:spcPts val="0"/>
              </a:spcBef>
              <a:spcAft>
                <a:spcPts val="0"/>
              </a:spcAft>
            </a:pPr>
            <a:r>
              <a:rPr sz="1350" b="0" lang="ko-KR">
                <a:solidFill>
                  <a:srgbClr val="333333"/>
                </a:solidFill>
                <a:latin typeface="Segoe UI"/>
                <a:ea typeface="Malgun Gothic"/>
                <a:cs typeface="Segoe UI"/>
              </a:rPr>
              <a:t>다른 Vault도 구독 한도 공유</a:t>
            </a:r>
          </a:p>
          <a:p>
            <a:pPr algn="l">
              <a:lnSpc>
                <a:spcPct val="108000"/>
              </a:lnSpc>
              <a:spcBef>
                <a:spcPts val="0"/>
              </a:spcBef>
              <a:spcAft>
                <a:spcPts val="0"/>
              </a:spcAft>
            </a:pPr>
            <a:r>
              <a:rPr sz="1350" b="0" lang="ko-KR">
                <a:solidFill>
                  <a:srgbClr val="333333"/>
                </a:solidFill>
                <a:latin typeface="Segoe UI"/>
                <a:ea typeface="Malgun Gothic"/>
                <a:cs typeface="Segoe UI"/>
              </a:rPr>
              <a:t>429 수신 앱 ≠ 원인 앱</a:t>
            </a:r>
          </a:p>
        </p:txBody>
      </p:sp>
      <p:sp>
        <p:nvSpPr>
          <p:cNvPr id="14" name="Rounded Rectangle 13"/>
          <p:cNvSpPr/>
          <p:nvPr/>
        </p:nvSpPr>
        <p:spPr>
          <a:xfrm>
            <a:off x="8083296" y="1975104"/>
            <a:ext cx="3520440" cy="32004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83296" y="1975104"/>
            <a:ext cx="50292" cy="320040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2157984"/>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측정 단위</a:t>
            </a:r>
          </a:p>
        </p:txBody>
      </p:sp>
      <p:sp>
        <p:nvSpPr>
          <p:cNvPr id="17" name="TextBox 16"/>
          <p:cNvSpPr txBox="1"/>
          <p:nvPr/>
        </p:nvSpPr>
        <p:spPr>
          <a:xfrm>
            <a:off x="8293608" y="2724912"/>
            <a:ext cx="3099816" cy="228600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49,698건 / 1시간만으로</a:t>
            </a:r>
          </a:p>
          <a:p>
            <a:pPr algn="l">
              <a:lnSpc>
                <a:spcPct val="108000"/>
              </a:lnSpc>
              <a:spcBef>
                <a:spcPts val="0"/>
              </a:spcBef>
              <a:spcAft>
                <a:spcPts val="0"/>
              </a:spcAft>
            </a:pPr>
            <a:r>
              <a:rPr sz="1350" b="0" lang="ko-KR">
                <a:solidFill>
                  <a:srgbClr val="333333"/>
                </a:solidFill>
                <a:latin typeface="Segoe UI"/>
                <a:ea typeface="Malgun Gothic"/>
                <a:cs typeface="Segoe UI"/>
              </a:rPr>
              <a:t>10초 한도 초과 판정 불가</a:t>
            </a:r>
          </a:p>
          <a:p>
            <a:pPr algn="l">
              <a:lnSpc>
                <a:spcPct val="108000"/>
              </a:lnSpc>
              <a:spcBef>
                <a:spcPts val="0"/>
              </a:spcBef>
              <a:spcAft>
                <a:spcPts val="0"/>
              </a:spcAft>
            </a:pPr>
            <a:r>
              <a:rPr sz="1350" b="0" lang="ko-KR">
                <a:solidFill>
                  <a:srgbClr val="333333"/>
                </a:solidFill>
                <a:latin typeface="Segoe UI"/>
                <a:ea typeface="Malgun Gothic"/>
                <a:cs typeface="Segoe UI"/>
              </a:rPr>
              <a:t>짧은 구간으로 다시 집계</a:t>
            </a:r>
          </a:p>
        </p:txBody>
      </p:sp>
      <p:sp>
        <p:nvSpPr>
          <p:cNvPr id="18" name="Rectangle 17"/>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순차 배포·불필요한 전체 로딩 제거·캐시로 집중을 낮춥니다.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900" b="1" lang="ko-KR">
                <a:solidFill>
                  <a:srgbClr val="243A5E"/>
                </a:solidFill>
                <a:latin typeface="Segoe UI Semibold"/>
                <a:ea typeface="Malgun Gothic"/>
                <a:cs typeface="Segoe UI"/>
              </a:rPr>
              <a:t>Metrics에서 실제 429 발생 여부를 확인합니다</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§4.1 · Total Service Api Results / Count / StatusCode = 429</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Resilience &amp; Throttling</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07</a:t>
            </a:r>
          </a:p>
        </p:txBody>
      </p:sp>
      <p:pic>
        <p:nvPicPr>
          <p:cNvPr id="6" name="Picture 5" descr="key-vault-metrics-429.png"/>
          <p:cNvPicPr>
            <a:picLocks noChangeAspect="1"/>
          </p:cNvPicPr>
          <p:nvPr/>
        </p:nvPicPr>
        <p:blipFill>
          <a:blip r:embed="rId3"/>
          <a:stretch>
            <a:fillRect/>
          </a:stretch>
        </p:blipFill>
        <p:spPr>
          <a:xfrm>
            <a:off x="1704890" y="1755648"/>
            <a:ext cx="3475650" cy="3776472"/>
          </a:xfrm>
          <a:prstGeom prst="rect">
            <a:avLst/>
          </a:prstGeom>
        </p:spPr>
      </p:pic>
      <p:sp>
        <p:nvSpPr>
          <p:cNvPr id="7" name="Rounded Rectangle 6"/>
          <p:cNvSpPr/>
          <p:nvPr/>
        </p:nvSpPr>
        <p:spPr>
          <a:xfrm>
            <a:off x="6537960" y="1847088"/>
            <a:ext cx="5065776" cy="3529584"/>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37960" y="1847088"/>
            <a:ext cx="50292" cy="352958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48272" y="2029968"/>
            <a:ext cx="4645152"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확인 순서</a:t>
            </a:r>
          </a:p>
        </p:txBody>
      </p:sp>
      <p:sp>
        <p:nvSpPr>
          <p:cNvPr id="10" name="TextBox 9"/>
          <p:cNvSpPr txBox="1"/>
          <p:nvPr/>
        </p:nvSpPr>
        <p:spPr>
          <a:xfrm>
            <a:off x="6748272" y="2596896"/>
            <a:ext cx="4645152" cy="261518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Key Vault → Monitoring → Metrics</a:t>
            </a:r>
          </a:p>
          <a:p>
            <a:pPr algn="l">
              <a:lnSpc>
                <a:spcPct val="108000"/>
              </a:lnSpc>
              <a:spcBef>
                <a:spcPts val="0"/>
              </a:spcBef>
              <a:spcAft>
                <a:spcPts val="0"/>
              </a:spcAft>
            </a:pPr>
            <a:r>
              <a:rPr sz="1350" b="0" lang="ko-KR">
                <a:solidFill>
                  <a:srgbClr val="333333"/>
                </a:solidFill>
                <a:latin typeface="Segoe UI"/>
                <a:ea typeface="Malgun Gothic"/>
                <a:cs typeface="Segoe UI"/>
              </a:rPr>
              <a:t>Total Service Api Results / Count</a:t>
            </a:r>
          </a:p>
          <a:p>
            <a:pPr algn="l">
              <a:lnSpc>
                <a:spcPct val="108000"/>
              </a:lnSpc>
              <a:spcBef>
                <a:spcPts val="0"/>
              </a:spcBef>
              <a:spcAft>
                <a:spcPts val="0"/>
              </a:spcAft>
            </a:pPr>
            <a:r>
              <a:rPr sz="1350" b="0" lang="ko-KR">
                <a:solidFill>
                  <a:srgbClr val="333333"/>
                </a:solidFill>
                <a:latin typeface="Segoe UI"/>
                <a:ea typeface="Malgun Gothic"/>
                <a:cs typeface="Segoe UI"/>
              </a:rPr>
              <a:t>StatusCode = 429</a:t>
            </a:r>
          </a:p>
          <a:p>
            <a:pPr algn="l">
              <a:lnSpc>
                <a:spcPct val="108000"/>
              </a:lnSpc>
              <a:spcBef>
                <a:spcPts val="0"/>
              </a:spcBef>
              <a:spcAft>
                <a:spcPts val="0"/>
              </a:spcAft>
            </a:pPr>
            <a:r>
              <a:rPr sz="1350" b="0" lang="ko-KR">
                <a:solidFill>
                  <a:srgbClr val="333333"/>
                </a:solidFill>
                <a:latin typeface="Segoe UI"/>
                <a:ea typeface="Malgun Gothic"/>
                <a:cs typeface="Segoe UI"/>
              </a:rPr>
              <a:t/>
            </a:r>
          </a:p>
          <a:p>
            <a:pPr algn="l">
              <a:lnSpc>
                <a:spcPct val="108000"/>
              </a:lnSpc>
              <a:spcBef>
                <a:spcPts val="0"/>
              </a:spcBef>
              <a:spcAft>
                <a:spcPts val="0"/>
              </a:spcAft>
            </a:pPr>
            <a:r>
              <a:rPr sz="1350" b="0" lang="ko-KR">
                <a:solidFill>
                  <a:srgbClr val="333333"/>
                </a:solidFill>
                <a:latin typeface="Segoe UI"/>
                <a:ea typeface="Malgun Gothic"/>
                <a:cs typeface="Segoe UI"/>
              </a:rPr>
              <a:t>동일 Vault·동일 시간 범위로 비교</a:t>
            </a:r>
          </a:p>
          <a:p>
            <a:pPr algn="l">
              <a:lnSpc>
                <a:spcPct val="108000"/>
              </a:lnSpc>
              <a:spcBef>
                <a:spcPts val="0"/>
              </a:spcBef>
              <a:spcAft>
                <a:spcPts val="0"/>
              </a:spcAft>
            </a:pPr>
            <a:r>
              <a:rPr sz="1350" b="0" lang="ko-KR">
                <a:solidFill>
                  <a:srgbClr val="333333"/>
                </a:solidFill>
                <a:latin typeface="Segoe UI"/>
                <a:ea typeface="Malgun Gothic"/>
                <a:cs typeface="Segoe UI"/>
              </a:rPr>
              <a:t>Metrics는 별도 진단 설정 없이 수집</a:t>
            </a:r>
          </a:p>
        </p:txBody>
      </p:sp>
      <p:sp>
        <p:nvSpPr>
          <p:cNvPr id="11" name="Rectangle 10"/>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Metrics는 발생 추세를 확인합니다. Secret 이름과 요청 상세는 감사 로그로 분석합니다.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900" b="1" lang="ko-KR">
                <a:solidFill>
                  <a:srgbClr val="243A5E"/>
                </a:solidFill>
                <a:latin typeface="Segoe UI Semibold"/>
                <a:ea typeface="Malgun Gothic"/>
                <a:cs typeface="Segoe UI"/>
              </a:rPr>
              <a:t>Secret별 분석은 Audit Logs 수집이 선행되어야 합니다</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§4.2 · Diagnostic settings → Log Analytics Workspace</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Resilience &amp; Throttling</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08</a:t>
            </a:r>
          </a:p>
        </p:txBody>
      </p:sp>
      <p:pic>
        <p:nvPicPr>
          <p:cNvPr id="6" name="Picture 5" descr="key-vault-audit-diagnostic-settings.png"/>
          <p:cNvPicPr>
            <a:picLocks noChangeAspect="1"/>
          </p:cNvPicPr>
          <p:nvPr/>
        </p:nvPicPr>
        <p:blipFill>
          <a:blip r:embed="rId3"/>
          <a:stretch>
            <a:fillRect/>
          </a:stretch>
        </p:blipFill>
        <p:spPr>
          <a:xfrm>
            <a:off x="1385394" y="1847088"/>
            <a:ext cx="9418162" cy="3136392"/>
          </a:xfrm>
          <a:prstGeom prst="rect">
            <a:avLst/>
          </a:prstGeom>
        </p:spPr>
      </p:pic>
      <p:sp>
        <p:nvSpPr>
          <p:cNvPr id="7" name="TextBox 6"/>
          <p:cNvSpPr txBox="1"/>
          <p:nvPr/>
        </p:nvSpPr>
        <p:spPr>
          <a:xfrm>
            <a:off x="713232" y="5138928"/>
            <a:ext cx="10789920" cy="484632"/>
          </a:xfrm>
          <a:prstGeom prst="rect">
            <a:avLst/>
          </a:prstGeom>
          <a:noFill/>
        </p:spPr>
        <p:txBody>
          <a:bodyPr wrap="square" lIns="0" rIns="0" tIns="0" bIns="0">
            <a:spAutoFit/>
          </a:bodyPr>
          <a:lstStyle/>
          <a:p>
            <a:pPr algn="l">
              <a:lnSpc>
                <a:spcPct val="108000"/>
              </a:lnSpc>
              <a:spcBef>
                <a:spcPts val="0"/>
              </a:spcBef>
              <a:spcAft>
                <a:spcPts val="0"/>
              </a:spcAft>
            </a:pPr>
            <a:r>
              <a:rPr sz="1300" b="0" lang="ko-KR">
                <a:solidFill>
                  <a:srgbClr val="333333"/>
                </a:solidFill>
                <a:latin typeface="Segoe UI"/>
                <a:ea typeface="Malgun Gothic"/>
                <a:cs typeface="Segoe UI"/>
              </a:rPr>
              <a:t>Audit Logs(AuditEvent) 선택 + Workspace 전송 · 아래 KQL은 AzureDiagnostics 기준</a:t>
            </a:r>
          </a:p>
          <a:p>
            <a:pPr algn="l">
              <a:lnSpc>
                <a:spcPct val="108000"/>
              </a:lnSpc>
              <a:spcBef>
                <a:spcPts val="0"/>
              </a:spcBef>
              <a:spcAft>
                <a:spcPts val="0"/>
              </a:spcAft>
            </a:pPr>
            <a:r>
              <a:rPr sz="1300" b="0" lang="ko-KR">
                <a:solidFill>
                  <a:srgbClr val="333333"/>
                </a:solidFill>
                <a:latin typeface="Segoe UI"/>
                <a:ea typeface="Malgun Gothic"/>
                <a:cs typeface="Segoe UI"/>
              </a:rPr>
              <a:t>AllMetrics는 감사 로그 KQL의 필수 조건이 아니며, 설정 전 요청은 소급 수집되지 않습니다.</a:t>
            </a:r>
          </a:p>
        </p:txBody>
      </p:sp>
      <p:sp>
        <p:nvSpPr>
          <p:cNvPr id="8" name="Rectangle 7"/>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수집 지연과 대상 Workspace를 확인합니다. AZKVAuditLogs는 테이블·필드명이 다릅니다.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900" b="1" lang="ko-KR">
                <a:solidFill>
                  <a:srgbClr val="243A5E"/>
                </a:solidFill>
                <a:latin typeface="Segoe UI Semibold"/>
                <a:ea typeface="Malgun Gothic"/>
                <a:cs typeface="Segoe UI"/>
              </a:rPr>
              <a:t>시간대별 Secret 호출량과 429를 함께 봅니다</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§4.3 · 1시간 × Vault × Secret / KQL 전문은 부록 A1</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Resilience &amp; Throttling</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09</a:t>
            </a:r>
          </a:p>
        </p:txBody>
      </p:sp>
      <p:pic>
        <p:nvPicPr>
          <p:cNvPr id="6" name="Picture 5" descr="key-vault-secret-calls-by-hour.png"/>
          <p:cNvPicPr>
            <a:picLocks noChangeAspect="1"/>
          </p:cNvPicPr>
          <p:nvPr/>
        </p:nvPicPr>
        <p:blipFill>
          <a:blip r:embed="rId3"/>
          <a:stretch>
            <a:fillRect/>
          </a:stretch>
        </p:blipFill>
        <p:spPr>
          <a:xfrm>
            <a:off x="2647333" y="1783080"/>
            <a:ext cx="6894285" cy="3474720"/>
          </a:xfrm>
          <a:prstGeom prst="rect">
            <a:avLst/>
          </a:prstGeom>
        </p:spPr>
      </p:pic>
      <p:sp>
        <p:nvSpPr>
          <p:cNvPr id="7" name="TextBox 6"/>
          <p:cNvSpPr txBox="1"/>
          <p:nvPr/>
        </p:nvSpPr>
        <p:spPr>
          <a:xfrm>
            <a:off x="731520" y="5358384"/>
            <a:ext cx="10607040" cy="310896"/>
          </a:xfrm>
          <a:prstGeom prst="rect">
            <a:avLst/>
          </a:prstGeom>
          <a:noFill/>
        </p:spPr>
        <p:txBody>
          <a:bodyPr wrap="square" lIns="0" rIns="0" tIns="0" bIns="0">
            <a:spAutoFit/>
          </a:bodyPr>
          <a:lstStyle/>
          <a:p>
            <a:pPr algn="l">
              <a:lnSpc>
                <a:spcPct val="108000"/>
              </a:lnSpc>
              <a:spcBef>
                <a:spcPts val="0"/>
              </a:spcBef>
              <a:spcAft>
                <a:spcPts val="0"/>
              </a:spcAft>
            </a:pPr>
            <a:r>
              <a:rPr sz="1400" b="1" lang="ko-KR">
                <a:solidFill>
                  <a:srgbClr val="243A5E"/>
                </a:solidFill>
                <a:latin typeface="Segoe UI Semibold"/>
                <a:ea typeface="Malgun Gothic"/>
                <a:cs typeface="Segoe UI"/>
              </a:rPr>
              <a:t>실측 예: test의 전체 집계 49,698건 중 429는 2건 · 시간은 UTC</a:t>
            </a:r>
          </a:p>
        </p:txBody>
      </p:sp>
      <p:sp>
        <p:nvSpPr>
          <p:cNvPr id="8" name="Rectangle 7"/>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SecretGet만 필터링하면 AfterAuthentication으로 기록된 429가 제외됩니다.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900" b="1" lang="ko-KR">
                <a:solidFill>
                  <a:srgbClr val="243A5E"/>
                </a:solidFill>
                <a:latin typeface="Segoe UI Semibold"/>
                <a:ea typeface="Malgun Gothic"/>
                <a:cs typeface="Segoe UI"/>
              </a:rPr>
              <a:t>429 로그의 작업 이름·URI·호출자를 확인합니다</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§4.4 · 상태 코드 429로 필터링 / KQL 전문은 부록 A2</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Resilience &amp; Throttling</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10</a:t>
            </a:r>
          </a:p>
        </p:txBody>
      </p:sp>
      <p:pic>
        <p:nvPicPr>
          <p:cNvPr id="6" name="Picture 5" descr="key-vault-throttled-requests.png"/>
          <p:cNvPicPr>
            <a:picLocks noChangeAspect="1"/>
          </p:cNvPicPr>
          <p:nvPr/>
        </p:nvPicPr>
        <p:blipFill>
          <a:blip r:embed="rId3"/>
          <a:stretch>
            <a:fillRect/>
          </a:stretch>
        </p:blipFill>
        <p:spPr>
          <a:xfrm>
            <a:off x="585216" y="2052450"/>
            <a:ext cx="11018520" cy="1253483"/>
          </a:xfrm>
          <a:prstGeom prst="rect">
            <a:avLst/>
          </a:prstGeom>
        </p:spPr>
      </p:pic>
      <p:sp>
        <p:nvSpPr>
          <p:cNvPr id="7" name="Rounded Rectangle 6"/>
          <p:cNvSpPr/>
          <p:nvPr/>
        </p:nvSpPr>
        <p:spPr>
          <a:xfrm>
            <a:off x="585216" y="3749039"/>
            <a:ext cx="5340096" cy="164592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5216" y="3749039"/>
            <a:ext cx="50292" cy="16459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3931920"/>
            <a:ext cx="4919472"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이번 결과</a:t>
            </a:r>
          </a:p>
        </p:txBody>
      </p:sp>
      <p:sp>
        <p:nvSpPr>
          <p:cNvPr id="10" name="TextBox 9"/>
          <p:cNvSpPr txBox="1"/>
          <p:nvPr/>
        </p:nvSpPr>
        <p:spPr>
          <a:xfrm>
            <a:off x="795528" y="4498848"/>
            <a:ext cx="4919472" cy="73152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AfterAuthentication 작업의 429 두 건</a:t>
            </a:r>
          </a:p>
          <a:p>
            <a:pPr algn="l">
              <a:lnSpc>
                <a:spcPct val="108000"/>
              </a:lnSpc>
              <a:spcBef>
                <a:spcPts val="0"/>
              </a:spcBef>
              <a:spcAft>
                <a:spcPts val="0"/>
              </a:spcAft>
            </a:pPr>
            <a:r>
              <a:rPr sz="1350" b="0" lang="ko-KR">
                <a:solidFill>
                  <a:srgbClr val="333333"/>
                </a:solidFill>
                <a:latin typeface="Segoe UI"/>
                <a:ea typeface="Malgun Gothic"/>
                <a:cs typeface="Segoe UI"/>
              </a:rPr>
              <a:t>URI·오류 설명은 행을 펼쳐 확인</a:t>
            </a:r>
          </a:p>
        </p:txBody>
      </p:sp>
      <p:sp>
        <p:nvSpPr>
          <p:cNvPr id="11" name="Rounded Rectangle 10"/>
          <p:cNvSpPr/>
          <p:nvPr/>
        </p:nvSpPr>
        <p:spPr>
          <a:xfrm>
            <a:off x="6236208" y="3749039"/>
            <a:ext cx="5367528" cy="164592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6208" y="3749039"/>
            <a:ext cx="50292" cy="164592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931920"/>
            <a:ext cx="4946904"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해석 주의</a:t>
            </a:r>
          </a:p>
        </p:txBody>
      </p:sp>
      <p:sp>
        <p:nvSpPr>
          <p:cNvPr id="14" name="TextBox 13"/>
          <p:cNvSpPr txBox="1"/>
          <p:nvPr/>
        </p:nvSpPr>
        <p:spPr>
          <a:xfrm>
            <a:off x="6446520" y="4498848"/>
            <a:ext cx="4946904" cy="73152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이름만으로 Entra 토큰 발급 한도라 단정 금지</a:t>
            </a:r>
          </a:p>
          <a:p>
            <a:pPr algn="l">
              <a:lnSpc>
                <a:spcPct val="108000"/>
              </a:lnSpc>
              <a:spcBef>
                <a:spcPts val="0"/>
              </a:spcBef>
              <a:spcAft>
                <a:spcPts val="0"/>
              </a:spcAft>
            </a:pPr>
            <a:r>
              <a:rPr sz="1350" b="0" lang="ko-KR">
                <a:solidFill>
                  <a:srgbClr val="333333"/>
                </a:solidFill>
                <a:latin typeface="Segoe UI"/>
                <a:ea typeface="Malgun Gothic"/>
                <a:cs typeface="Segoe UI"/>
              </a:rPr>
              <a:t>URI에 Secret이 없으면 대상 식별 불가</a:t>
            </a:r>
          </a:p>
        </p:txBody>
      </p:sp>
      <p:sp>
        <p:nvSpPr>
          <p:cNvPr id="15" name="Rectangle 14"/>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429를 받은 Secret과 부하를 유발한 Secret은 다를 수 있습니다.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900" b="1" lang="ko-KR">
                <a:solidFill>
                  <a:srgbClr val="243A5E"/>
                </a:solidFill>
                <a:latin typeface="Segoe UI Semibold"/>
                <a:ea typeface="Malgun Gothic"/>
                <a:cs typeface="Segoe UI"/>
              </a:rPr>
              <a:t>SDK 기본 재시도 3회를 실습에서는 5회로 늘렸습니다</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§5.1 · 개별 List/Get 요청에 적용, 초기 로딩 전체 반복이 아님</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Resilience &amp; Throttling</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11</a:t>
            </a:r>
          </a:p>
        </p:txBody>
      </p:sp>
      <p:graphicFrame>
        <p:nvGraphicFramePr>
          <p:cNvPr id="6" name="Table 5"/>
          <p:cNvGraphicFramePr>
            <a:graphicFrameLocks noGrp="1"/>
          </p:cNvGraphicFramePr>
          <p:nvPr/>
        </p:nvGraphicFramePr>
        <p:xfrm>
          <a:off x="585216" y="1874519"/>
          <a:ext cx="11018520" cy="2916936"/>
        </p:xfrm>
        <a:graphic>
          <a:graphicData uri="http://schemas.openxmlformats.org/drawingml/2006/table">
            <a:tbl>
              <a:tblPr firstRow="1" bandRow="1">
                <a:tableStyleId>{5C22544A-7EE6-4342-B048-85BDC9FD1C3A}</a:tableStyleId>
              </a:tblPr>
              <a:tblGrid>
                <a:gridCol w="2834640"/>
                <a:gridCol w="4069080"/>
                <a:gridCol w="4114800"/>
              </a:tblGrid>
              <a:tr h="502920">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항목</a:t>
                      </a:r>
                    </a:p>
                  </a:txBody>
                  <a:tcPr marL="118872" marR="118872" marT="45720" marB="45720">
                    <a:solidFill>
                      <a:srgbClr val="243A5E"/>
                    </a:solidFill>
                  </a:tcPr>
                </a:tc>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SDK 기본값</a:t>
                      </a:r>
                    </a:p>
                  </a:txBody>
                  <a:tcPr marL="118872" marR="118872" marT="45720" marB="45720">
                    <a:solidFill>
                      <a:srgbClr val="243A5E"/>
                    </a:solidFill>
                  </a:tcPr>
                </a:tc>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Lab 04 참가자 설정</a:t>
                      </a:r>
                    </a:p>
                  </a:txBody>
                  <a:tcPr marL="118872" marR="118872" marT="45720" marB="45720">
                    <a:solidFill>
                      <a:srgbClr val="243A5E"/>
                    </a:solidFill>
                  </a:tcPr>
                </a:tc>
              </a:tr>
              <a:tr h="603504">
                <a:tc>
                  <a:txBody>
                    <a:bodyPr anchor="ctr" wrap="square" lIns="0" rIns="0" tIns="0" bIns="0"/>
                    <a:lstStyle/>
                    <a:p>
                      <a:pPr algn="l">
                        <a:lnSpc>
                          <a:spcPct val="108000"/>
                        </a:lnSpc>
                        <a:spcBef>
                          <a:spcPts val="0"/>
                        </a:spcBef>
                        <a:spcAft>
                          <a:spcPts val="0"/>
                        </a:spcAft>
                      </a:pPr>
                      <a:r>
                        <a:rPr sz="1300" b="1" lang="ko-KR">
                          <a:solidFill>
                            <a:srgbClr val="0078D4"/>
                          </a:solidFill>
                          <a:latin typeface="Segoe UI Semibold"/>
                          <a:ea typeface="Malgun Gothic"/>
                          <a:cs typeface="Segoe UI"/>
                        </a:rPr>
                        <a:t>MaxRetries</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300" b="0" lang="ko-KR">
                          <a:solidFill>
                            <a:srgbClr val="333333"/>
                          </a:solidFill>
                          <a:latin typeface="Segoe UI"/>
                          <a:ea typeface="Malgun Gothic"/>
                          <a:cs typeface="Segoe UI"/>
                        </a:rPr>
                        <a:t>3회 (최초 포함 최대 4회)</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300" b="0" lang="ko-KR">
                          <a:solidFill>
                            <a:srgbClr val="333333"/>
                          </a:solidFill>
                          <a:latin typeface="Segoe UI"/>
                          <a:ea typeface="Malgun Gothic"/>
                          <a:cs typeface="Segoe UI"/>
                        </a:rPr>
                        <a:t>5회 (최초 포함 최대 6회)</a:t>
                      </a:r>
                    </a:p>
                  </a:txBody>
                  <a:tcPr marL="118872" marR="118872" marT="45720" marB="45720">
                    <a:solidFill>
                      <a:srgbClr val="F2F6FA"/>
                    </a:solidFill>
                  </a:tcPr>
                </a:tc>
              </a:tr>
              <a:tr h="603504">
                <a:tc>
                  <a:txBody>
                    <a:bodyPr anchor="ctr" wrap="square" lIns="0" rIns="0" tIns="0" bIns="0"/>
                    <a:lstStyle/>
                    <a:p>
                      <a:pPr algn="l">
                        <a:lnSpc>
                          <a:spcPct val="108000"/>
                        </a:lnSpc>
                        <a:spcBef>
                          <a:spcPts val="0"/>
                        </a:spcBef>
                        <a:spcAft>
                          <a:spcPts val="0"/>
                        </a:spcAft>
                      </a:pPr>
                      <a:r>
                        <a:rPr sz="1300" b="1" lang="ko-KR">
                          <a:solidFill>
                            <a:srgbClr val="0078D4"/>
                          </a:solidFill>
                          <a:latin typeface="Segoe UI Semibold"/>
                          <a:ea typeface="Malgun Gothic"/>
                          <a:cs typeface="Segoe UI"/>
                        </a:rPr>
                        <a:t>Mode</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300" b="0" lang="ko-KR">
                          <a:solidFill>
                            <a:srgbClr val="333333"/>
                          </a:solidFill>
                          <a:latin typeface="Segoe UI"/>
                          <a:ea typeface="Malgun Gothic"/>
                          <a:cs typeface="Segoe UI"/>
                        </a:rPr>
                        <a:t>Exponential</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300" b="0" lang="ko-KR">
                          <a:solidFill>
                            <a:srgbClr val="333333"/>
                          </a:solidFill>
                          <a:latin typeface="Segoe UI"/>
                          <a:ea typeface="Malgun Gothic"/>
                          <a:cs typeface="Segoe UI"/>
                        </a:rPr>
                        <a:t>Exponential</a:t>
                      </a:r>
                    </a:p>
                  </a:txBody>
                  <a:tcPr marL="118872" marR="118872" marT="45720" marB="45720">
                    <a:solidFill>
                      <a:srgbClr val="FFFFFF"/>
                    </a:solidFill>
                  </a:tcPr>
                </a:tc>
              </a:tr>
              <a:tr h="603504">
                <a:tc>
                  <a:txBody>
                    <a:bodyPr anchor="ctr" wrap="square" lIns="0" rIns="0" tIns="0" bIns="0"/>
                    <a:lstStyle/>
                    <a:p>
                      <a:pPr algn="l">
                        <a:lnSpc>
                          <a:spcPct val="108000"/>
                        </a:lnSpc>
                        <a:spcBef>
                          <a:spcPts val="0"/>
                        </a:spcBef>
                        <a:spcAft>
                          <a:spcPts val="0"/>
                        </a:spcAft>
                      </a:pPr>
                      <a:r>
                        <a:rPr sz="1300" b="1" lang="ko-KR">
                          <a:solidFill>
                            <a:srgbClr val="0078D4"/>
                          </a:solidFill>
                          <a:latin typeface="Segoe UI Semibold"/>
                          <a:ea typeface="Malgun Gothic"/>
                          <a:cs typeface="Segoe UI"/>
                        </a:rPr>
                        <a:t>Delay / MaxDelay</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300" b="0" lang="ko-KR">
                          <a:solidFill>
                            <a:srgbClr val="333333"/>
                          </a:solidFill>
                          <a:latin typeface="Segoe UI"/>
                          <a:ea typeface="Malgun Gothic"/>
                          <a:cs typeface="Segoe UI"/>
                        </a:rPr>
                        <a:t>0.8초 / 60초</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300" b="0" lang="ko-KR">
                          <a:solidFill>
                            <a:srgbClr val="333333"/>
                          </a:solidFill>
                          <a:latin typeface="Segoe UI"/>
                          <a:ea typeface="Malgun Gothic"/>
                          <a:cs typeface="Segoe UI"/>
                        </a:rPr>
                        <a:t>1초 / 16초</a:t>
                      </a:r>
                    </a:p>
                  </a:txBody>
                  <a:tcPr marL="118872" marR="118872" marT="45720" marB="45720">
                    <a:solidFill>
                      <a:srgbClr val="F2F6FA"/>
                    </a:solidFill>
                  </a:tcPr>
                </a:tc>
              </a:tr>
              <a:tr h="603504">
                <a:tc>
                  <a:txBody>
                    <a:bodyPr anchor="ctr" wrap="square" lIns="0" rIns="0" tIns="0" bIns="0"/>
                    <a:lstStyle/>
                    <a:p>
                      <a:pPr algn="l">
                        <a:lnSpc>
                          <a:spcPct val="108000"/>
                        </a:lnSpc>
                        <a:spcBef>
                          <a:spcPts val="0"/>
                        </a:spcBef>
                        <a:spcAft>
                          <a:spcPts val="0"/>
                        </a:spcAft>
                      </a:pPr>
                      <a:r>
                        <a:rPr sz="1300" b="1" lang="ko-KR">
                          <a:solidFill>
                            <a:srgbClr val="0078D4"/>
                          </a:solidFill>
                          <a:latin typeface="Segoe UI Semibold"/>
                          <a:ea typeface="Malgun Gothic"/>
                          <a:cs typeface="Segoe UI"/>
                        </a:rPr>
                        <a:t>기준 대기 간격</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300" b="0" lang="ko-KR">
                          <a:solidFill>
                            <a:srgbClr val="333333"/>
                          </a:solidFill>
                          <a:latin typeface="Segoe UI"/>
                          <a:ea typeface="Malgun Gothic"/>
                          <a:cs typeface="Segoe UI"/>
                        </a:rPr>
                        <a:t>0.8 → 1.6 → 3.2초</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300" b="0" lang="ko-KR">
                          <a:solidFill>
                            <a:srgbClr val="333333"/>
                          </a:solidFill>
                          <a:latin typeface="Segoe UI"/>
                          <a:ea typeface="Malgun Gothic"/>
                          <a:cs typeface="Segoe UI"/>
                        </a:rPr>
                        <a:t>1 → 2 → 4 → 8 → 16초</a:t>
                      </a:r>
                    </a:p>
                  </a:txBody>
                  <a:tcPr marL="118872" marR="118872" marT="45720" marB="45720">
                    <a:solidFill>
                      <a:srgbClr val="FFFFFF"/>
                    </a:solidFill>
                  </a:tcPr>
                </a:tc>
              </a:tr>
            </a:tbl>
          </a:graphicData>
        </a:graphic>
      </p:graphicFrame>
      <p:sp>
        <p:nvSpPr>
          <p:cNvPr id="7" name="TextBox 6"/>
          <p:cNvSpPr txBox="1"/>
          <p:nvPr/>
        </p:nvSpPr>
        <p:spPr>
          <a:xfrm>
            <a:off x="731520" y="5010912"/>
            <a:ext cx="10607040" cy="54864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실제 대기에는 jitter가 적용됩니다. 응답·인증·여러 요청의 소요 시간이 추가되므로</a:t>
            </a:r>
          </a:p>
          <a:p>
            <a:pPr algn="l">
              <a:lnSpc>
                <a:spcPct val="108000"/>
              </a:lnSpc>
              <a:spcBef>
                <a:spcPts val="0"/>
              </a:spcBef>
              <a:spcAft>
                <a:spcPts val="0"/>
              </a:spcAft>
            </a:pPr>
            <a:r>
              <a:rPr sz="1350" b="0" lang="ko-KR">
                <a:solidFill>
                  <a:srgbClr val="333333"/>
                </a:solidFill>
                <a:latin typeface="Segoe UI"/>
                <a:ea typeface="Malgun Gothic"/>
                <a:cs typeface="Segoe UI"/>
              </a:rPr>
              <a:t>전체 시작 시간이 위 대기 시간의 합으로 고정되는 것은 아닙니다.</a:t>
            </a:r>
          </a:p>
        </p:txBody>
      </p:sp>
      <p:sp>
        <p:nvSpPr>
          <p:cNvPr id="8" name="Rectangle 7"/>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서버 대기 헤더는 SDK가 처리할 수 있지만, 이번 실측 응답에는 두 헤더가 없었습니다.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900" b="1" lang="ko-KR">
                <a:solidFill>
                  <a:srgbClr val="243A5E"/>
                </a:solidFill>
                <a:latin typeface="Segoe UI Semibold"/>
                <a:ea typeface="Malgun Gothic"/>
                <a:cs typeface="Segoe UI"/>
              </a:rPr>
              <a:t>Retry와 ReloadInterval은 서로 다른 설정입니다</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§5.2 · 옵션을 지정한 SecretClient를 Provider에 전달</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Resilience &amp; Throttling</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12</a:t>
            </a:r>
          </a:p>
        </p:txBody>
      </p:sp>
      <p:sp>
        <p:nvSpPr>
          <p:cNvPr id="6" name="Rounded Rectangle 5"/>
          <p:cNvSpPr/>
          <p:nvPr/>
        </p:nvSpPr>
        <p:spPr>
          <a:xfrm>
            <a:off x="585216" y="1810512"/>
            <a:ext cx="6629400" cy="3703320"/>
          </a:xfrm>
          <a:prstGeom prst="roundRect">
            <a:avLst>
              <a:gd name="adj" fmla="val 4000"/>
            </a:avLst>
          </a:prstGeom>
          <a:solidFill>
            <a:srgbClr val="F7F9FB"/>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810512"/>
            <a:ext cx="50292" cy="37033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956816"/>
            <a:ext cx="6263640" cy="3429000"/>
          </a:xfrm>
          <a:prstGeom prst="rect">
            <a:avLst/>
          </a:prstGeom>
          <a:noFill/>
        </p:spPr>
        <p:txBody>
          <a:bodyPr wrap="square" lIns="0" rIns="0" tIns="0" bIns="0">
            <a:spAutoFit/>
          </a:bodyPr>
          <a:lstStyle/>
          <a:p>
            <a:pPr algn="l">
              <a:lnSpc>
                <a:spcPct val="108000"/>
              </a:lnSpc>
              <a:spcBef>
                <a:spcPts val="0"/>
              </a:spcBef>
              <a:spcAft>
                <a:spcPts val="0"/>
              </a:spcAft>
            </a:pPr>
            <a:r>
              <a:rPr sz="1200" b="0" lang="ko-KR">
                <a:solidFill>
                  <a:srgbClr val="333333"/>
                </a:solidFill>
                <a:latin typeface="Consolas"/>
                <a:ea typeface="Malgun Gothic"/>
                <a:cs typeface="Segoe UI"/>
              </a:rPr>
              <a:t>var options = new SecretClientOptions</a:t>
            </a:r>
          </a:p>
          <a:p>
            <a:pPr algn="l">
              <a:lnSpc>
                <a:spcPct val="108000"/>
              </a:lnSpc>
              <a:spcBef>
                <a:spcPts val="0"/>
              </a:spcBef>
              <a:spcAft>
                <a:spcPts val="0"/>
              </a:spcAft>
            </a:pPr>
            <a:r>
              <a:rPr sz="1200" b="0" lang="ko-KR">
                <a:solidFill>
                  <a:srgbClr val="333333"/>
                </a:solidFill>
                <a:latin typeface="Consolas"/>
                <a:ea typeface="Malgun Gothic"/>
                <a:cs typeface="Segoe UI"/>
              </a:rPr>
              <a:t>{</a:t>
            </a:r>
          </a:p>
          <a:p>
            <a:pPr algn="l">
              <a:lnSpc>
                <a:spcPct val="108000"/>
              </a:lnSpc>
              <a:spcBef>
                <a:spcPts val="0"/>
              </a:spcBef>
              <a:spcAft>
                <a:spcPts val="0"/>
              </a:spcAft>
            </a:pPr>
            <a:r>
              <a:rPr sz="1200" b="0" lang="ko-KR">
                <a:solidFill>
                  <a:srgbClr val="333333"/>
                </a:solidFill>
                <a:latin typeface="Consolas"/>
                <a:ea typeface="Malgun Gothic"/>
                <a:cs typeface="Segoe UI"/>
              </a:rPr>
              <a:t>    Retry = { Mode = RetryMode.Exponential,</a:t>
            </a:r>
          </a:p>
          <a:p>
            <a:pPr algn="l">
              <a:lnSpc>
                <a:spcPct val="108000"/>
              </a:lnSpc>
              <a:spcBef>
                <a:spcPts val="0"/>
              </a:spcBef>
              <a:spcAft>
                <a:spcPts val="0"/>
              </a:spcAft>
            </a:pPr>
            <a:r>
              <a:rPr sz="1200" b="0" lang="ko-KR">
                <a:solidFill>
                  <a:srgbClr val="333333"/>
                </a:solidFill>
                <a:latin typeface="Consolas"/>
                <a:ea typeface="Malgun Gothic"/>
                <a:cs typeface="Segoe UI"/>
              </a:rPr>
              <a:t>              Delay = TimeSpan.FromSeconds(1),</a:t>
            </a:r>
          </a:p>
          <a:p>
            <a:pPr algn="l">
              <a:lnSpc>
                <a:spcPct val="108000"/>
              </a:lnSpc>
              <a:spcBef>
                <a:spcPts val="0"/>
              </a:spcBef>
              <a:spcAft>
                <a:spcPts val="0"/>
              </a:spcAft>
            </a:pPr>
            <a:r>
              <a:rPr sz="1200" b="0" lang="ko-KR">
                <a:solidFill>
                  <a:srgbClr val="333333"/>
                </a:solidFill>
                <a:latin typeface="Consolas"/>
                <a:ea typeface="Malgun Gothic"/>
                <a:cs typeface="Segoe UI"/>
              </a:rPr>
              <a:t>              MaxDelay = TimeSpan.FromSeconds(16),</a:t>
            </a:r>
          </a:p>
          <a:p>
            <a:pPr algn="l">
              <a:lnSpc>
                <a:spcPct val="108000"/>
              </a:lnSpc>
              <a:spcBef>
                <a:spcPts val="0"/>
              </a:spcBef>
              <a:spcAft>
                <a:spcPts val="0"/>
              </a:spcAft>
            </a:pPr>
            <a:r>
              <a:rPr sz="1200" b="0" lang="ko-KR">
                <a:solidFill>
                  <a:srgbClr val="333333"/>
                </a:solidFill>
                <a:latin typeface="Consolas"/>
                <a:ea typeface="Malgun Gothic"/>
                <a:cs typeface="Segoe UI"/>
              </a:rPr>
              <a:t>              MaxRetries = 5 }</a:t>
            </a:r>
          </a:p>
          <a:p>
            <a:pPr algn="l">
              <a:lnSpc>
                <a:spcPct val="108000"/>
              </a:lnSpc>
              <a:spcBef>
                <a:spcPts val="0"/>
              </a:spcBef>
              <a:spcAft>
                <a:spcPts val="0"/>
              </a:spcAft>
            </a:pPr>
            <a:r>
              <a:rPr sz="1200" b="0" lang="ko-KR">
                <a:solidFill>
                  <a:srgbClr val="333333"/>
                </a:solidFill>
                <a:latin typeface="Consolas"/>
                <a:ea typeface="Malgun Gothic"/>
                <a:cs typeface="Segoe UI"/>
              </a:rPr>
              <a:t>};</a:t>
            </a:r>
          </a:p>
          <a:p>
            <a:pPr algn="l">
              <a:lnSpc>
                <a:spcPct val="108000"/>
              </a:lnSpc>
              <a:spcBef>
                <a:spcPts val="0"/>
              </a:spcBef>
              <a:spcAft>
                <a:spcPts val="0"/>
              </a:spcAft>
            </a:pPr>
            <a:r>
              <a:rPr sz="1200" b="0" lang="ko-KR">
                <a:solidFill>
                  <a:srgbClr val="333333"/>
                </a:solidFill>
                <a:latin typeface="Consolas"/>
                <a:ea typeface="Malgun Gothic"/>
                <a:cs typeface="Segoe UI"/>
              </a:rPr>
              <a:t>var client = new SecretClient(vaultUri, credential, options);</a:t>
            </a:r>
          </a:p>
          <a:p>
            <a:pPr algn="l">
              <a:lnSpc>
                <a:spcPct val="108000"/>
              </a:lnSpc>
              <a:spcBef>
                <a:spcPts val="0"/>
              </a:spcBef>
              <a:spcAft>
                <a:spcPts val="0"/>
              </a:spcAft>
            </a:pPr>
            <a:r>
              <a:rPr sz="1200" b="0" lang="ko-KR">
                <a:solidFill>
                  <a:srgbClr val="333333"/>
                </a:solidFill>
                <a:latin typeface="Consolas"/>
                <a:ea typeface="Malgun Gothic"/>
                <a:cs typeface="Segoe UI"/>
              </a:rPr>
              <a:t>builder.AddAzureKeyVault(client,</a:t>
            </a:r>
          </a:p>
          <a:p>
            <a:pPr algn="l">
              <a:lnSpc>
                <a:spcPct val="108000"/>
              </a:lnSpc>
              <a:spcBef>
                <a:spcPts val="0"/>
              </a:spcBef>
              <a:spcAft>
                <a:spcPts val="0"/>
              </a:spcAft>
            </a:pPr>
            <a:r>
              <a:rPr sz="1200" b="0" lang="ko-KR">
                <a:solidFill>
                  <a:srgbClr val="333333"/>
                </a:solidFill>
                <a:latin typeface="Consolas"/>
                <a:ea typeface="Malgun Gothic"/>
                <a:cs typeface="Segoe UI"/>
              </a:rPr>
              <a:t>    new AzureKeyVaultConfigurationOptions</a:t>
            </a:r>
          </a:p>
          <a:p>
            <a:pPr algn="l">
              <a:lnSpc>
                <a:spcPct val="108000"/>
              </a:lnSpc>
              <a:spcBef>
                <a:spcPts val="0"/>
              </a:spcBef>
              <a:spcAft>
                <a:spcPts val="0"/>
              </a:spcAft>
            </a:pPr>
            <a:r>
              <a:rPr sz="1200" b="0" lang="ko-KR">
                <a:solidFill>
                  <a:srgbClr val="333333"/>
                </a:solidFill>
                <a:latin typeface="Consolas"/>
                <a:ea typeface="Malgun Gothic"/>
                <a:cs typeface="Segoe UI"/>
              </a:rPr>
              <a:t>    {</a:t>
            </a:r>
          </a:p>
          <a:p>
            <a:pPr algn="l">
              <a:lnSpc>
                <a:spcPct val="108000"/>
              </a:lnSpc>
              <a:spcBef>
                <a:spcPts val="0"/>
              </a:spcBef>
              <a:spcAft>
                <a:spcPts val="0"/>
              </a:spcAft>
            </a:pPr>
            <a:r>
              <a:rPr sz="1200" b="0" lang="ko-KR">
                <a:solidFill>
                  <a:srgbClr val="333333"/>
                </a:solidFill>
                <a:latin typeface="Consolas"/>
                <a:ea typeface="Malgun Gothic"/>
                <a:cs typeface="Segoe UI"/>
              </a:rPr>
              <a:t>        ReloadInterval = TimeSpan.FromSeconds(10),</a:t>
            </a:r>
          </a:p>
          <a:p>
            <a:pPr algn="l">
              <a:lnSpc>
                <a:spcPct val="108000"/>
              </a:lnSpc>
              <a:spcBef>
                <a:spcPts val="0"/>
              </a:spcBef>
              <a:spcAft>
                <a:spcPts val="0"/>
              </a:spcAft>
            </a:pPr>
            <a:r>
              <a:rPr sz="1200" b="0" lang="ko-KR">
                <a:solidFill>
                  <a:srgbClr val="333333"/>
                </a:solidFill>
                <a:latin typeface="Consolas"/>
                <a:ea typeface="Malgun Gothic"/>
                <a:cs typeface="Segoe UI"/>
              </a:rPr>
              <a:t>        Manager = new SingleSecretManager(secretName)</a:t>
            </a:r>
          </a:p>
          <a:p>
            <a:pPr algn="l">
              <a:lnSpc>
                <a:spcPct val="108000"/>
              </a:lnSpc>
              <a:spcBef>
                <a:spcPts val="0"/>
              </a:spcBef>
              <a:spcAft>
                <a:spcPts val="0"/>
              </a:spcAft>
            </a:pPr>
            <a:r>
              <a:rPr sz="1200" b="0" lang="ko-KR">
                <a:solidFill>
                  <a:srgbClr val="333333"/>
                </a:solidFill>
                <a:latin typeface="Consolas"/>
                <a:ea typeface="Malgun Gothic"/>
                <a:cs typeface="Segoe UI"/>
              </a:rPr>
              <a:t>    });</a:t>
            </a:r>
          </a:p>
        </p:txBody>
      </p:sp>
      <p:sp>
        <p:nvSpPr>
          <p:cNvPr id="9" name="Rounded Rectangle 8"/>
          <p:cNvSpPr/>
          <p:nvPr/>
        </p:nvSpPr>
        <p:spPr>
          <a:xfrm>
            <a:off x="7461504" y="1874519"/>
            <a:ext cx="4142232" cy="16002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61504" y="1874519"/>
            <a:ext cx="50292" cy="160020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1816" y="2057400"/>
            <a:ext cx="3721608"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Retry</a:t>
            </a:r>
          </a:p>
        </p:txBody>
      </p:sp>
      <p:sp>
        <p:nvSpPr>
          <p:cNvPr id="12" name="TextBox 11"/>
          <p:cNvSpPr txBox="1"/>
          <p:nvPr/>
        </p:nvSpPr>
        <p:spPr>
          <a:xfrm>
            <a:off x="7671816" y="2624327"/>
            <a:ext cx="3721608" cy="68580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실패한 개별 요청의 재시도</a:t>
            </a:r>
          </a:p>
          <a:p>
            <a:pPr algn="l">
              <a:lnSpc>
                <a:spcPct val="108000"/>
              </a:lnSpc>
              <a:spcBef>
                <a:spcPts val="0"/>
              </a:spcBef>
              <a:spcAft>
                <a:spcPts val="0"/>
              </a:spcAft>
            </a:pPr>
            <a:r>
              <a:rPr sz="1350" b="0" lang="ko-KR">
                <a:solidFill>
                  <a:srgbClr val="333333"/>
                </a:solidFill>
                <a:latin typeface="Segoe UI"/>
                <a:ea typeface="Malgun Gothic"/>
                <a:cs typeface="Segoe UI"/>
              </a:rPr>
              <a:t>최초 로딩과 reload 모두 적용</a:t>
            </a:r>
          </a:p>
        </p:txBody>
      </p:sp>
      <p:sp>
        <p:nvSpPr>
          <p:cNvPr id="13" name="Rounded Rectangle 12"/>
          <p:cNvSpPr/>
          <p:nvPr/>
        </p:nvSpPr>
        <p:spPr>
          <a:xfrm>
            <a:off x="7461504" y="3694176"/>
            <a:ext cx="4142232" cy="16002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61504" y="3694176"/>
            <a:ext cx="50292" cy="160020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71816" y="3877056"/>
            <a:ext cx="3721608"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ReloadInterval</a:t>
            </a:r>
          </a:p>
        </p:txBody>
      </p:sp>
      <p:sp>
        <p:nvSpPr>
          <p:cNvPr id="16" name="TextBox 15"/>
          <p:cNvSpPr txBox="1"/>
          <p:nvPr/>
        </p:nvSpPr>
        <p:spPr>
          <a:xfrm>
            <a:off x="7671816" y="4443984"/>
            <a:ext cx="3721608" cy="68580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초기 로딩 성공 후</a:t>
            </a:r>
          </a:p>
          <a:p>
            <a:pPr algn="l">
              <a:lnSpc>
                <a:spcPct val="108000"/>
              </a:lnSpc>
              <a:spcBef>
                <a:spcPts val="0"/>
              </a:spcBef>
              <a:spcAft>
                <a:spcPts val="0"/>
              </a:spcAft>
            </a:pPr>
            <a:r>
              <a:rPr sz="1350" b="0" lang="ko-KR">
                <a:solidFill>
                  <a:srgbClr val="333333"/>
                </a:solidFill>
                <a:latin typeface="Segoe UI"/>
                <a:ea typeface="Malgun Gothic"/>
                <a:cs typeface="Segoe UI"/>
              </a:rPr>
              <a:t>백그라운드 변경 확인 주기</a:t>
            </a:r>
          </a:p>
        </p:txBody>
      </p:sp>
      <p:sp>
        <p:nvSpPr>
          <p:cNvPr id="17" name="Rectangle 16"/>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ReloadInterval을 길게 주어도 최초 로딩은 즉시 수행합니다.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900" b="1" lang="ko-KR">
                <a:solidFill>
                  <a:srgbClr val="243A5E"/>
                </a:solidFill>
                <a:latin typeface="Segoe UI Semibold"/>
                <a:ea typeface="Malgun Gothic"/>
                <a:cs typeface="Segoe UI"/>
              </a:rPr>
              <a:t>최초 로딩 실패는 새 인스턴스 시작을 막을 수 있습니다</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§5.2 · Build()에서 초기 로딩 / 기존 메모리 값 없음</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Resilience &amp; Throttling</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13</a:t>
            </a:r>
          </a:p>
        </p:txBody>
      </p:sp>
      <p:sp>
        <p:nvSpPr>
          <p:cNvPr id="6" name="Rounded Rectangle 5"/>
          <p:cNvSpPr/>
          <p:nvPr/>
        </p:nvSpPr>
        <p:spPr>
          <a:xfrm>
            <a:off x="585216" y="2194560"/>
            <a:ext cx="3429000" cy="214884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2194560"/>
            <a:ext cx="50292" cy="214884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377440"/>
            <a:ext cx="300837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즉시 최초 로딩</a:t>
            </a:r>
          </a:p>
        </p:txBody>
      </p:sp>
      <p:sp>
        <p:nvSpPr>
          <p:cNvPr id="9" name="TextBox 8"/>
          <p:cNvSpPr txBox="1"/>
          <p:nvPr/>
        </p:nvSpPr>
        <p:spPr>
          <a:xfrm>
            <a:off x="795528" y="2944368"/>
            <a:ext cx="3008376" cy="123444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ConfigurationBuilder</a:t>
            </a:r>
          </a:p>
          <a:p>
            <a:pPr algn="l">
              <a:lnSpc>
                <a:spcPct val="108000"/>
              </a:lnSpc>
              <a:spcBef>
                <a:spcPts val="0"/>
              </a:spcBef>
              <a:spcAft>
                <a:spcPts val="0"/>
              </a:spcAft>
            </a:pPr>
            <a:r>
              <a:rPr sz="1350" b="0" lang="ko-KR">
                <a:solidFill>
                  <a:srgbClr val="333333"/>
                </a:solidFill>
                <a:latin typeface="Segoe UI"/>
                <a:ea typeface="Malgun Gothic"/>
                <a:cs typeface="Segoe UI"/>
              </a:rPr>
              <a:t>.Build()</a:t>
            </a:r>
          </a:p>
        </p:txBody>
      </p:sp>
      <p:cxnSp>
        <p:nvCxnSpPr>
          <p:cNvPr id="10" name="Connector 9"/>
          <p:cNvCxnSpPr/>
          <p:nvPr/>
        </p:nvCxnSpPr>
        <p:spPr>
          <a:xfrm>
            <a:off x="4041648" y="3218688"/>
            <a:ext cx="301752"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79976" y="2194560"/>
            <a:ext cx="3429000" cy="214884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2194560"/>
            <a:ext cx="50292" cy="214884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2377440"/>
            <a:ext cx="300837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429 → SDK 재시도</a:t>
            </a:r>
          </a:p>
        </p:txBody>
      </p:sp>
      <p:sp>
        <p:nvSpPr>
          <p:cNvPr id="14" name="TextBox 13"/>
          <p:cNvSpPr txBox="1"/>
          <p:nvPr/>
        </p:nvSpPr>
        <p:spPr>
          <a:xfrm>
            <a:off x="4590288" y="2944368"/>
            <a:ext cx="3008376" cy="123444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Lab 설정: 재시도 5회</a:t>
            </a:r>
          </a:p>
          <a:p>
            <a:pPr algn="l">
              <a:lnSpc>
                <a:spcPct val="108000"/>
              </a:lnSpc>
              <a:spcBef>
                <a:spcPts val="0"/>
              </a:spcBef>
              <a:spcAft>
                <a:spcPts val="0"/>
              </a:spcAft>
            </a:pPr>
            <a:r>
              <a:rPr sz="1350" b="0" lang="ko-KR">
                <a:solidFill>
                  <a:srgbClr val="333333"/>
                </a:solidFill>
                <a:latin typeface="Segoe UI"/>
                <a:ea typeface="Malgun Gothic"/>
                <a:cs typeface="Segoe UI"/>
              </a:rPr>
              <a:t>최초 포함 최대 6회</a:t>
            </a:r>
          </a:p>
        </p:txBody>
      </p:sp>
      <p:cxnSp>
        <p:nvCxnSpPr>
          <p:cNvPr id="15" name="Connector 14"/>
          <p:cNvCxnSpPr/>
          <p:nvPr/>
        </p:nvCxnSpPr>
        <p:spPr>
          <a:xfrm>
            <a:off x="7836407" y="3218688"/>
            <a:ext cx="301752"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174736" y="2194560"/>
            <a:ext cx="3429000" cy="214884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74736" y="2194560"/>
            <a:ext cx="50292" cy="214884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85048" y="2377440"/>
            <a:ext cx="300837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성공 또는 예외</a:t>
            </a:r>
          </a:p>
        </p:txBody>
      </p:sp>
      <p:sp>
        <p:nvSpPr>
          <p:cNvPr id="19" name="TextBox 18"/>
          <p:cNvSpPr txBox="1"/>
          <p:nvPr/>
        </p:nvSpPr>
        <p:spPr>
          <a:xfrm>
            <a:off x="8385048" y="2944368"/>
            <a:ext cx="3008376" cy="123444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성공: 앱 시작</a:t>
            </a:r>
          </a:p>
          <a:p>
            <a:pPr algn="l">
              <a:lnSpc>
                <a:spcPct val="108000"/>
              </a:lnSpc>
              <a:spcBef>
                <a:spcPts val="0"/>
              </a:spcBef>
              <a:spcAft>
                <a:spcPts val="0"/>
              </a:spcAft>
            </a:pPr>
            <a:r>
              <a:rPr sz="1350" b="0" lang="ko-KR">
                <a:solidFill>
                  <a:srgbClr val="333333"/>
                </a:solidFill>
                <a:latin typeface="Segoe UI"/>
                <a:ea typeface="Malgun Gothic"/>
                <a:cs typeface="Segoe UI"/>
              </a:rPr>
              <a:t>소진: Status=429 예외</a:t>
            </a:r>
          </a:p>
        </p:txBody>
      </p:sp>
      <p:sp>
        <p:nvSpPr>
          <p:cNvPr id="20" name="TextBox 19"/>
          <p:cNvSpPr txBox="1"/>
          <p:nvPr/>
        </p:nvSpPr>
        <p:spPr>
          <a:xfrm>
            <a:off x="731520" y="4709160"/>
            <a:ext cx="10652760" cy="658368"/>
          </a:xfrm>
          <a:prstGeom prst="rect">
            <a:avLst/>
          </a:prstGeom>
          <a:noFill/>
        </p:spPr>
        <p:txBody>
          <a:bodyPr wrap="square" lIns="0" rIns="0" tIns="0" bIns="0">
            <a:spAutoFit/>
          </a:bodyPr>
          <a:lstStyle/>
          <a:p>
            <a:pPr algn="l">
              <a:lnSpc>
                <a:spcPct val="108000"/>
              </a:lnSpc>
              <a:spcBef>
                <a:spcPts val="0"/>
              </a:spcBef>
              <a:spcAft>
                <a:spcPts val="0"/>
              </a:spcAft>
            </a:pPr>
            <a:r>
              <a:rPr sz="1600" b="0" lang="ko-KR">
                <a:solidFill>
                  <a:srgbClr val="243A5E"/>
                </a:solidFill>
                <a:latin typeface="Segoe UI"/>
                <a:ea typeface="Malgun Gothic"/>
                <a:cs typeface="Segoe UI"/>
              </a:rPr>
              <a:t>참가자 프로젝트는 최종 예외를 기록하고 종료 코드 2로 종료합니다.</a:t>
            </a:r>
          </a:p>
          <a:p>
            <a:pPr algn="l">
              <a:lnSpc>
                <a:spcPct val="108000"/>
              </a:lnSpc>
              <a:spcBef>
                <a:spcPts val="0"/>
              </a:spcBef>
              <a:spcAft>
                <a:spcPts val="0"/>
              </a:spcAft>
            </a:pPr>
            <a:r>
              <a:rPr sz="1600" b="0" lang="ko-KR">
                <a:solidFill>
                  <a:srgbClr val="243A5E"/>
                </a:solidFill>
                <a:latin typeface="Segoe UI"/>
                <a:ea typeface="Malgun Gothic"/>
                <a:cs typeface="Segoe UI"/>
              </a:rPr>
              <a:t>기존 앱이 살아 있어도 새 배포·재시작·스케일아웃은 실패할 수 있습니다.</a:t>
            </a:r>
          </a:p>
        </p:txBody>
      </p:sp>
      <p:sp>
        <p:nvSpPr>
          <p:cNvPr id="21" name="Rectangle 20"/>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새 인스턴스가 초기 로딩·준비 상태 확인을 마칠 때까지 기존 인스턴스를 유지합니다.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900" b="1" lang="ko-KR">
                <a:solidFill>
                  <a:srgbClr val="243A5E"/>
                </a:solidFill>
                <a:latin typeface="Segoe UI Semibold"/>
                <a:ea typeface="Malgun Gothic"/>
                <a:cs typeface="Segoe UI"/>
              </a:rPr>
              <a:t>시작 성공 후 reload 실패는 기존 값을 유지합니다</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§5.2 · 최초 로딩과 백그라운드 polling의 실패 처리를 구분</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Resilience &amp; Throttling</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14</a:t>
            </a:r>
          </a:p>
        </p:txBody>
      </p:sp>
      <p:sp>
        <p:nvSpPr>
          <p:cNvPr id="6" name="Rounded Rectangle 5"/>
          <p:cNvSpPr/>
          <p:nvPr/>
        </p:nvSpPr>
        <p:spPr>
          <a:xfrm>
            <a:off x="585216" y="2194560"/>
            <a:ext cx="3429000" cy="214884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2194560"/>
            <a:ext cx="50292" cy="214884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377440"/>
            <a:ext cx="300837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최초 성공</a:t>
            </a:r>
          </a:p>
        </p:txBody>
      </p:sp>
      <p:sp>
        <p:nvSpPr>
          <p:cNvPr id="9" name="TextBox 8"/>
          <p:cNvSpPr txBox="1"/>
          <p:nvPr/>
        </p:nvSpPr>
        <p:spPr>
          <a:xfrm>
            <a:off x="795528" y="2944368"/>
            <a:ext cx="3008376" cy="123444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값 A를 메모리에 보관</a:t>
            </a:r>
          </a:p>
          <a:p>
            <a:pPr algn="l">
              <a:lnSpc>
                <a:spcPct val="108000"/>
              </a:lnSpc>
              <a:spcBef>
                <a:spcPts val="0"/>
              </a:spcBef>
              <a:spcAft>
                <a:spcPts val="0"/>
              </a:spcAft>
            </a:pPr>
            <a:r>
              <a:rPr sz="1350" b="0" lang="ko-KR">
                <a:solidFill>
                  <a:srgbClr val="333333"/>
                </a:solidFill>
                <a:latin typeface="Segoe UI"/>
                <a:ea typeface="Malgun Gothic"/>
                <a:cs typeface="Segoe UI"/>
              </a:rPr>
              <a:t>앱은 A 사용</a:t>
            </a:r>
          </a:p>
        </p:txBody>
      </p:sp>
      <p:cxnSp>
        <p:nvCxnSpPr>
          <p:cNvPr id="10" name="Connector 9"/>
          <p:cNvCxnSpPr/>
          <p:nvPr/>
        </p:nvCxnSpPr>
        <p:spPr>
          <a:xfrm>
            <a:off x="4041648" y="3218688"/>
            <a:ext cx="301752"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79976" y="2194560"/>
            <a:ext cx="3429000" cy="214884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2194560"/>
            <a:ext cx="50292" cy="214884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2377440"/>
            <a:ext cx="300837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reload 실패</a:t>
            </a:r>
          </a:p>
        </p:txBody>
      </p:sp>
      <p:sp>
        <p:nvSpPr>
          <p:cNvPr id="14" name="TextBox 13"/>
          <p:cNvSpPr txBox="1"/>
          <p:nvPr/>
        </p:nvSpPr>
        <p:spPr>
          <a:xfrm>
            <a:off x="4590288" y="2944368"/>
            <a:ext cx="3008376" cy="123444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SDK 재시도 소진</a:t>
            </a:r>
          </a:p>
          <a:p>
            <a:pPr algn="l">
              <a:lnSpc>
                <a:spcPct val="108000"/>
              </a:lnSpc>
              <a:spcBef>
                <a:spcPts val="0"/>
              </a:spcBef>
              <a:spcAft>
                <a:spcPts val="0"/>
              </a:spcAft>
            </a:pPr>
            <a:r>
              <a:rPr sz="1350" b="0" lang="ko-KR">
                <a:solidFill>
                  <a:srgbClr val="333333"/>
                </a:solidFill>
                <a:latin typeface="Segoe UI"/>
                <a:ea typeface="Malgun Gothic"/>
                <a:cs typeface="Segoe UI"/>
              </a:rPr>
              <a:t>기존 A 유지</a:t>
            </a:r>
          </a:p>
        </p:txBody>
      </p:sp>
      <p:cxnSp>
        <p:nvCxnSpPr>
          <p:cNvPr id="15" name="Connector 14"/>
          <p:cNvCxnSpPr/>
          <p:nvPr/>
        </p:nvCxnSpPr>
        <p:spPr>
          <a:xfrm>
            <a:off x="7836407" y="3218688"/>
            <a:ext cx="301752"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174736" y="2194560"/>
            <a:ext cx="3429000" cy="214884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74736" y="2194560"/>
            <a:ext cx="50292" cy="214884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85048" y="2377440"/>
            <a:ext cx="300837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이후 갱신 성공</a:t>
            </a:r>
          </a:p>
        </p:txBody>
      </p:sp>
      <p:sp>
        <p:nvSpPr>
          <p:cNvPr id="19" name="TextBox 18"/>
          <p:cNvSpPr txBox="1"/>
          <p:nvPr/>
        </p:nvSpPr>
        <p:spPr>
          <a:xfrm>
            <a:off x="8385048" y="2944368"/>
            <a:ext cx="3008376" cy="123444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변경된 값 B 반영</a:t>
            </a:r>
          </a:p>
          <a:p>
            <a:pPr algn="l">
              <a:lnSpc>
                <a:spcPct val="108000"/>
              </a:lnSpc>
              <a:spcBef>
                <a:spcPts val="0"/>
              </a:spcBef>
              <a:spcAft>
                <a:spcPts val="0"/>
              </a:spcAft>
            </a:pPr>
            <a:r>
              <a:rPr sz="1350" b="0" lang="ko-KR">
                <a:solidFill>
                  <a:srgbClr val="333333"/>
                </a:solidFill>
                <a:latin typeface="Segoe UI"/>
                <a:ea typeface="Malgun Gothic"/>
                <a:cs typeface="Segoe UI"/>
              </a:rPr>
              <a:t>앱은 B 사용</a:t>
            </a:r>
          </a:p>
        </p:txBody>
      </p:sp>
      <p:sp>
        <p:nvSpPr>
          <p:cNvPr id="20" name="TextBox 19"/>
          <p:cNvSpPr txBox="1"/>
          <p:nvPr/>
        </p:nvSpPr>
        <p:spPr>
          <a:xfrm>
            <a:off x="731520" y="4718304"/>
            <a:ext cx="10698480" cy="640080"/>
          </a:xfrm>
          <a:prstGeom prst="rect">
            <a:avLst/>
          </a:prstGeom>
          <a:noFill/>
        </p:spPr>
        <p:txBody>
          <a:bodyPr wrap="square" lIns="0" rIns="0" tIns="0" bIns="0">
            <a:spAutoFit/>
          </a:bodyPr>
          <a:lstStyle/>
          <a:p>
            <a:pPr algn="l">
              <a:lnSpc>
                <a:spcPct val="108000"/>
              </a:lnSpc>
              <a:spcBef>
                <a:spcPts val="0"/>
              </a:spcBef>
              <a:spcAft>
                <a:spcPts val="0"/>
              </a:spcAft>
            </a:pPr>
            <a:r>
              <a:rPr sz="1500" b="0" lang="ko-KR">
                <a:solidFill>
                  <a:srgbClr val="243A5E"/>
                </a:solidFill>
                <a:latin typeface="Segoe UI"/>
                <a:ea typeface="Malgun Gothic"/>
                <a:cs typeface="Segoe UI"/>
              </a:rPr>
              <a:t>실패한 polling은 reload 알림을 발생시키지 않습니다.</a:t>
            </a:r>
          </a:p>
          <a:p>
            <a:pPr algn="l">
              <a:lnSpc>
                <a:spcPct val="108000"/>
              </a:lnSpc>
              <a:spcBef>
                <a:spcPts val="0"/>
              </a:spcBef>
              <a:spcAft>
                <a:spcPts val="0"/>
              </a:spcAft>
            </a:pPr>
            <a:r>
              <a:rPr sz="1500" b="0" lang="ko-KR">
                <a:solidFill>
                  <a:srgbClr val="243A5E"/>
                </a:solidFill>
                <a:latin typeface="Segoe UI"/>
                <a:ea typeface="Malgun Gothic"/>
                <a:cs typeface="Segoe UI"/>
              </a:rPr>
              <a:t>기존 값 조회 가능 ≠ 자격 증명 유효: 폐기된 DB 비밀번호로는 연결이 실패합니다.</a:t>
            </a:r>
          </a:p>
        </p:txBody>
      </p:sp>
      <p:sp>
        <p:nvSpPr>
          <p:cNvPr id="21" name="Rectangle 20"/>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429와 갱신 성공 여부·설정 최신성을 함께 관측합니다.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900" b="1" lang="ko-KR">
                <a:solidFill>
                  <a:srgbClr val="243A5E"/>
                </a:solidFill>
                <a:latin typeface="Segoe UI Semibold"/>
                <a:ea typeface="Malgun Gothic"/>
                <a:cs typeface="Segoe UI"/>
              </a:rPr>
              <a:t>Configuration 읽기는 모두 메모리에서 수행합니다</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§5.2 · 2초마다 읽어도 앱의 읽기가 Vault 요청을 만들지 않음</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Resilience &amp; Throttling</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15</a:t>
            </a:r>
          </a:p>
        </p:txBody>
      </p:sp>
      <p:sp>
        <p:nvSpPr>
          <p:cNvPr id="6" name="Rounded Rectangle 5"/>
          <p:cNvSpPr/>
          <p:nvPr/>
        </p:nvSpPr>
        <p:spPr>
          <a:xfrm>
            <a:off x="585216" y="1920240"/>
            <a:ext cx="5340096" cy="3328416"/>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920240"/>
            <a:ext cx="50292" cy="332841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103120"/>
            <a:ext cx="4919472"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앱 요청 경로</a:t>
            </a:r>
          </a:p>
        </p:txBody>
      </p:sp>
      <p:sp>
        <p:nvSpPr>
          <p:cNvPr id="9" name="TextBox 8"/>
          <p:cNvSpPr txBox="1"/>
          <p:nvPr/>
        </p:nvSpPr>
        <p:spPr>
          <a:xfrm>
            <a:off x="795528" y="2670048"/>
            <a:ext cx="4919472" cy="241401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2초 · 4초 · 6초 · 8초 · 10초 …</a:t>
            </a:r>
          </a:p>
          <a:p>
            <a:pPr algn="l">
              <a:lnSpc>
                <a:spcPct val="108000"/>
              </a:lnSpc>
              <a:spcBef>
                <a:spcPts val="0"/>
              </a:spcBef>
              <a:spcAft>
                <a:spcPts val="0"/>
              </a:spcAft>
            </a:pPr>
            <a:r>
              <a:rPr sz="1350" b="0" lang="ko-KR">
                <a:solidFill>
                  <a:srgbClr val="333333"/>
                </a:solidFill>
                <a:latin typeface="Segoe UI"/>
                <a:ea typeface="Malgun Gothic"/>
                <a:cs typeface="Segoe UI"/>
              </a:rPr>
              <a:t>configuration[settings.SecretName]</a:t>
            </a:r>
          </a:p>
          <a:p>
            <a:pPr algn="l">
              <a:lnSpc>
                <a:spcPct val="108000"/>
              </a:lnSpc>
              <a:spcBef>
                <a:spcPts val="0"/>
              </a:spcBef>
              <a:spcAft>
                <a:spcPts val="0"/>
              </a:spcAft>
            </a:pPr>
            <a:r>
              <a:rPr sz="1350" b="0" lang="ko-KR">
                <a:solidFill>
                  <a:srgbClr val="333333"/>
                </a:solidFill>
                <a:latin typeface="Segoe UI"/>
                <a:ea typeface="Malgun Gothic"/>
                <a:cs typeface="Segoe UI"/>
              </a:rPr>
              <a:t>↓</a:t>
            </a:r>
          </a:p>
          <a:p>
            <a:pPr algn="l">
              <a:lnSpc>
                <a:spcPct val="108000"/>
              </a:lnSpc>
              <a:spcBef>
                <a:spcPts val="0"/>
              </a:spcBef>
              <a:spcAft>
                <a:spcPts val="0"/>
              </a:spcAft>
            </a:pPr>
            <a:r>
              <a:rPr sz="1350" b="0" lang="ko-KR">
                <a:solidFill>
                  <a:srgbClr val="333333"/>
                </a:solidFill>
                <a:latin typeface="Segoe UI"/>
                <a:ea typeface="Malgun Gothic"/>
                <a:cs typeface="Segoe UI"/>
              </a:rPr>
              <a:t>모두 현재 메모리 값 반환</a:t>
            </a:r>
          </a:p>
          <a:p>
            <a:pPr algn="l">
              <a:lnSpc>
                <a:spcPct val="108000"/>
              </a:lnSpc>
              <a:spcBef>
                <a:spcPts val="0"/>
              </a:spcBef>
              <a:spcAft>
                <a:spcPts val="0"/>
              </a:spcAft>
            </a:pPr>
            <a:r>
              <a:rPr sz="1350" b="0" lang="ko-KR">
                <a:solidFill>
                  <a:srgbClr val="333333"/>
                </a:solidFill>
                <a:latin typeface="Segoe UI"/>
                <a:ea typeface="Malgun Gothic"/>
                <a:cs typeface="Segoe UI"/>
              </a:rPr>
              <a:t>갱신 중이면 기존 값 사용</a:t>
            </a:r>
          </a:p>
        </p:txBody>
      </p:sp>
      <p:sp>
        <p:nvSpPr>
          <p:cNvPr id="10" name="Rounded Rectangle 9"/>
          <p:cNvSpPr/>
          <p:nvPr/>
        </p:nvSpPr>
        <p:spPr>
          <a:xfrm>
            <a:off x="6236208" y="1920240"/>
            <a:ext cx="5367528" cy="3328416"/>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36208" y="1920240"/>
            <a:ext cx="50292" cy="332841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103120"/>
            <a:ext cx="4946904"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Provider의 독립 작업</a:t>
            </a:r>
          </a:p>
        </p:txBody>
      </p:sp>
      <p:sp>
        <p:nvSpPr>
          <p:cNvPr id="13" name="TextBox 12"/>
          <p:cNvSpPr txBox="1"/>
          <p:nvPr/>
        </p:nvSpPr>
        <p:spPr>
          <a:xfrm>
            <a:off x="6446520" y="2670048"/>
            <a:ext cx="4946904" cy="241401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약 10초마다 변경 확인</a:t>
            </a:r>
          </a:p>
          <a:p>
            <a:pPr algn="l">
              <a:lnSpc>
                <a:spcPct val="108000"/>
              </a:lnSpc>
              <a:spcBef>
                <a:spcPts val="0"/>
              </a:spcBef>
              <a:spcAft>
                <a:spcPts val="0"/>
              </a:spcAft>
            </a:pPr>
            <a:r>
              <a:rPr sz="1350" b="0" lang="ko-KR">
                <a:solidFill>
                  <a:srgbClr val="333333"/>
                </a:solidFill>
                <a:latin typeface="Segoe UI"/>
                <a:ea typeface="Malgun Gothic"/>
                <a:cs typeface="Segoe UI"/>
              </a:rPr>
              <a:t>속성 목록 List</a:t>
            </a:r>
          </a:p>
          <a:p>
            <a:pPr algn="l">
              <a:lnSpc>
                <a:spcPct val="108000"/>
              </a:lnSpc>
              <a:spcBef>
                <a:spcPts val="0"/>
              </a:spcBef>
              <a:spcAft>
                <a:spcPts val="0"/>
              </a:spcAft>
            </a:pPr>
            <a:r>
              <a:rPr sz="1350" b="0" lang="ko-KR">
                <a:solidFill>
                  <a:srgbClr val="333333"/>
                </a:solidFill>
                <a:latin typeface="Segoe UI"/>
                <a:ea typeface="Malgun Gothic"/>
                <a:cs typeface="Segoe UI"/>
              </a:rPr>
              <a:t>변경된 대상의 값 Get</a:t>
            </a:r>
          </a:p>
          <a:p>
            <a:pPr algn="l">
              <a:lnSpc>
                <a:spcPct val="108000"/>
              </a:lnSpc>
              <a:spcBef>
                <a:spcPts val="0"/>
              </a:spcBef>
              <a:spcAft>
                <a:spcPts val="0"/>
              </a:spcAft>
            </a:pPr>
            <a:r>
              <a:rPr sz="1350" b="0" lang="ko-KR">
                <a:solidFill>
                  <a:srgbClr val="333333"/>
                </a:solidFill>
                <a:latin typeface="Segoe UI"/>
                <a:ea typeface="Malgun Gothic"/>
                <a:cs typeface="Segoe UI"/>
              </a:rPr>
              <a:t>↓</a:t>
            </a:r>
          </a:p>
          <a:p>
            <a:pPr algn="l">
              <a:lnSpc>
                <a:spcPct val="108000"/>
              </a:lnSpc>
              <a:spcBef>
                <a:spcPts val="0"/>
              </a:spcBef>
              <a:spcAft>
                <a:spcPts val="0"/>
              </a:spcAft>
            </a:pPr>
            <a:r>
              <a:rPr sz="1350" b="0" lang="ko-KR">
                <a:solidFill>
                  <a:srgbClr val="333333"/>
                </a:solidFill>
                <a:latin typeface="Segoe UI"/>
                <a:ea typeface="Malgun Gothic"/>
                <a:cs typeface="Segoe UI"/>
              </a:rPr>
              <a:t>성공 시 메모리 갱신</a:t>
            </a:r>
          </a:p>
        </p:txBody>
      </p:sp>
      <p:sp>
        <p:nvSpPr>
          <p:cNvPr id="14" name="Rectangle 13"/>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한 주기 ≠ HTTP 한 번: 페이지 수·변경된 Secret·SDK 재시도에 따라 요청 수가 달라집니다.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900" b="1" lang="ko-KR">
                <a:solidFill>
                  <a:srgbClr val="243A5E"/>
                </a:solidFill>
                <a:latin typeface="Segoe UI Semibold"/>
                <a:ea typeface="Malgun Gothic"/>
                <a:cs typeface="Segoe UI"/>
              </a:rPr>
              <a:t>직접 조회의 실패 정책은 개발자가 선택합니다</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§6 · SecretClient는 Secret 값 캐시를 자동으로 제공하지 않음</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Resilience &amp; Throttling</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16</a:t>
            </a:r>
          </a:p>
        </p:txBody>
      </p:sp>
      <p:graphicFrame>
        <p:nvGraphicFramePr>
          <p:cNvPr id="6" name="Table 5"/>
          <p:cNvGraphicFramePr>
            <a:graphicFrameLocks noGrp="1"/>
          </p:cNvGraphicFramePr>
          <p:nvPr/>
        </p:nvGraphicFramePr>
        <p:xfrm>
          <a:off x="585216" y="1920240"/>
          <a:ext cx="11018520" cy="3182112"/>
        </p:xfrm>
        <a:graphic>
          <a:graphicData uri="http://schemas.openxmlformats.org/drawingml/2006/table">
            <a:tbl>
              <a:tblPr firstRow="1" bandRow="1">
                <a:tableStyleId>{5C22544A-7EE6-4342-B048-85BDC9FD1C3A}</a:tableStyleId>
              </a:tblPr>
              <a:tblGrid>
                <a:gridCol w="2331720"/>
                <a:gridCol w="4343400"/>
                <a:gridCol w="4343400"/>
              </a:tblGrid>
              <a:tr h="548640">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상황</a:t>
                      </a:r>
                    </a:p>
                  </a:txBody>
                  <a:tcPr marL="118872" marR="118872" marT="45720" marB="45720">
                    <a:solidFill>
                      <a:srgbClr val="243A5E"/>
                    </a:solidFill>
                  </a:tcPr>
                </a:tc>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현재 교육 샘플: Fail closed</a:t>
                      </a:r>
                    </a:p>
                  </a:txBody>
                  <a:tcPr marL="118872" marR="118872" marT="45720" marB="45720">
                    <a:solidFill>
                      <a:srgbClr val="243A5E"/>
                    </a:solidFill>
                  </a:tcPr>
                </a:tc>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앱이 구현 가능: 제한적 stale 허용</a:t>
                      </a:r>
                    </a:p>
                  </a:txBody>
                  <a:tcPr marL="118872" marR="118872" marT="45720" marB="45720">
                    <a:solidFill>
                      <a:srgbClr val="243A5E"/>
                    </a:solidFill>
                  </a:tcPr>
                </a:tc>
              </a:tr>
              <a:tr h="658368">
                <a:tc>
                  <a:txBody>
                    <a:bodyPr anchor="ctr" wrap="square" lIns="0" rIns="0" tIns="0" bIns="0"/>
                    <a:lstStyle/>
                    <a:p>
                      <a:pPr algn="l">
                        <a:lnSpc>
                          <a:spcPct val="108000"/>
                        </a:lnSpc>
                        <a:spcBef>
                          <a:spcPts val="0"/>
                        </a:spcBef>
                        <a:spcAft>
                          <a:spcPts val="0"/>
                        </a:spcAft>
                      </a:pPr>
                      <a:r>
                        <a:rPr sz="1260" b="1" lang="ko-KR">
                          <a:solidFill>
                            <a:srgbClr val="0078D4"/>
                          </a:solidFill>
                          <a:latin typeface="Segoe UI Semibold"/>
                          <a:ea typeface="Malgun Gothic"/>
                          <a:cs typeface="Segoe UI"/>
                        </a:rPr>
                        <a:t>최초 조회 실패</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60" b="0" lang="ko-KR">
                          <a:solidFill>
                            <a:srgbClr val="333333"/>
                          </a:solidFill>
                          <a:latin typeface="Segoe UI"/>
                          <a:ea typeface="Malgun Gothic"/>
                          <a:cs typeface="Segoe UI"/>
                        </a:rPr>
                        <a:t>기존 값 없음 → 실패</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60" b="0" lang="ko-KR">
                          <a:solidFill>
                            <a:srgbClr val="333333"/>
                          </a:solidFill>
                          <a:latin typeface="Segoe UI"/>
                          <a:ea typeface="Malgun Gothic"/>
                          <a:cs typeface="Segoe UI"/>
                        </a:rPr>
                        <a:t>기존 값 없음 → 실패</a:t>
                      </a:r>
                    </a:p>
                  </a:txBody>
                  <a:tcPr marL="118872" marR="118872" marT="45720" marB="45720">
                    <a:solidFill>
                      <a:srgbClr val="F2F6FA"/>
                    </a:solidFill>
                  </a:tcPr>
                </a:tc>
              </a:tr>
              <a:tr h="658368">
                <a:tc>
                  <a:txBody>
                    <a:bodyPr anchor="ctr" wrap="square" lIns="0" rIns="0" tIns="0" bIns="0"/>
                    <a:lstStyle/>
                    <a:p>
                      <a:pPr algn="l">
                        <a:lnSpc>
                          <a:spcPct val="108000"/>
                        </a:lnSpc>
                        <a:spcBef>
                          <a:spcPts val="0"/>
                        </a:spcBef>
                        <a:spcAft>
                          <a:spcPts val="0"/>
                        </a:spcAft>
                      </a:pPr>
                      <a:r>
                        <a:rPr sz="1260" b="1" lang="ko-KR">
                          <a:solidFill>
                            <a:srgbClr val="0078D4"/>
                          </a:solidFill>
                          <a:latin typeface="Segoe UI Semibold"/>
                          <a:ea typeface="Malgun Gothic"/>
                          <a:cs typeface="Segoe UI"/>
                        </a:rPr>
                        <a:t>TTL 후 갱신 실패</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60" b="0" lang="ko-KR">
                          <a:solidFill>
                            <a:srgbClr val="333333"/>
                          </a:solidFill>
                          <a:latin typeface="Segoe UI"/>
                          <a:ea typeface="Malgun Gothic"/>
                          <a:cs typeface="Segoe UI"/>
                        </a:rPr>
                        <a:t>예외 전달, 이전 값 반환 안 함</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60" b="0" lang="ko-KR">
                          <a:solidFill>
                            <a:srgbClr val="333333"/>
                          </a:solidFill>
                          <a:latin typeface="Segoe UI"/>
                          <a:ea typeface="Malgun Gothic"/>
                          <a:cs typeface="Segoe UI"/>
                        </a:rPr>
                        <a:t>허용 조건 내 기존 값 반환 + 오류 기록</a:t>
                      </a:r>
                    </a:p>
                  </a:txBody>
                  <a:tcPr marL="118872" marR="118872" marT="45720" marB="45720">
                    <a:solidFill>
                      <a:srgbClr val="FFFFFF"/>
                    </a:solidFill>
                  </a:tcPr>
                </a:tc>
              </a:tr>
              <a:tr h="658368">
                <a:tc>
                  <a:txBody>
                    <a:bodyPr anchor="ctr" wrap="square" lIns="0" rIns="0" tIns="0" bIns="0"/>
                    <a:lstStyle/>
                    <a:p>
                      <a:pPr algn="l">
                        <a:lnSpc>
                          <a:spcPct val="108000"/>
                        </a:lnSpc>
                        <a:spcBef>
                          <a:spcPts val="0"/>
                        </a:spcBef>
                        <a:spcAft>
                          <a:spcPts val="0"/>
                        </a:spcAft>
                      </a:pPr>
                      <a:r>
                        <a:rPr sz="1260" b="1" lang="ko-KR">
                          <a:solidFill>
                            <a:srgbClr val="0078D4"/>
                          </a:solidFill>
                          <a:latin typeface="Segoe UI Semibold"/>
                          <a:ea typeface="Malgun Gothic"/>
                          <a:cs typeface="Segoe UI"/>
                        </a:rPr>
                        <a:t>갱신 성공</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60" b="0" lang="ko-KR">
                          <a:solidFill>
                            <a:srgbClr val="333333"/>
                          </a:solidFill>
                          <a:latin typeface="Segoe UI"/>
                          <a:ea typeface="Malgun Gothic"/>
                          <a:cs typeface="Segoe UI"/>
                        </a:rPr>
                        <a:t>새 값·갱신 시점 저장</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60" b="0" lang="ko-KR">
                          <a:solidFill>
                            <a:srgbClr val="333333"/>
                          </a:solidFill>
                          <a:latin typeface="Segoe UI"/>
                          <a:ea typeface="Malgun Gothic"/>
                          <a:cs typeface="Segoe UI"/>
                        </a:rPr>
                        <a:t>새 값·갱신 시점 저장</a:t>
                      </a:r>
                    </a:p>
                  </a:txBody>
                  <a:tcPr marL="118872" marR="118872" marT="45720" marB="45720">
                    <a:solidFill>
                      <a:srgbClr val="F2F6FA"/>
                    </a:solidFill>
                  </a:tcPr>
                </a:tc>
              </a:tr>
              <a:tr h="658368">
                <a:tc>
                  <a:txBody>
                    <a:bodyPr anchor="ctr" wrap="square" lIns="0" rIns="0" tIns="0" bIns="0"/>
                    <a:lstStyle/>
                    <a:p>
                      <a:pPr algn="l">
                        <a:lnSpc>
                          <a:spcPct val="108000"/>
                        </a:lnSpc>
                        <a:spcBef>
                          <a:spcPts val="0"/>
                        </a:spcBef>
                        <a:spcAft>
                          <a:spcPts val="0"/>
                        </a:spcAft>
                      </a:pPr>
                      <a:r>
                        <a:rPr sz="1260" b="1" lang="ko-KR">
                          <a:solidFill>
                            <a:srgbClr val="0078D4"/>
                          </a:solidFill>
                          <a:latin typeface="Segoe UI Semibold"/>
                          <a:ea typeface="Malgun Gothic"/>
                          <a:cs typeface="Segoe UI"/>
                        </a:rPr>
                        <a:t>필요한 정책</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60" b="0" lang="ko-KR">
                          <a:solidFill>
                            <a:srgbClr val="333333"/>
                          </a:solidFill>
                          <a:latin typeface="Segoe UI"/>
                          <a:ea typeface="Malgun Gothic"/>
                          <a:cs typeface="Segoe UI"/>
                        </a:rPr>
                        <a:t>제한적 재시도·실패 관측</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60" b="0" lang="ko-KR">
                          <a:solidFill>
                            <a:srgbClr val="333333"/>
                          </a:solidFill>
                          <a:latin typeface="Segoe UI"/>
                          <a:ea typeface="Malgun Gothic"/>
                          <a:cs typeface="Segoe UI"/>
                        </a:rPr>
                        <a:t>최대 stale 시간·유효성·재시도 간격·알림</a:t>
                      </a:r>
                    </a:p>
                  </a:txBody>
                  <a:tcPr marL="118872" marR="118872" marT="45720" marB="45720">
                    <a:solidFill>
                      <a:srgbClr val="FFFFFF"/>
                    </a:solidFill>
                  </a:tcPr>
                </a:tc>
              </a:tr>
            </a:tbl>
          </a:graphicData>
        </a:graphic>
      </p:graphicFrame>
      <p:sp>
        <p:nvSpPr>
          <p:cNvPr id="7" name="TextBox 6"/>
          <p:cNvSpPr txBox="1"/>
          <p:nvPr/>
        </p:nvSpPr>
        <p:spPr>
          <a:xfrm>
            <a:off x="731520" y="5285232"/>
            <a:ext cx="10698480" cy="320040"/>
          </a:xfrm>
          <a:prstGeom prst="rect">
            <a:avLst/>
          </a:prstGeom>
          <a:noFill/>
        </p:spPr>
        <p:txBody>
          <a:bodyPr wrap="square" lIns="0" rIns="0" tIns="0" bIns="0">
            <a:spAutoFit/>
          </a:bodyPr>
          <a:lstStyle/>
          <a:p>
            <a:pPr algn="l">
              <a:lnSpc>
                <a:spcPct val="108000"/>
              </a:lnSpc>
              <a:spcBef>
                <a:spcPts val="0"/>
              </a:spcBef>
              <a:spcAft>
                <a:spcPts val="0"/>
              </a:spcAft>
            </a:pPr>
            <a:r>
              <a:rPr sz="1300" b="0" lang="ko-KR">
                <a:solidFill>
                  <a:srgbClr val="333333"/>
                </a:solidFill>
                <a:latin typeface="Segoe UI"/>
                <a:ea typeface="Malgun Gothic"/>
                <a:cs typeface="Segoe UI"/>
              </a:rPr>
              <a:t>요청 시 갱신이면 요청이 대기합니다. Configuration 같은 주기적 갱신은 별도로 구현합니다.</a:t>
            </a:r>
          </a:p>
        </p:txBody>
      </p:sp>
      <p:sp>
        <p:nvSpPr>
          <p:cNvPr id="8" name="Rectangle 7"/>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이전 값을 보관할 수는 있지만 만료·폐기된 자격 증명의 유효성을 되살릴 수는 없습니다.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900" b="1" lang="ko-KR">
                <a:solidFill>
                  <a:srgbClr val="243A5E"/>
                </a:solidFill>
                <a:latin typeface="Segoe UI Semibold"/>
                <a:ea typeface="Malgun Gothic"/>
                <a:cs typeface="Segoe UI"/>
              </a:rPr>
              <a:t>플랫폼 가용성과 앱의 DR은 다른 책임입니다</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§7 · 영역 중복성 / 지역 장애 / 삭제 사고</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Resilience &amp; Throttling</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17</a:t>
            </a:r>
          </a:p>
        </p:txBody>
      </p:sp>
      <p:sp>
        <p:nvSpPr>
          <p:cNvPr id="6" name="Rounded Rectangle 5"/>
          <p:cNvSpPr/>
          <p:nvPr/>
        </p:nvSpPr>
        <p:spPr>
          <a:xfrm>
            <a:off x="585216" y="1975104"/>
            <a:ext cx="3520440" cy="32004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975104"/>
            <a:ext cx="50292" cy="320040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157984"/>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플랫폼 가용성</a:t>
            </a:r>
          </a:p>
        </p:txBody>
      </p:sp>
      <p:sp>
        <p:nvSpPr>
          <p:cNvPr id="9" name="TextBox 8"/>
          <p:cNvSpPr txBox="1"/>
          <p:nvPr/>
        </p:nvSpPr>
        <p:spPr>
          <a:xfrm>
            <a:off x="795528" y="2724912"/>
            <a:ext cx="3099816" cy="228600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지원 리전의 영역 중복성</a:t>
            </a:r>
          </a:p>
          <a:p>
            <a:pPr algn="l">
              <a:lnSpc>
                <a:spcPct val="108000"/>
              </a:lnSpc>
              <a:spcBef>
                <a:spcPts val="0"/>
              </a:spcBef>
              <a:spcAft>
                <a:spcPts val="0"/>
              </a:spcAft>
            </a:pPr>
            <a:r>
              <a:rPr sz="1350" b="0" lang="ko-KR">
                <a:solidFill>
                  <a:srgbClr val="333333"/>
                </a:solidFill>
                <a:latin typeface="Segoe UI"/>
                <a:ea typeface="Malgun Gothic"/>
                <a:cs typeface="Segoe UI"/>
              </a:rPr>
              <a:t>적용 가능한 지역 장애 조치</a:t>
            </a:r>
          </a:p>
          <a:p>
            <a:pPr algn="l">
              <a:lnSpc>
                <a:spcPct val="108000"/>
              </a:lnSpc>
              <a:spcBef>
                <a:spcPts val="0"/>
              </a:spcBef>
              <a:spcAft>
                <a:spcPts val="0"/>
              </a:spcAft>
            </a:pPr>
            <a:r>
              <a:rPr sz="1350" b="0" lang="ko-KR">
                <a:solidFill>
                  <a:srgbClr val="333333"/>
                </a:solidFill>
                <a:latin typeface="Segoe UI"/>
                <a:ea typeface="Malgun Gothic"/>
                <a:cs typeface="Segoe UI"/>
              </a:rPr>
              <a:t>즉시 전환·고정 RTO 보장 아님</a:t>
            </a:r>
          </a:p>
        </p:txBody>
      </p:sp>
      <p:sp>
        <p:nvSpPr>
          <p:cNvPr id="10" name="Rounded Rectangle 9"/>
          <p:cNvSpPr/>
          <p:nvPr/>
        </p:nvSpPr>
        <p:spPr>
          <a:xfrm>
            <a:off x="4334255" y="1975104"/>
            <a:ext cx="3520440" cy="32004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4255" y="1975104"/>
            <a:ext cx="50292" cy="320040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2157984"/>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앱의 다중 리전 DR</a:t>
            </a:r>
          </a:p>
        </p:txBody>
      </p:sp>
      <p:sp>
        <p:nvSpPr>
          <p:cNvPr id="13" name="TextBox 12"/>
          <p:cNvSpPr txBox="1"/>
          <p:nvPr/>
        </p:nvSpPr>
        <p:spPr>
          <a:xfrm>
            <a:off x="4544568" y="2724912"/>
            <a:ext cx="3099816" cy="228600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값·버전·만료 동기화</a:t>
            </a:r>
          </a:p>
          <a:p>
            <a:pPr algn="l">
              <a:lnSpc>
                <a:spcPct val="108000"/>
              </a:lnSpc>
              <a:spcBef>
                <a:spcPts val="0"/>
              </a:spcBef>
              <a:spcAft>
                <a:spcPts val="0"/>
              </a:spcAft>
            </a:pPr>
            <a:r>
              <a:rPr sz="1350" b="0" lang="ko-KR">
                <a:solidFill>
                  <a:srgbClr val="333333"/>
                </a:solidFill>
                <a:latin typeface="Segoe UI"/>
                <a:ea typeface="Malgun Gothic"/>
                <a:cs typeface="Segoe UI"/>
              </a:rPr>
              <a:t>권한·네트워크·회전</a:t>
            </a:r>
          </a:p>
          <a:p>
            <a:pPr algn="l">
              <a:lnSpc>
                <a:spcPct val="108000"/>
              </a:lnSpc>
              <a:spcBef>
                <a:spcPts val="0"/>
              </a:spcBef>
              <a:spcAft>
                <a:spcPts val="0"/>
              </a:spcAft>
            </a:pPr>
            <a:r>
              <a:rPr sz="1350" b="0" lang="ko-KR">
                <a:solidFill>
                  <a:srgbClr val="333333"/>
                </a:solidFill>
                <a:latin typeface="Segoe UI"/>
                <a:ea typeface="Malgun Gothic"/>
                <a:cs typeface="Segoe UI"/>
              </a:rPr>
              <a:t>전환 판단·복귀 절차</a:t>
            </a:r>
          </a:p>
        </p:txBody>
      </p:sp>
      <p:sp>
        <p:nvSpPr>
          <p:cNvPr id="14" name="Rounded Rectangle 13"/>
          <p:cNvSpPr/>
          <p:nvPr/>
        </p:nvSpPr>
        <p:spPr>
          <a:xfrm>
            <a:off x="8083296" y="1975104"/>
            <a:ext cx="3520440" cy="32004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83296" y="1975104"/>
            <a:ext cx="50292" cy="320040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2157984"/>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삭제 사고 대응</a:t>
            </a:r>
          </a:p>
        </p:txBody>
      </p:sp>
      <p:sp>
        <p:nvSpPr>
          <p:cNvPr id="17" name="TextBox 16"/>
          <p:cNvSpPr txBox="1"/>
          <p:nvPr/>
        </p:nvSpPr>
        <p:spPr>
          <a:xfrm>
            <a:off x="8293608" y="2724912"/>
            <a:ext cx="3099816" cy="228600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Soft delete</a:t>
            </a:r>
          </a:p>
          <a:p>
            <a:pPr algn="l">
              <a:lnSpc>
                <a:spcPct val="108000"/>
              </a:lnSpc>
              <a:spcBef>
                <a:spcPts val="0"/>
              </a:spcBef>
              <a:spcAft>
                <a:spcPts val="0"/>
              </a:spcAft>
            </a:pPr>
            <a:r>
              <a:rPr sz="1350" b="0" lang="ko-KR">
                <a:solidFill>
                  <a:srgbClr val="333333"/>
                </a:solidFill>
                <a:latin typeface="Segoe UI"/>
                <a:ea typeface="Malgun Gothic"/>
                <a:cs typeface="Segoe UI"/>
              </a:rPr>
              <a:t>Purge protection</a:t>
            </a:r>
          </a:p>
          <a:p>
            <a:pPr algn="l">
              <a:lnSpc>
                <a:spcPct val="108000"/>
              </a:lnSpc>
              <a:spcBef>
                <a:spcPts val="0"/>
              </a:spcBef>
              <a:spcAft>
                <a:spcPts val="0"/>
              </a:spcAft>
            </a:pPr>
            <a:r>
              <a:rPr sz="1350" b="0" lang="ko-KR">
                <a:solidFill>
                  <a:srgbClr val="333333"/>
                </a:solidFill>
                <a:latin typeface="Segoe UI"/>
                <a:ea typeface="Malgun Gothic"/>
                <a:cs typeface="Segoe UI"/>
              </a:rPr>
              <a:t>서비스 지역 장애 대응과 구분</a:t>
            </a:r>
          </a:p>
        </p:txBody>
      </p:sp>
      <p:sp>
        <p:nvSpPr>
          <p:cNvPr id="18" name="Rectangle 17"/>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엔드포인트 두 개만 설정하면 안전한 자동 DR이 완성되는 것은 아닙니다.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900" b="1" lang="ko-KR">
                <a:solidFill>
                  <a:srgbClr val="243A5E"/>
                </a:solidFill>
                <a:latin typeface="Segoe UI Semibold"/>
                <a:ea typeface="Malgun Gothic"/>
                <a:cs typeface="Segoe UI"/>
              </a:rPr>
              <a:t>Lab 04는 실제 429와 SDK·Provider 경계를 관찰합니다</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§8 · 교육 전용 격리 Vault만 사용</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Resilience &amp; Throttling</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18</a:t>
            </a:r>
          </a:p>
        </p:txBody>
      </p:sp>
      <p:sp>
        <p:nvSpPr>
          <p:cNvPr id="6" name="Rounded Rectangle 5"/>
          <p:cNvSpPr/>
          <p:nvPr/>
        </p:nvSpPr>
        <p:spPr>
          <a:xfrm>
            <a:off x="585216" y="1975104"/>
            <a:ext cx="3520440" cy="32004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975104"/>
            <a:ext cx="50292" cy="320040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157984"/>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강사: 부하 발생</a:t>
            </a:r>
          </a:p>
        </p:txBody>
      </p:sp>
      <p:sp>
        <p:nvSpPr>
          <p:cNvPr id="9" name="TextBox 8"/>
          <p:cNvSpPr txBox="1"/>
          <p:nvPr/>
        </p:nvSpPr>
        <p:spPr>
          <a:xfrm>
            <a:off x="795528" y="2724912"/>
            <a:ext cx="3099816" cy="228600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최대 논리 요청 20,000개</a:t>
            </a:r>
          </a:p>
          <a:p>
            <a:pPr algn="l">
              <a:lnSpc>
                <a:spcPct val="108000"/>
              </a:lnSpc>
              <a:spcBef>
                <a:spcPts val="0"/>
              </a:spcBef>
              <a:spcAft>
                <a:spcPts val="0"/>
              </a:spcAft>
            </a:pPr>
            <a:r>
              <a:rPr sz="1350" b="0" lang="ko-KR">
                <a:solidFill>
                  <a:srgbClr val="333333"/>
                </a:solidFill>
                <a:latin typeface="Segoe UI"/>
                <a:ea typeface="Malgun Gothic"/>
                <a:cs typeface="Segoe UI"/>
              </a:rPr>
              <a:t>동시 worker 40개</a:t>
            </a:r>
          </a:p>
          <a:p>
            <a:pPr algn="l">
              <a:lnSpc>
                <a:spcPct val="108000"/>
              </a:lnSpc>
              <a:spcBef>
                <a:spcPts val="0"/>
              </a:spcBef>
              <a:spcAft>
                <a:spcPts val="0"/>
              </a:spcAft>
            </a:pPr>
            <a:r>
              <a:rPr sz="1350" b="0" lang="ko-KR">
                <a:solidFill>
                  <a:srgbClr val="333333"/>
                </a:solidFill>
                <a:latin typeface="Segoe UI"/>
                <a:ea typeface="Malgun Gothic"/>
                <a:cs typeface="Segoe UI"/>
              </a:rPr>
              <a:t>429 중에도 제한 범위 내 지속</a:t>
            </a:r>
          </a:p>
        </p:txBody>
      </p:sp>
      <p:sp>
        <p:nvSpPr>
          <p:cNvPr id="10" name="Rounded Rectangle 9"/>
          <p:cNvSpPr/>
          <p:nvPr/>
        </p:nvSpPr>
        <p:spPr>
          <a:xfrm>
            <a:off x="4334255" y="1975104"/>
            <a:ext cx="3520440" cy="32004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4255" y="1975104"/>
            <a:ext cx="50292" cy="320040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2157984"/>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참가자 A: direct</a:t>
            </a:r>
          </a:p>
        </p:txBody>
      </p:sp>
      <p:sp>
        <p:nvSpPr>
          <p:cNvPr id="13" name="TextBox 12"/>
          <p:cNvSpPr txBox="1"/>
          <p:nvPr/>
        </p:nvSpPr>
        <p:spPr>
          <a:xfrm>
            <a:off x="4544568" y="2724912"/>
            <a:ext cx="3099816" cy="228600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GetSecretAsync 한 번 호출</a:t>
            </a:r>
          </a:p>
          <a:p>
            <a:pPr algn="l">
              <a:lnSpc>
                <a:spcPct val="108000"/>
              </a:lnSpc>
              <a:spcBef>
                <a:spcPts val="0"/>
              </a:spcBef>
              <a:spcAft>
                <a:spcPts val="0"/>
              </a:spcAft>
            </a:pPr>
            <a:r>
              <a:rPr sz="1350" b="0" lang="ko-KR">
                <a:solidFill>
                  <a:srgbClr val="333333"/>
                </a:solidFill>
                <a:latin typeface="Segoe UI"/>
                <a:ea typeface="Malgun Gothic"/>
                <a:cs typeface="Segoe UI"/>
              </a:rPr>
              <a:t>SDK의 429 재시도 관찰</a:t>
            </a:r>
          </a:p>
          <a:p>
            <a:pPr algn="l">
              <a:lnSpc>
                <a:spcPct val="108000"/>
              </a:lnSpc>
              <a:spcBef>
                <a:spcPts val="0"/>
              </a:spcBef>
              <a:spcAft>
                <a:spcPts val="0"/>
              </a:spcAft>
            </a:pPr>
            <a:r>
              <a:rPr sz="1350" b="0" lang="ko-KR">
                <a:solidFill>
                  <a:srgbClr val="333333"/>
                </a:solidFill>
                <a:latin typeface="Segoe UI"/>
                <a:ea typeface="Malgun Gothic"/>
                <a:cs typeface="Segoe UI"/>
              </a:rPr>
              <a:t>최종 성공·실패 확인</a:t>
            </a:r>
          </a:p>
        </p:txBody>
      </p:sp>
      <p:sp>
        <p:nvSpPr>
          <p:cNvPr id="14" name="Rounded Rectangle 13"/>
          <p:cNvSpPr/>
          <p:nvPr/>
        </p:nvSpPr>
        <p:spPr>
          <a:xfrm>
            <a:off x="8083296" y="1975104"/>
            <a:ext cx="3520440" cy="32004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83296" y="1975104"/>
            <a:ext cx="50292" cy="320040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2157984"/>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참가자 B: configuration</a:t>
            </a:r>
          </a:p>
        </p:txBody>
      </p:sp>
      <p:sp>
        <p:nvSpPr>
          <p:cNvPr id="17" name="TextBox 16"/>
          <p:cNvSpPr txBox="1"/>
          <p:nvPr/>
        </p:nvSpPr>
        <p:spPr>
          <a:xfrm>
            <a:off x="8293608" y="2724912"/>
            <a:ext cx="3099816" cy="228600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부하 전 초기 로딩 성공</a:t>
            </a:r>
          </a:p>
          <a:p>
            <a:pPr algn="l">
              <a:lnSpc>
                <a:spcPct val="108000"/>
              </a:lnSpc>
              <a:spcBef>
                <a:spcPts val="0"/>
              </a:spcBef>
              <a:spcAft>
                <a:spcPts val="0"/>
              </a:spcAft>
            </a:pPr>
            <a:r>
              <a:rPr sz="1350" b="0" lang="ko-KR">
                <a:solidFill>
                  <a:srgbClr val="333333"/>
                </a:solidFill>
                <a:latin typeface="Segoe UI"/>
                <a:ea typeface="Malgun Gothic"/>
                <a:cs typeface="Segoe UI"/>
              </a:rPr>
              <a:t>그다음 강사가 부하 시작</a:t>
            </a:r>
          </a:p>
          <a:p>
            <a:pPr algn="l">
              <a:lnSpc>
                <a:spcPct val="108000"/>
              </a:lnSpc>
              <a:spcBef>
                <a:spcPts val="0"/>
              </a:spcBef>
              <a:spcAft>
                <a:spcPts val="0"/>
              </a:spcAft>
            </a:pPr>
            <a:r>
              <a:rPr sz="1350" b="0" lang="ko-KR">
                <a:solidFill>
                  <a:srgbClr val="333333"/>
                </a:solidFill>
                <a:latin typeface="Segoe UI"/>
                <a:ea typeface="Malgun Gothic"/>
                <a:cs typeface="Segoe UI"/>
              </a:rPr>
              <a:t>10초 polling·기존 값 관찰</a:t>
            </a:r>
          </a:p>
        </p:txBody>
      </p:sp>
      <p:sp>
        <p:nvSpPr>
          <p:cNvPr id="18" name="TextBox 17"/>
          <p:cNvSpPr txBox="1"/>
          <p:nvPr/>
        </p:nvSpPr>
        <p:spPr>
          <a:xfrm>
            <a:off x="731520" y="5321808"/>
            <a:ext cx="10698480" cy="292608"/>
          </a:xfrm>
          <a:prstGeom prst="rect">
            <a:avLst/>
          </a:prstGeom>
          <a:noFill/>
        </p:spPr>
        <p:txBody>
          <a:bodyPr wrap="square" lIns="0" rIns="0" tIns="0" bIns="0">
            <a:spAutoFit/>
          </a:bodyPr>
          <a:lstStyle/>
          <a:p>
            <a:pPr algn="l">
              <a:lnSpc>
                <a:spcPct val="108000"/>
              </a:lnSpc>
              <a:spcBef>
                <a:spcPts val="0"/>
              </a:spcBef>
              <a:spcAft>
                <a:spcPts val="0"/>
              </a:spcAft>
            </a:pPr>
            <a:r>
              <a:rPr sz="1270" b="0" lang="ko-KR">
                <a:solidFill>
                  <a:srgbClr val="333333"/>
                </a:solidFill>
                <a:latin typeface="Segoe UI"/>
                <a:ea typeface="Malgun Gothic"/>
                <a:cs typeface="Segoe UI"/>
              </a:rPr>
              <a:t>KV_RELOAD_SECONDS=10: 갱신 주기 / KV_OBSERVE_SECONDS=60: 초기 성공 후 관찰 시간</a:t>
            </a:r>
          </a:p>
        </p:txBody>
      </p:sp>
      <p:sp>
        <p:nvSpPr>
          <p:cNvPr id="19" name="Rectangle 18"/>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운영·공용 Vault에 부하를 발생시키지 않습니다. 지역 장애 조치를 검증하는 실습이 아닙니다.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900" b="1" lang="ko-KR">
                <a:solidFill>
                  <a:srgbClr val="243A5E"/>
                </a:solidFill>
                <a:latin typeface="Segoe UI Semibold"/>
                <a:ea typeface="Malgun Gothic"/>
                <a:cs typeface="Segoe UI"/>
              </a:rPr>
              <a:t>강사 출력: 최종 실패 0건이어도 429는 발생했습니다</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Lab 04 §5 · SDK 복구와 실제 throttling을 분리해 확인</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Resilience &amp; Throttling</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19</a:t>
            </a:r>
          </a:p>
        </p:txBody>
      </p:sp>
      <p:pic>
        <p:nvPicPr>
          <p:cNvPr id="6" name="Picture 5" descr="key-vault-instructor-load-429.png"/>
          <p:cNvPicPr>
            <a:picLocks noChangeAspect="1"/>
          </p:cNvPicPr>
          <p:nvPr/>
        </p:nvPicPr>
        <p:blipFill>
          <a:blip r:embed="rId3"/>
          <a:stretch>
            <a:fillRect/>
          </a:stretch>
        </p:blipFill>
        <p:spPr>
          <a:xfrm>
            <a:off x="585216" y="1981426"/>
            <a:ext cx="11018520" cy="1724715"/>
          </a:xfrm>
          <a:prstGeom prst="rect">
            <a:avLst/>
          </a:prstGeom>
        </p:spPr>
      </p:pic>
      <p:sp>
        <p:nvSpPr>
          <p:cNvPr id="7" name="Rounded Rectangle 6"/>
          <p:cNvSpPr/>
          <p:nvPr/>
        </p:nvSpPr>
        <p:spPr>
          <a:xfrm>
            <a:off x="585216" y="4069080"/>
            <a:ext cx="3520440" cy="155448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5216" y="4069080"/>
            <a:ext cx="50292" cy="15544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4251960"/>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20,000건 성공</a:t>
            </a:r>
          </a:p>
        </p:txBody>
      </p:sp>
      <p:sp>
        <p:nvSpPr>
          <p:cNvPr id="10" name="TextBox 9"/>
          <p:cNvSpPr txBox="1"/>
          <p:nvPr/>
        </p:nvSpPr>
        <p:spPr>
          <a:xfrm>
            <a:off x="795528" y="4818888"/>
            <a:ext cx="3099816" cy="64008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succeeded=20000</a:t>
            </a:r>
          </a:p>
          <a:p>
            <a:pPr algn="l">
              <a:lnSpc>
                <a:spcPct val="108000"/>
              </a:lnSpc>
              <a:spcBef>
                <a:spcPts val="0"/>
              </a:spcBef>
              <a:spcAft>
                <a:spcPts val="0"/>
              </a:spcAft>
            </a:pPr>
            <a:r>
              <a:rPr sz="1350" b="0" lang="ko-KR">
                <a:solidFill>
                  <a:srgbClr val="333333"/>
                </a:solidFill>
                <a:latin typeface="Segoe UI"/>
                <a:ea typeface="Malgun Gothic"/>
                <a:cs typeface="Segoe UI"/>
              </a:rPr>
              <a:t>failed=0</a:t>
            </a:r>
          </a:p>
        </p:txBody>
      </p:sp>
      <p:sp>
        <p:nvSpPr>
          <p:cNvPr id="11" name="Rounded Rectangle 10"/>
          <p:cNvSpPr/>
          <p:nvPr/>
        </p:nvSpPr>
        <p:spPr>
          <a:xfrm>
            <a:off x="4334255" y="4069080"/>
            <a:ext cx="3520440" cy="155448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4255" y="4069080"/>
            <a:ext cx="50292" cy="155448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4251960"/>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429는 246건</a:t>
            </a:r>
          </a:p>
        </p:txBody>
      </p:sp>
      <p:sp>
        <p:nvSpPr>
          <p:cNvPr id="14" name="TextBox 13"/>
          <p:cNvSpPr txBox="1"/>
          <p:nvPr/>
        </p:nvSpPr>
        <p:spPr>
          <a:xfrm>
            <a:off x="4544568" y="4818888"/>
            <a:ext cx="3099816" cy="64008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responses_429=246</a:t>
            </a:r>
          </a:p>
          <a:p>
            <a:pPr algn="l">
              <a:lnSpc>
                <a:spcPct val="108000"/>
              </a:lnSpc>
              <a:spcBef>
                <a:spcPts val="0"/>
              </a:spcBef>
              <a:spcAft>
                <a:spcPts val="0"/>
              </a:spcAft>
            </a:pPr>
            <a:r>
              <a:rPr sz="1350" b="0" lang="ko-KR">
                <a:solidFill>
                  <a:srgbClr val="333333"/>
                </a:solidFill>
                <a:latin typeface="Segoe UI"/>
                <a:ea typeface="Malgun Gothic"/>
                <a:cs typeface="Segoe UI"/>
              </a:rPr>
              <a:t>SDK 내부 복구 포함</a:t>
            </a:r>
          </a:p>
        </p:txBody>
      </p:sp>
      <p:sp>
        <p:nvSpPr>
          <p:cNvPr id="15" name="Rounded Rectangle 14"/>
          <p:cNvSpPr/>
          <p:nvPr/>
        </p:nvSpPr>
        <p:spPr>
          <a:xfrm>
            <a:off x="8083296" y="4069080"/>
            <a:ext cx="3520440" cy="155448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3296" y="4069080"/>
            <a:ext cx="50292" cy="155448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4251960"/>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실제 발생 확인</a:t>
            </a:r>
          </a:p>
        </p:txBody>
      </p:sp>
      <p:sp>
        <p:nvSpPr>
          <p:cNvPr id="18" name="TextBox 17"/>
          <p:cNvSpPr txBox="1"/>
          <p:nvPr/>
        </p:nvSpPr>
        <p:spPr>
          <a:xfrm>
            <a:off x="8293608" y="4818888"/>
            <a:ext cx="3099816" cy="64008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THROTTLE_OBSERVED</a:t>
            </a:r>
          </a:p>
          <a:p>
            <a:pPr algn="l">
              <a:lnSpc>
                <a:spcPct val="108000"/>
              </a:lnSpc>
              <a:spcBef>
                <a:spcPts val="0"/>
              </a:spcBef>
              <a:spcAft>
                <a:spcPts val="0"/>
              </a:spcAft>
            </a:pPr>
            <a:r>
              <a:rPr sz="1350" b="0" lang="ko-KR">
                <a:solidFill>
                  <a:srgbClr val="333333"/>
                </a:solidFill>
                <a:latin typeface="Segoe UI"/>
                <a:ea typeface="Malgun Gothic"/>
                <a:cs typeface="Segoe UI"/>
              </a:rPr>
              <a:t>실행별 건수는 달라짐</a:t>
            </a:r>
          </a:p>
        </p:txBody>
      </p:sp>
      <p:sp>
        <p:nvSpPr>
          <p:cNvPr id="19" name="Rectangle 18"/>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pipeline_attempts에는 429 재시도 외에 인증 challenge 후 재전송도 포함될 수 있습니다.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900" b="1" lang="ko-KR">
                <a:solidFill>
                  <a:srgbClr val="243A5E"/>
                </a:solidFill>
                <a:latin typeface="Segoe UI Semibold"/>
                <a:ea typeface="Malgun Gothic"/>
                <a:cs typeface="Segoe UI"/>
              </a:rPr>
              <a:t>참가자 출력: 429 감지 후 SDK 재시도로 성공했습니다</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Lab 04 §6 · 하나의 GetSecretAsync 내부에서 복구</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Resilience &amp; Throttling</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20</a:t>
            </a:r>
          </a:p>
        </p:txBody>
      </p:sp>
      <p:pic>
        <p:nvPicPr>
          <p:cNvPr id="6" name="Picture 5" descr="key-vault-participant-retry-success.png"/>
          <p:cNvPicPr>
            <a:picLocks noChangeAspect="1"/>
          </p:cNvPicPr>
          <p:nvPr/>
        </p:nvPicPr>
        <p:blipFill>
          <a:blip r:embed="rId3"/>
          <a:stretch>
            <a:fillRect/>
          </a:stretch>
        </p:blipFill>
        <p:spPr>
          <a:xfrm>
            <a:off x="585216" y="2048734"/>
            <a:ext cx="11018520" cy="1599243"/>
          </a:xfrm>
          <a:prstGeom prst="rect">
            <a:avLst/>
          </a:prstGeom>
        </p:spPr>
      </p:pic>
      <p:sp>
        <p:nvSpPr>
          <p:cNvPr id="7" name="Rounded Rectangle 6"/>
          <p:cNvSpPr/>
          <p:nvPr/>
        </p:nvSpPr>
        <p:spPr>
          <a:xfrm>
            <a:off x="585216" y="4050791"/>
            <a:ext cx="3520440" cy="157276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5216" y="4050791"/>
            <a:ext cx="50292" cy="157276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4233672"/>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status=429</a:t>
            </a:r>
          </a:p>
        </p:txBody>
      </p:sp>
      <p:sp>
        <p:nvSpPr>
          <p:cNvPr id="10" name="TextBox 9"/>
          <p:cNvSpPr txBox="1"/>
          <p:nvPr/>
        </p:nvSpPr>
        <p:spPr>
          <a:xfrm>
            <a:off x="795528" y="4800600"/>
            <a:ext cx="3099816" cy="658368"/>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중간 HTTP 응답 실패</a:t>
            </a:r>
          </a:p>
          <a:p>
            <a:pPr algn="l">
              <a:lnSpc>
                <a:spcPct val="108000"/>
              </a:lnSpc>
              <a:spcBef>
                <a:spcPts val="0"/>
              </a:spcBef>
              <a:spcAft>
                <a:spcPts val="0"/>
              </a:spcAft>
            </a:pPr>
            <a:r>
              <a:rPr sz="1350" b="0" lang="ko-KR">
                <a:solidFill>
                  <a:srgbClr val="333333"/>
                </a:solidFill>
                <a:latin typeface="Segoe UI"/>
                <a:ea typeface="Malgun Gothic"/>
                <a:cs typeface="Segoe UI"/>
              </a:rPr>
              <a:t>서버 대기 헤더 없음</a:t>
            </a:r>
          </a:p>
        </p:txBody>
      </p:sp>
      <p:sp>
        <p:nvSpPr>
          <p:cNvPr id="11" name="Rounded Rectangle 10"/>
          <p:cNvSpPr/>
          <p:nvPr/>
        </p:nvSpPr>
        <p:spPr>
          <a:xfrm>
            <a:off x="4334255" y="4050791"/>
            <a:ext cx="3520440" cy="157276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4255" y="4050791"/>
            <a:ext cx="50292" cy="1572768"/>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4233672"/>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result=success</a:t>
            </a:r>
          </a:p>
        </p:txBody>
      </p:sp>
      <p:sp>
        <p:nvSpPr>
          <p:cNvPr id="14" name="TextBox 13"/>
          <p:cNvSpPr txBox="1"/>
          <p:nvPr/>
        </p:nvSpPr>
        <p:spPr>
          <a:xfrm>
            <a:off x="4544568" y="4800600"/>
            <a:ext cx="3099816" cy="658368"/>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SDK 재시도 후 성공</a:t>
            </a:r>
          </a:p>
          <a:p>
            <a:pPr algn="l">
              <a:lnSpc>
                <a:spcPct val="108000"/>
              </a:lnSpc>
              <a:spcBef>
                <a:spcPts val="0"/>
              </a:spcBef>
              <a:spcAft>
                <a:spcPts val="0"/>
              </a:spcAft>
            </a:pPr>
            <a:r>
              <a:rPr sz="1350" b="0" lang="ko-KR">
                <a:solidFill>
                  <a:srgbClr val="333333"/>
                </a:solidFill>
                <a:latin typeface="Segoe UI"/>
                <a:ea typeface="Malgun Gothic"/>
                <a:cs typeface="Segoe UI"/>
              </a:rPr>
              <a:t>앱의 별도 retry loop 없음</a:t>
            </a:r>
          </a:p>
        </p:txBody>
      </p:sp>
      <p:sp>
        <p:nvSpPr>
          <p:cNvPr id="15" name="Rounded Rectangle 14"/>
          <p:cNvSpPr/>
          <p:nvPr/>
        </p:nvSpPr>
        <p:spPr>
          <a:xfrm>
            <a:off x="8083296" y="4050791"/>
            <a:ext cx="3520440" cy="157276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3296" y="4050791"/>
            <a:ext cx="50292" cy="1572768"/>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4233672"/>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responses_429=1</a:t>
            </a:r>
          </a:p>
        </p:txBody>
      </p:sp>
      <p:sp>
        <p:nvSpPr>
          <p:cNvPr id="18" name="TextBox 17"/>
          <p:cNvSpPr txBox="1"/>
          <p:nvPr/>
        </p:nvSpPr>
        <p:spPr>
          <a:xfrm>
            <a:off x="8293608" y="4800600"/>
            <a:ext cx="3099816" cy="658368"/>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429는 한 건</a:t>
            </a:r>
          </a:p>
          <a:p>
            <a:pPr algn="l">
              <a:lnSpc>
                <a:spcPct val="108000"/>
              </a:lnSpc>
              <a:spcBef>
                <a:spcPts val="0"/>
              </a:spcBef>
              <a:spcAft>
                <a:spcPts val="0"/>
              </a:spcAft>
            </a:pPr>
            <a:r>
              <a:rPr sz="1350" b="0" lang="ko-KR">
                <a:solidFill>
                  <a:srgbClr val="333333"/>
                </a:solidFill>
                <a:latin typeface="Segoe UI"/>
                <a:ea typeface="Malgun Gothic"/>
                <a:cs typeface="Segoe UI"/>
              </a:rPr>
              <a:t>attempts=3과 구분</a:t>
            </a:r>
          </a:p>
        </p:txBody>
      </p:sp>
      <p:sp>
        <p:nvSpPr>
          <p:cNvPr id="19" name="Rectangle 18"/>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retry_after=not-provided는 재시도하지 않았다는 뜻이 아닙니다. 설정한 백오프를 사용합니다.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700" b="1" lang="ko-KR">
                <a:solidFill>
                  <a:srgbClr val="243A5E"/>
                </a:solidFill>
                <a:latin typeface="Segoe UI Semibold"/>
                <a:ea typeface="Malgun Gothic"/>
                <a:cs typeface="Segoe UI"/>
              </a:rPr>
              <a:t>시간대별 Secret 호출량·429 집계 KQL</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부록 A1 · AzureDiagnostics / AuditEvent / 최근 7일</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상세 참조 부록</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21</a:t>
            </a:r>
          </a:p>
        </p:txBody>
      </p:sp>
      <p:sp>
        <p:nvSpPr>
          <p:cNvPr id="6" name="Rounded Rectangle 5"/>
          <p:cNvSpPr/>
          <p:nvPr/>
        </p:nvSpPr>
        <p:spPr>
          <a:xfrm>
            <a:off x="585216" y="1773936"/>
            <a:ext cx="11018520" cy="3511296"/>
          </a:xfrm>
          <a:prstGeom prst="roundRect">
            <a:avLst>
              <a:gd name="adj" fmla="val 4000"/>
            </a:avLst>
          </a:prstGeom>
          <a:solidFill>
            <a:srgbClr val="F7F9FB"/>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773936"/>
            <a:ext cx="50292" cy="351129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920240"/>
            <a:ext cx="10652760" cy="3236976"/>
          </a:xfrm>
          <a:prstGeom prst="rect">
            <a:avLst/>
          </a:prstGeom>
          <a:noFill/>
        </p:spPr>
        <p:txBody>
          <a:bodyPr wrap="square" lIns="0" rIns="0" tIns="0" bIns="0">
            <a:spAutoFit/>
          </a:bodyPr>
          <a:lstStyle/>
          <a:p>
            <a:pPr algn="l">
              <a:lnSpc>
                <a:spcPct val="108000"/>
              </a:lnSpc>
              <a:spcBef>
                <a:spcPts val="0"/>
              </a:spcBef>
              <a:spcAft>
                <a:spcPts val="0"/>
              </a:spcAft>
            </a:pPr>
            <a:r>
              <a:rPr sz="1300" b="0" lang="ko-KR">
                <a:solidFill>
                  <a:srgbClr val="333333"/>
                </a:solidFill>
                <a:latin typeface="Consolas"/>
                <a:ea typeface="Malgun Gothic"/>
                <a:cs typeface="Segoe UI"/>
              </a:rPr>
              <a:t>AzureDiagnostics</a:t>
            </a:r>
          </a:p>
          <a:p>
            <a:pPr algn="l">
              <a:lnSpc>
                <a:spcPct val="108000"/>
              </a:lnSpc>
              <a:spcBef>
                <a:spcPts val="0"/>
              </a:spcBef>
              <a:spcAft>
                <a:spcPts val="0"/>
              </a:spcAft>
            </a:pPr>
            <a:r>
              <a:rPr sz="1300" b="0" lang="ko-KR">
                <a:solidFill>
                  <a:srgbClr val="333333"/>
                </a:solidFill>
                <a:latin typeface="Consolas"/>
                <a:ea typeface="Malgun Gothic"/>
                <a:cs typeface="Segoe UI"/>
              </a:rPr>
              <a:t>| where TimeGenerated &gt;= ago(7d)</a:t>
            </a:r>
          </a:p>
          <a:p>
            <a:pPr algn="l">
              <a:lnSpc>
                <a:spcPct val="108000"/>
              </a:lnSpc>
              <a:spcBef>
                <a:spcPts val="0"/>
              </a:spcBef>
              <a:spcAft>
                <a:spcPts val="0"/>
              </a:spcAft>
            </a:pPr>
            <a:r>
              <a:rPr sz="1300" b="0" lang="ko-KR">
                <a:solidFill>
                  <a:srgbClr val="333333"/>
                </a:solidFill>
                <a:latin typeface="Consolas"/>
                <a:ea typeface="Malgun Gothic"/>
                <a:cs typeface="Segoe UI"/>
              </a:rPr>
              <a:t>| where ResourceProvider == "MICROSOFT.KEYVAULT"</a:t>
            </a:r>
          </a:p>
          <a:p>
            <a:pPr algn="l">
              <a:lnSpc>
                <a:spcPct val="108000"/>
              </a:lnSpc>
              <a:spcBef>
                <a:spcPts val="0"/>
              </a:spcBef>
              <a:spcAft>
                <a:spcPts val="0"/>
              </a:spcAft>
            </a:pPr>
            <a:r>
              <a:rPr sz="1300" b="0" lang="ko-KR">
                <a:solidFill>
                  <a:srgbClr val="333333"/>
                </a:solidFill>
                <a:latin typeface="Consolas"/>
                <a:ea typeface="Malgun Gothic"/>
                <a:cs typeface="Segoe UI"/>
              </a:rPr>
              <a:t>| where Category == "AuditEvent"</a:t>
            </a:r>
          </a:p>
          <a:p>
            <a:pPr algn="l">
              <a:lnSpc>
                <a:spcPct val="108000"/>
              </a:lnSpc>
              <a:spcBef>
                <a:spcPts val="0"/>
              </a:spcBef>
              <a:spcAft>
                <a:spcPts val="0"/>
              </a:spcAft>
            </a:pPr>
            <a:r>
              <a:rPr sz="1300" b="0" lang="ko-KR">
                <a:solidFill>
                  <a:srgbClr val="333333"/>
                </a:solidFill>
                <a:latin typeface="Consolas"/>
                <a:ea typeface="Malgun Gothic"/>
                <a:cs typeface="Segoe UI"/>
              </a:rPr>
              <a:t>| where OperationName == "SecretGet" or httpStatusCode_d == 429</a:t>
            </a:r>
          </a:p>
          <a:p>
            <a:pPr algn="l">
              <a:lnSpc>
                <a:spcPct val="108000"/>
              </a:lnSpc>
              <a:spcBef>
                <a:spcPts val="0"/>
              </a:spcBef>
              <a:spcAft>
                <a:spcPts val="0"/>
              </a:spcAft>
            </a:pPr>
            <a:r>
              <a:rPr sz="1300" b="0" lang="ko-KR">
                <a:solidFill>
                  <a:srgbClr val="333333"/>
                </a:solidFill>
                <a:latin typeface="Consolas"/>
                <a:ea typeface="Malgun Gothic"/>
                <a:cs typeface="Segoe UI"/>
              </a:rPr>
              <a:t>| extend SecretName = extract(@"/secrets/([^/?]+)", 1, requestUri_s)</a:t>
            </a:r>
          </a:p>
          <a:p>
            <a:pPr algn="l">
              <a:lnSpc>
                <a:spcPct val="108000"/>
              </a:lnSpc>
              <a:spcBef>
                <a:spcPts val="0"/>
              </a:spcBef>
              <a:spcAft>
                <a:spcPts val="0"/>
              </a:spcAft>
            </a:pPr>
            <a:r>
              <a:rPr sz="1300" b="0" lang="ko-KR">
                <a:solidFill>
                  <a:srgbClr val="333333"/>
                </a:solidFill>
                <a:latin typeface="Consolas"/>
                <a:ea typeface="Malgun Gothic"/>
                <a:cs typeface="Segoe UI"/>
              </a:rPr>
              <a:t>| extend SecretName = iff(</a:t>
            </a:r>
          </a:p>
          <a:p>
            <a:pPr algn="l">
              <a:lnSpc>
                <a:spcPct val="108000"/>
              </a:lnSpc>
              <a:spcBef>
                <a:spcPts val="0"/>
              </a:spcBef>
              <a:spcAft>
                <a:spcPts val="0"/>
              </a:spcAft>
            </a:pPr>
            <a:r>
              <a:rPr sz="1300" b="0" lang="ko-KR">
                <a:solidFill>
                  <a:srgbClr val="333333"/>
                </a:solidFill>
                <a:latin typeface="Consolas"/>
                <a:ea typeface="Malgun Gothic"/>
                <a:cs typeface="Segoe UI"/>
              </a:rPr>
              <a:t>    isempty(SecretName), "(Secret 식별 불가)", SecretName)</a:t>
            </a:r>
          </a:p>
          <a:p>
            <a:pPr algn="l">
              <a:lnSpc>
                <a:spcPct val="108000"/>
              </a:lnSpc>
              <a:spcBef>
                <a:spcPts val="0"/>
              </a:spcBef>
              <a:spcAft>
                <a:spcPts val="0"/>
              </a:spcAft>
            </a:pPr>
            <a:r>
              <a:rPr sz="1300" b="0" lang="ko-KR">
                <a:solidFill>
                  <a:srgbClr val="333333"/>
                </a:solidFill>
                <a:latin typeface="Consolas"/>
                <a:ea typeface="Malgun Gothic"/>
                <a:cs typeface="Segoe UI"/>
              </a:rPr>
              <a:t>| summarize</a:t>
            </a:r>
          </a:p>
          <a:p>
            <a:pPr algn="l">
              <a:lnSpc>
                <a:spcPct val="108000"/>
              </a:lnSpc>
              <a:spcBef>
                <a:spcPts val="0"/>
              </a:spcBef>
              <a:spcAft>
                <a:spcPts val="0"/>
              </a:spcAft>
            </a:pPr>
            <a:r>
              <a:rPr sz="1300" b="0" lang="ko-KR">
                <a:solidFill>
                  <a:srgbClr val="333333"/>
                </a:solidFill>
                <a:latin typeface="Consolas"/>
                <a:ea typeface="Malgun Gothic"/>
                <a:cs typeface="Segoe UI"/>
              </a:rPr>
              <a:t>    TotalCalls = count(),</a:t>
            </a:r>
          </a:p>
          <a:p>
            <a:pPr algn="l">
              <a:lnSpc>
                <a:spcPct val="108000"/>
              </a:lnSpc>
              <a:spcBef>
                <a:spcPts val="0"/>
              </a:spcBef>
              <a:spcAft>
                <a:spcPts val="0"/>
              </a:spcAft>
            </a:pPr>
            <a:r>
              <a:rPr sz="1300" b="0" lang="ko-KR">
                <a:solidFill>
                  <a:srgbClr val="333333"/>
                </a:solidFill>
                <a:latin typeface="Consolas"/>
                <a:ea typeface="Malgun Gothic"/>
                <a:cs typeface="Segoe UI"/>
              </a:rPr>
              <a:t>    ThrottledCalls = countif(httpStatusCode_d == 429)</a:t>
            </a:r>
          </a:p>
          <a:p>
            <a:pPr algn="l">
              <a:lnSpc>
                <a:spcPct val="108000"/>
              </a:lnSpc>
              <a:spcBef>
                <a:spcPts val="0"/>
              </a:spcBef>
              <a:spcAft>
                <a:spcPts val="0"/>
              </a:spcAft>
            </a:pPr>
            <a:r>
              <a:rPr sz="1300" b="0" lang="ko-KR">
                <a:solidFill>
                  <a:srgbClr val="333333"/>
                </a:solidFill>
                <a:latin typeface="Consolas"/>
                <a:ea typeface="Malgun Gothic"/>
                <a:cs typeface="Segoe UI"/>
              </a:rPr>
              <a:t>    by bin(TimeGenerated, 1h), Vault = Resource, SecretName</a:t>
            </a:r>
          </a:p>
          <a:p>
            <a:pPr algn="l">
              <a:lnSpc>
                <a:spcPct val="108000"/>
              </a:lnSpc>
              <a:spcBef>
                <a:spcPts val="0"/>
              </a:spcBef>
              <a:spcAft>
                <a:spcPts val="0"/>
              </a:spcAft>
            </a:pPr>
            <a:r>
              <a:rPr sz="1300" b="0" lang="ko-KR">
                <a:solidFill>
                  <a:srgbClr val="333333"/>
                </a:solidFill>
                <a:latin typeface="Consolas"/>
                <a:ea typeface="Malgun Gothic"/>
                <a:cs typeface="Segoe UI"/>
              </a:rPr>
              <a:t>| order by TimeGenerated desc, TotalCalls desc</a:t>
            </a:r>
          </a:p>
        </p:txBody>
      </p:sp>
      <p:sp>
        <p:nvSpPr>
          <p:cNvPr id="9" name="TextBox 8"/>
          <p:cNvSpPr txBox="1"/>
          <p:nvPr/>
        </p:nvSpPr>
        <p:spPr>
          <a:xfrm>
            <a:off x="731520" y="5468112"/>
            <a:ext cx="10698480" cy="594360"/>
          </a:xfrm>
          <a:prstGeom prst="rect">
            <a:avLst/>
          </a:prstGeom>
          <a:noFill/>
        </p:spPr>
        <p:txBody>
          <a:bodyPr wrap="square" lIns="0" rIns="0" tIns="0" bIns="0">
            <a:spAutoFit/>
          </a:bodyPr>
          <a:lstStyle/>
          <a:p>
            <a:pPr algn="l">
              <a:lnSpc>
                <a:spcPct val="108000"/>
              </a:lnSpc>
              <a:spcBef>
                <a:spcPts val="0"/>
              </a:spcBef>
              <a:spcAft>
                <a:spcPts val="0"/>
              </a:spcAft>
            </a:pPr>
            <a:r>
              <a:rPr sz="1300" b="0" lang="ko-KR">
                <a:solidFill>
                  <a:srgbClr val="333333"/>
                </a:solidFill>
                <a:latin typeface="Segoe UI"/>
                <a:ea typeface="Malgun Gothic"/>
                <a:cs typeface="Segoe UI"/>
              </a:rPr>
              <a:t>TotalCalls = SecretGet + 모든 작업의 429 로그 / ThrottledCalls = 그중 429</a:t>
            </a:r>
          </a:p>
          <a:p>
            <a:pPr algn="l">
              <a:lnSpc>
                <a:spcPct val="108000"/>
              </a:lnSpc>
              <a:spcBef>
                <a:spcPts val="0"/>
              </a:spcBef>
              <a:spcAft>
                <a:spcPts val="0"/>
              </a:spcAft>
            </a:pPr>
            <a:r>
              <a:rPr sz="1300" b="0" lang="ko-KR">
                <a:solidFill>
                  <a:srgbClr val="333333"/>
                </a:solidFill>
                <a:latin typeface="Segoe UI"/>
                <a:ea typeface="Malgun Gothic"/>
                <a:cs typeface="Segoe UI"/>
              </a:rPr>
              <a:t>Secret 경로가 없는 429는 별도 행, UTC 기준 · 1h를 1m 또는 10s로 변경 가능</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700" b="1" lang="ko-KR">
                <a:solidFill>
                  <a:srgbClr val="243A5E"/>
                </a:solidFill>
                <a:latin typeface="Segoe UI Semibold"/>
                <a:ea typeface="Malgun Gothic"/>
                <a:cs typeface="Segoe UI"/>
              </a:rPr>
              <a:t>Throttle된 요청 상세 KQL</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부록 A2 · Vault 이름을 실제 환경에 맞게 변경</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상세 참조 부록</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22</a:t>
            </a:r>
          </a:p>
        </p:txBody>
      </p:sp>
      <p:sp>
        <p:nvSpPr>
          <p:cNvPr id="6" name="Rounded Rectangle 5"/>
          <p:cNvSpPr/>
          <p:nvPr/>
        </p:nvSpPr>
        <p:spPr>
          <a:xfrm>
            <a:off x="585216" y="1773936"/>
            <a:ext cx="11018520" cy="3575304"/>
          </a:xfrm>
          <a:prstGeom prst="roundRect">
            <a:avLst>
              <a:gd name="adj" fmla="val 4000"/>
            </a:avLst>
          </a:prstGeom>
          <a:solidFill>
            <a:srgbClr val="F7F9FB"/>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773936"/>
            <a:ext cx="50292" cy="3575304"/>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920240"/>
            <a:ext cx="10652760" cy="3300984"/>
          </a:xfrm>
          <a:prstGeom prst="rect">
            <a:avLst/>
          </a:prstGeom>
          <a:noFill/>
        </p:spPr>
        <p:txBody>
          <a:bodyPr wrap="square" lIns="0" rIns="0" tIns="0" bIns="0">
            <a:spAutoFit/>
          </a:bodyPr>
          <a:lstStyle/>
          <a:p>
            <a:pPr algn="l">
              <a:lnSpc>
                <a:spcPct val="108000"/>
              </a:lnSpc>
              <a:spcBef>
                <a:spcPts val="0"/>
              </a:spcBef>
              <a:spcAft>
                <a:spcPts val="0"/>
              </a:spcAft>
            </a:pPr>
            <a:r>
              <a:rPr sz="1300" b="0" lang="ko-KR">
                <a:solidFill>
                  <a:srgbClr val="333333"/>
                </a:solidFill>
                <a:latin typeface="Consolas"/>
                <a:ea typeface="Malgun Gothic"/>
                <a:cs typeface="Segoe UI"/>
              </a:rPr>
              <a:t>AzureDiagnostics</a:t>
            </a:r>
          </a:p>
          <a:p>
            <a:pPr algn="l">
              <a:lnSpc>
                <a:spcPct val="108000"/>
              </a:lnSpc>
              <a:spcBef>
                <a:spcPts val="0"/>
              </a:spcBef>
              <a:spcAft>
                <a:spcPts val="0"/>
              </a:spcAft>
            </a:pPr>
            <a:r>
              <a:rPr sz="1300" b="0" lang="ko-KR">
                <a:solidFill>
                  <a:srgbClr val="333333"/>
                </a:solidFill>
                <a:latin typeface="Consolas"/>
                <a:ea typeface="Malgun Gothic"/>
                <a:cs typeface="Segoe UI"/>
              </a:rPr>
              <a:t>| where TimeGenerated &gt;= ago(7d)</a:t>
            </a:r>
          </a:p>
          <a:p>
            <a:pPr algn="l">
              <a:lnSpc>
                <a:spcPct val="108000"/>
              </a:lnSpc>
              <a:spcBef>
                <a:spcPts val="0"/>
              </a:spcBef>
              <a:spcAft>
                <a:spcPts val="0"/>
              </a:spcAft>
            </a:pPr>
            <a:r>
              <a:rPr sz="1300" b="0" lang="ko-KR">
                <a:solidFill>
                  <a:srgbClr val="333333"/>
                </a:solidFill>
                <a:latin typeface="Consolas"/>
                <a:ea typeface="Malgun Gothic"/>
                <a:cs typeface="Segoe UI"/>
              </a:rPr>
              <a:t>| where ResourceProvider == "MICROSOFT.KEYVAULT"</a:t>
            </a:r>
          </a:p>
          <a:p>
            <a:pPr algn="l">
              <a:lnSpc>
                <a:spcPct val="108000"/>
              </a:lnSpc>
              <a:spcBef>
                <a:spcPts val="0"/>
              </a:spcBef>
              <a:spcAft>
                <a:spcPts val="0"/>
              </a:spcAft>
            </a:pPr>
            <a:r>
              <a:rPr sz="1300" b="0" lang="ko-KR">
                <a:solidFill>
                  <a:srgbClr val="333333"/>
                </a:solidFill>
                <a:latin typeface="Consolas"/>
                <a:ea typeface="Malgun Gothic"/>
                <a:cs typeface="Segoe UI"/>
              </a:rPr>
              <a:t>| where Category == "AuditEvent"</a:t>
            </a:r>
          </a:p>
          <a:p>
            <a:pPr algn="l">
              <a:lnSpc>
                <a:spcPct val="108000"/>
              </a:lnSpc>
              <a:spcBef>
                <a:spcPts val="0"/>
              </a:spcBef>
              <a:spcAft>
                <a:spcPts val="0"/>
              </a:spcAft>
            </a:pPr>
            <a:r>
              <a:rPr sz="1300" b="0" lang="ko-KR">
                <a:solidFill>
                  <a:srgbClr val="333333"/>
                </a:solidFill>
                <a:latin typeface="Consolas"/>
                <a:ea typeface="Malgun Gothic"/>
                <a:cs typeface="Segoe UI"/>
              </a:rPr>
              <a:t>| where Resource =~ "KEYVAULTWORKSHOP2"</a:t>
            </a:r>
          </a:p>
          <a:p>
            <a:pPr algn="l">
              <a:lnSpc>
                <a:spcPct val="108000"/>
              </a:lnSpc>
              <a:spcBef>
                <a:spcPts val="0"/>
              </a:spcBef>
              <a:spcAft>
                <a:spcPts val="0"/>
              </a:spcAft>
            </a:pPr>
            <a:r>
              <a:rPr sz="1300" b="0" lang="ko-KR">
                <a:solidFill>
                  <a:srgbClr val="333333"/>
                </a:solidFill>
                <a:latin typeface="Consolas"/>
                <a:ea typeface="Malgun Gothic"/>
                <a:cs typeface="Segoe UI"/>
              </a:rPr>
              <a:t>| where httpStatusCode_d == 429</a:t>
            </a:r>
          </a:p>
          <a:p>
            <a:pPr algn="l">
              <a:lnSpc>
                <a:spcPct val="108000"/>
              </a:lnSpc>
              <a:spcBef>
                <a:spcPts val="0"/>
              </a:spcBef>
              <a:spcAft>
                <a:spcPts val="0"/>
              </a:spcAft>
            </a:pPr>
            <a:r>
              <a:rPr sz="1300" b="0" lang="ko-KR">
                <a:solidFill>
                  <a:srgbClr val="333333"/>
                </a:solidFill>
                <a:latin typeface="Consolas"/>
                <a:ea typeface="Malgun Gothic"/>
                <a:cs typeface="Segoe UI"/>
              </a:rPr>
              <a:t>| project</a:t>
            </a:r>
          </a:p>
          <a:p>
            <a:pPr algn="l">
              <a:lnSpc>
                <a:spcPct val="108000"/>
              </a:lnSpc>
              <a:spcBef>
                <a:spcPts val="0"/>
              </a:spcBef>
              <a:spcAft>
                <a:spcPts val="0"/>
              </a:spcAft>
            </a:pPr>
            <a:r>
              <a:rPr sz="1300" b="0" lang="ko-KR">
                <a:solidFill>
                  <a:srgbClr val="333333"/>
                </a:solidFill>
                <a:latin typeface="Consolas"/>
                <a:ea typeface="Malgun Gothic"/>
                <a:cs typeface="Segoe UI"/>
              </a:rPr>
              <a:t>    TimeGenerated,</a:t>
            </a:r>
          </a:p>
          <a:p>
            <a:pPr algn="l">
              <a:lnSpc>
                <a:spcPct val="108000"/>
              </a:lnSpc>
              <a:spcBef>
                <a:spcPts val="0"/>
              </a:spcBef>
              <a:spcAft>
                <a:spcPts val="0"/>
              </a:spcAft>
            </a:pPr>
            <a:r>
              <a:rPr sz="1300" b="0" lang="ko-KR">
                <a:solidFill>
                  <a:srgbClr val="333333"/>
                </a:solidFill>
                <a:latin typeface="Consolas"/>
                <a:ea typeface="Malgun Gothic"/>
                <a:cs typeface="Segoe UI"/>
              </a:rPr>
              <a:t>    OperationName,</a:t>
            </a:r>
          </a:p>
          <a:p>
            <a:pPr algn="l">
              <a:lnSpc>
                <a:spcPct val="108000"/>
              </a:lnSpc>
              <a:spcBef>
                <a:spcPts val="0"/>
              </a:spcBef>
              <a:spcAft>
                <a:spcPts val="0"/>
              </a:spcAft>
            </a:pPr>
            <a:r>
              <a:rPr sz="1300" b="0" lang="ko-KR">
                <a:solidFill>
                  <a:srgbClr val="333333"/>
                </a:solidFill>
                <a:latin typeface="Consolas"/>
                <a:ea typeface="Malgun Gothic"/>
                <a:cs typeface="Segoe UI"/>
              </a:rPr>
              <a:t>    requestUri_s,</a:t>
            </a:r>
          </a:p>
          <a:p>
            <a:pPr algn="l">
              <a:lnSpc>
                <a:spcPct val="108000"/>
              </a:lnSpc>
              <a:spcBef>
                <a:spcPts val="0"/>
              </a:spcBef>
              <a:spcAft>
                <a:spcPts val="0"/>
              </a:spcAft>
            </a:pPr>
            <a:r>
              <a:rPr sz="1300" b="0" lang="ko-KR">
                <a:solidFill>
                  <a:srgbClr val="333333"/>
                </a:solidFill>
                <a:latin typeface="Consolas"/>
                <a:ea typeface="Malgun Gothic"/>
                <a:cs typeface="Segoe UI"/>
              </a:rPr>
              <a:t>    CallerIPAddress,</a:t>
            </a:r>
          </a:p>
          <a:p>
            <a:pPr algn="l">
              <a:lnSpc>
                <a:spcPct val="108000"/>
              </a:lnSpc>
              <a:spcBef>
                <a:spcPts val="0"/>
              </a:spcBef>
              <a:spcAft>
                <a:spcPts val="0"/>
              </a:spcAft>
            </a:pPr>
            <a:r>
              <a:rPr sz="1300" b="0" lang="ko-KR">
                <a:solidFill>
                  <a:srgbClr val="333333"/>
                </a:solidFill>
                <a:latin typeface="Consolas"/>
                <a:ea typeface="Malgun Gothic"/>
                <a:cs typeface="Segoe UI"/>
              </a:rPr>
              <a:t>    ResultDescription</a:t>
            </a:r>
          </a:p>
          <a:p>
            <a:pPr algn="l">
              <a:lnSpc>
                <a:spcPct val="108000"/>
              </a:lnSpc>
              <a:spcBef>
                <a:spcPts val="0"/>
              </a:spcBef>
              <a:spcAft>
                <a:spcPts val="0"/>
              </a:spcAft>
            </a:pPr>
            <a:r>
              <a:rPr sz="1300" b="0" lang="ko-KR">
                <a:solidFill>
                  <a:srgbClr val="333333"/>
                </a:solidFill>
                <a:latin typeface="Consolas"/>
                <a:ea typeface="Malgun Gothic"/>
                <a:cs typeface="Segoe UI"/>
              </a:rPr>
              <a:t>| order by TimeGenerated desc</a:t>
            </a:r>
          </a:p>
        </p:txBody>
      </p:sp>
      <p:sp>
        <p:nvSpPr>
          <p:cNvPr id="9" name="TextBox 8"/>
          <p:cNvSpPr txBox="1"/>
          <p:nvPr/>
        </p:nvSpPr>
        <p:spPr>
          <a:xfrm>
            <a:off x="731520" y="5495544"/>
            <a:ext cx="10698480" cy="594360"/>
          </a:xfrm>
          <a:prstGeom prst="rect">
            <a:avLst/>
          </a:prstGeom>
          <a:noFill/>
        </p:spPr>
        <p:txBody>
          <a:bodyPr wrap="square" lIns="0" rIns="0" tIns="0" bIns="0">
            <a:spAutoFit/>
          </a:bodyPr>
          <a:lstStyle/>
          <a:p>
            <a:pPr algn="l">
              <a:lnSpc>
                <a:spcPct val="108000"/>
              </a:lnSpc>
              <a:spcBef>
                <a:spcPts val="0"/>
              </a:spcBef>
              <a:spcAft>
                <a:spcPts val="0"/>
              </a:spcAft>
            </a:pPr>
            <a:r>
              <a:rPr sz="1300" b="0" lang="ko-KR">
                <a:solidFill>
                  <a:srgbClr val="333333"/>
                </a:solidFill>
                <a:latin typeface="Segoe UI"/>
                <a:ea typeface="Malgun Gothic"/>
                <a:cs typeface="Segoe UI"/>
              </a:rPr>
              <a:t>OperationName이 AfterAuthentication인 429도 포함합니다.</a:t>
            </a:r>
          </a:p>
          <a:p>
            <a:pPr algn="l">
              <a:lnSpc>
                <a:spcPct val="108000"/>
              </a:lnSpc>
              <a:spcBef>
                <a:spcPts val="0"/>
              </a:spcBef>
              <a:spcAft>
                <a:spcPts val="0"/>
              </a:spcAft>
            </a:pPr>
            <a:r>
              <a:rPr sz="1300" b="0" lang="ko-KR">
                <a:solidFill>
                  <a:srgbClr val="333333"/>
                </a:solidFill>
                <a:latin typeface="Segoe UI"/>
                <a:ea typeface="Malgun Gothic"/>
                <a:cs typeface="Segoe UI"/>
              </a:rPr>
              <a:t>Metrics와 같은 Vault·같은 시간 범위를 비교하고, URI와 오류 설명을 펼쳐 확인합니다.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700" b="1" lang="ko-KR">
                <a:solidFill>
                  <a:srgbClr val="243A5E"/>
                </a:solidFill>
                <a:latin typeface="Segoe UI Semibold"/>
                <a:ea typeface="Malgun Gothic"/>
                <a:cs typeface="Segoe UI"/>
              </a:rPr>
              <a:t>Retry 정책을 Configuration Provider에 전달합니다</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부록 A3 · 참가자 소스의 핵심 연결 구조 (관측 코드 생략)</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상세 참조 부록</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23</a:t>
            </a:r>
          </a:p>
        </p:txBody>
      </p:sp>
      <p:sp>
        <p:nvSpPr>
          <p:cNvPr id="6" name="Rounded Rectangle 5"/>
          <p:cNvSpPr/>
          <p:nvPr/>
        </p:nvSpPr>
        <p:spPr>
          <a:xfrm>
            <a:off x="585216" y="1773936"/>
            <a:ext cx="6665976" cy="4471416"/>
          </a:xfrm>
          <a:prstGeom prst="roundRect">
            <a:avLst>
              <a:gd name="adj" fmla="val 4000"/>
            </a:avLst>
          </a:prstGeom>
          <a:solidFill>
            <a:srgbClr val="F7F9FB"/>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773936"/>
            <a:ext cx="50292" cy="447141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920240"/>
            <a:ext cx="6300216" cy="4197096"/>
          </a:xfrm>
          <a:prstGeom prst="rect">
            <a:avLst/>
          </a:prstGeom>
          <a:noFill/>
        </p:spPr>
        <p:txBody>
          <a:bodyPr wrap="square" lIns="0" rIns="0" tIns="0" bIns="0">
            <a:spAutoFit/>
          </a:bodyPr>
          <a:lstStyle/>
          <a:p>
            <a:pPr algn="l">
              <a:lnSpc>
                <a:spcPct val="108000"/>
              </a:lnSpc>
              <a:spcBef>
                <a:spcPts val="0"/>
              </a:spcBef>
              <a:spcAft>
                <a:spcPts val="0"/>
              </a:spcAft>
            </a:pPr>
            <a:r>
              <a:rPr sz="1150" b="0" lang="ko-KR">
                <a:solidFill>
                  <a:srgbClr val="333333"/>
                </a:solidFill>
                <a:latin typeface="Consolas"/>
                <a:ea typeface="Malgun Gothic"/>
                <a:cs typeface="Segoe UI"/>
              </a:rPr>
              <a:t>var options = new SecretClientOptions</a:t>
            </a:r>
          </a:p>
          <a:p>
            <a:pPr algn="l">
              <a:lnSpc>
                <a:spcPct val="108000"/>
              </a:lnSpc>
              <a:spcBef>
                <a:spcPts val="0"/>
              </a:spcBef>
              <a:spcAft>
                <a:spcPts val="0"/>
              </a:spcAft>
            </a:pPr>
            <a:r>
              <a:rPr sz="1150" b="0" lang="ko-KR">
                <a:solidFill>
                  <a:srgbClr val="333333"/>
                </a:solidFill>
                <a:latin typeface="Consolas"/>
                <a:ea typeface="Malgun Gothic"/>
                <a:cs typeface="Segoe UI"/>
              </a:rPr>
              <a:t>{</a:t>
            </a:r>
          </a:p>
          <a:p>
            <a:pPr algn="l">
              <a:lnSpc>
                <a:spcPct val="108000"/>
              </a:lnSpc>
              <a:spcBef>
                <a:spcPts val="0"/>
              </a:spcBef>
              <a:spcAft>
                <a:spcPts val="0"/>
              </a:spcAft>
            </a:pPr>
            <a:r>
              <a:rPr sz="1150" b="0" lang="ko-KR">
                <a:solidFill>
                  <a:srgbClr val="333333"/>
                </a:solidFill>
                <a:latin typeface="Consolas"/>
                <a:ea typeface="Malgun Gothic"/>
                <a:cs typeface="Segoe UI"/>
              </a:rPr>
              <a:t>    Retry =</a:t>
            </a:r>
          </a:p>
          <a:p>
            <a:pPr algn="l">
              <a:lnSpc>
                <a:spcPct val="108000"/>
              </a:lnSpc>
              <a:spcBef>
                <a:spcPts val="0"/>
              </a:spcBef>
              <a:spcAft>
                <a:spcPts val="0"/>
              </a:spcAft>
            </a:pPr>
            <a:r>
              <a:rPr sz="1150" b="0" lang="ko-KR">
                <a:solidFill>
                  <a:srgbClr val="333333"/>
                </a:solidFill>
                <a:latin typeface="Consolas"/>
                <a:ea typeface="Malgun Gothic"/>
                <a:cs typeface="Segoe UI"/>
              </a:rPr>
              <a:t>    {</a:t>
            </a:r>
          </a:p>
          <a:p>
            <a:pPr algn="l">
              <a:lnSpc>
                <a:spcPct val="108000"/>
              </a:lnSpc>
              <a:spcBef>
                <a:spcPts val="0"/>
              </a:spcBef>
              <a:spcAft>
                <a:spcPts val="0"/>
              </a:spcAft>
            </a:pPr>
            <a:r>
              <a:rPr sz="1150" b="0" lang="ko-KR">
                <a:solidFill>
                  <a:srgbClr val="333333"/>
                </a:solidFill>
                <a:latin typeface="Consolas"/>
                <a:ea typeface="Malgun Gothic"/>
                <a:cs typeface="Segoe UI"/>
              </a:rPr>
              <a:t>        Mode = RetryMode.Exponential,</a:t>
            </a:r>
          </a:p>
          <a:p>
            <a:pPr algn="l">
              <a:lnSpc>
                <a:spcPct val="108000"/>
              </a:lnSpc>
              <a:spcBef>
                <a:spcPts val="0"/>
              </a:spcBef>
              <a:spcAft>
                <a:spcPts val="0"/>
              </a:spcAft>
            </a:pPr>
            <a:r>
              <a:rPr sz="1150" b="0" lang="ko-KR">
                <a:solidFill>
                  <a:srgbClr val="333333"/>
                </a:solidFill>
                <a:latin typeface="Consolas"/>
                <a:ea typeface="Malgun Gothic"/>
                <a:cs typeface="Segoe UI"/>
              </a:rPr>
              <a:t>        Delay = TimeSpan.FromSeconds(1),</a:t>
            </a:r>
          </a:p>
          <a:p>
            <a:pPr algn="l">
              <a:lnSpc>
                <a:spcPct val="108000"/>
              </a:lnSpc>
              <a:spcBef>
                <a:spcPts val="0"/>
              </a:spcBef>
              <a:spcAft>
                <a:spcPts val="0"/>
              </a:spcAft>
            </a:pPr>
            <a:r>
              <a:rPr sz="1150" b="0" lang="ko-KR">
                <a:solidFill>
                  <a:srgbClr val="333333"/>
                </a:solidFill>
                <a:latin typeface="Consolas"/>
                <a:ea typeface="Malgun Gothic"/>
                <a:cs typeface="Segoe UI"/>
              </a:rPr>
              <a:t>        MaxDelay = TimeSpan.FromSeconds(16),</a:t>
            </a:r>
          </a:p>
          <a:p>
            <a:pPr algn="l">
              <a:lnSpc>
                <a:spcPct val="108000"/>
              </a:lnSpc>
              <a:spcBef>
                <a:spcPts val="0"/>
              </a:spcBef>
              <a:spcAft>
                <a:spcPts val="0"/>
              </a:spcAft>
            </a:pPr>
            <a:r>
              <a:rPr sz="1150" b="0" lang="ko-KR">
                <a:solidFill>
                  <a:srgbClr val="333333"/>
                </a:solidFill>
                <a:latin typeface="Consolas"/>
                <a:ea typeface="Malgun Gothic"/>
                <a:cs typeface="Segoe UI"/>
              </a:rPr>
              <a:t>        MaxRetries = 5,</a:t>
            </a:r>
          </a:p>
          <a:p>
            <a:pPr algn="l">
              <a:lnSpc>
                <a:spcPct val="108000"/>
              </a:lnSpc>
              <a:spcBef>
                <a:spcPts val="0"/>
              </a:spcBef>
              <a:spcAft>
                <a:spcPts val="0"/>
              </a:spcAft>
            </a:pPr>
            <a:r>
              <a:rPr sz="1150" b="0" lang="ko-KR">
                <a:solidFill>
                  <a:srgbClr val="333333"/>
                </a:solidFill>
                <a:latin typeface="Consolas"/>
                <a:ea typeface="Malgun Gothic"/>
                <a:cs typeface="Segoe UI"/>
              </a:rPr>
              <a:t>        NetworkTimeout = TimeSpan.FromSeconds(10)</a:t>
            </a:r>
          </a:p>
          <a:p>
            <a:pPr algn="l">
              <a:lnSpc>
                <a:spcPct val="108000"/>
              </a:lnSpc>
              <a:spcBef>
                <a:spcPts val="0"/>
              </a:spcBef>
              <a:spcAft>
                <a:spcPts val="0"/>
              </a:spcAft>
            </a:pPr>
            <a:r>
              <a:rPr sz="1150" b="0" lang="ko-KR">
                <a:solidFill>
                  <a:srgbClr val="333333"/>
                </a:solidFill>
                <a:latin typeface="Consolas"/>
                <a:ea typeface="Malgun Gothic"/>
                <a:cs typeface="Segoe UI"/>
              </a:rPr>
              <a:t>    }</a:t>
            </a:r>
          </a:p>
          <a:p>
            <a:pPr algn="l">
              <a:lnSpc>
                <a:spcPct val="108000"/>
              </a:lnSpc>
              <a:spcBef>
                <a:spcPts val="0"/>
              </a:spcBef>
              <a:spcAft>
                <a:spcPts val="0"/>
              </a:spcAft>
            </a:pPr>
            <a:r>
              <a:rPr sz="1150" b="0" lang="ko-KR">
                <a:solidFill>
                  <a:srgbClr val="333333"/>
                </a:solidFill>
                <a:latin typeface="Consolas"/>
                <a:ea typeface="Malgun Gothic"/>
                <a:cs typeface="Segoe UI"/>
              </a:rPr>
              <a:t>};</a:t>
            </a:r>
          </a:p>
          <a:p>
            <a:pPr algn="l">
              <a:lnSpc>
                <a:spcPct val="108000"/>
              </a:lnSpc>
              <a:spcBef>
                <a:spcPts val="0"/>
              </a:spcBef>
              <a:spcAft>
                <a:spcPts val="0"/>
              </a:spcAft>
            </a:pPr>
            <a:r>
              <a:rPr sz="1150" b="0" lang="ko-KR">
                <a:solidFill>
                  <a:srgbClr val="333333"/>
                </a:solidFill>
                <a:latin typeface="Consolas"/>
                <a:ea typeface="Malgun Gothic"/>
                <a:cs typeface="Segoe UI"/>
              </a:rPr>
              <a:t>var client = new SecretClient(</a:t>
            </a:r>
          </a:p>
          <a:p>
            <a:pPr algn="l">
              <a:lnSpc>
                <a:spcPct val="108000"/>
              </a:lnSpc>
              <a:spcBef>
                <a:spcPts val="0"/>
              </a:spcBef>
              <a:spcAft>
                <a:spcPts val="0"/>
              </a:spcAft>
            </a:pPr>
            <a:r>
              <a:rPr sz="1150" b="0" lang="ko-KR">
                <a:solidFill>
                  <a:srgbClr val="333333"/>
                </a:solidFill>
                <a:latin typeface="Consolas"/>
                <a:ea typeface="Malgun Gothic"/>
                <a:cs typeface="Segoe UI"/>
              </a:rPr>
              <a:t>    settings.VaultUri, credential, options);</a:t>
            </a:r>
          </a:p>
          <a:p>
            <a:pPr algn="l">
              <a:lnSpc>
                <a:spcPct val="108000"/>
              </a:lnSpc>
              <a:spcBef>
                <a:spcPts val="0"/>
              </a:spcBef>
              <a:spcAft>
                <a:spcPts val="0"/>
              </a:spcAft>
            </a:pPr>
            <a:r>
              <a:rPr sz="1150" b="0" lang="ko-KR">
                <a:solidFill>
                  <a:srgbClr val="333333"/>
                </a:solidFill>
                <a:latin typeface="Consolas"/>
                <a:ea typeface="Malgun Gothic"/>
                <a:cs typeface="Segoe UI"/>
              </a:rPr>
              <a:t>var builder = new ConfigurationBuilder();</a:t>
            </a:r>
          </a:p>
          <a:p>
            <a:pPr algn="l">
              <a:lnSpc>
                <a:spcPct val="108000"/>
              </a:lnSpc>
              <a:spcBef>
                <a:spcPts val="0"/>
              </a:spcBef>
              <a:spcAft>
                <a:spcPts val="0"/>
              </a:spcAft>
            </a:pPr>
            <a:r>
              <a:rPr sz="1150" b="0" lang="ko-KR">
                <a:solidFill>
                  <a:srgbClr val="333333"/>
                </a:solidFill>
                <a:latin typeface="Consolas"/>
                <a:ea typeface="Malgun Gothic"/>
                <a:cs typeface="Segoe UI"/>
              </a:rPr>
              <a:t>builder.AddAzureKeyVault(client,</a:t>
            </a:r>
          </a:p>
          <a:p>
            <a:pPr algn="l">
              <a:lnSpc>
                <a:spcPct val="108000"/>
              </a:lnSpc>
              <a:spcBef>
                <a:spcPts val="0"/>
              </a:spcBef>
              <a:spcAft>
                <a:spcPts val="0"/>
              </a:spcAft>
            </a:pPr>
            <a:r>
              <a:rPr sz="1150" b="0" lang="ko-KR">
                <a:solidFill>
                  <a:srgbClr val="333333"/>
                </a:solidFill>
                <a:latin typeface="Consolas"/>
                <a:ea typeface="Malgun Gothic"/>
                <a:cs typeface="Segoe UI"/>
              </a:rPr>
              <a:t>    new AzureKeyVaultConfigurationOptions</a:t>
            </a:r>
          </a:p>
          <a:p>
            <a:pPr algn="l">
              <a:lnSpc>
                <a:spcPct val="108000"/>
              </a:lnSpc>
              <a:spcBef>
                <a:spcPts val="0"/>
              </a:spcBef>
              <a:spcAft>
                <a:spcPts val="0"/>
              </a:spcAft>
            </a:pPr>
            <a:r>
              <a:rPr sz="1150" b="0" lang="ko-KR">
                <a:solidFill>
                  <a:srgbClr val="333333"/>
                </a:solidFill>
                <a:latin typeface="Consolas"/>
                <a:ea typeface="Malgun Gothic"/>
                <a:cs typeface="Segoe UI"/>
              </a:rPr>
              <a:t>    {</a:t>
            </a:r>
          </a:p>
          <a:p>
            <a:pPr algn="l">
              <a:lnSpc>
                <a:spcPct val="108000"/>
              </a:lnSpc>
              <a:spcBef>
                <a:spcPts val="0"/>
              </a:spcBef>
              <a:spcAft>
                <a:spcPts val="0"/>
              </a:spcAft>
            </a:pPr>
            <a:r>
              <a:rPr sz="1150" b="0" lang="ko-KR">
                <a:solidFill>
                  <a:srgbClr val="333333"/>
                </a:solidFill>
                <a:latin typeface="Consolas"/>
                <a:ea typeface="Malgun Gothic"/>
                <a:cs typeface="Segoe UI"/>
              </a:rPr>
              <a:t>        ReloadInterval = settings.ReloadInterval,</a:t>
            </a:r>
          </a:p>
          <a:p>
            <a:pPr algn="l">
              <a:lnSpc>
                <a:spcPct val="108000"/>
              </a:lnSpc>
              <a:spcBef>
                <a:spcPts val="0"/>
              </a:spcBef>
              <a:spcAft>
                <a:spcPts val="0"/>
              </a:spcAft>
            </a:pPr>
            <a:r>
              <a:rPr sz="1150" b="0" lang="ko-KR">
                <a:solidFill>
                  <a:srgbClr val="333333"/>
                </a:solidFill>
                <a:latin typeface="Consolas"/>
                <a:ea typeface="Malgun Gothic"/>
                <a:cs typeface="Segoe UI"/>
              </a:rPr>
              <a:t>        Manager = new SingleSecretManager(settings.SecretName)</a:t>
            </a:r>
          </a:p>
          <a:p>
            <a:pPr algn="l">
              <a:lnSpc>
                <a:spcPct val="108000"/>
              </a:lnSpc>
              <a:spcBef>
                <a:spcPts val="0"/>
              </a:spcBef>
              <a:spcAft>
                <a:spcPts val="0"/>
              </a:spcAft>
            </a:pPr>
            <a:r>
              <a:rPr sz="1150" b="0" lang="ko-KR">
                <a:solidFill>
                  <a:srgbClr val="333333"/>
                </a:solidFill>
                <a:latin typeface="Consolas"/>
                <a:ea typeface="Malgun Gothic"/>
                <a:cs typeface="Segoe UI"/>
              </a:rPr>
              <a:t>    });</a:t>
            </a:r>
          </a:p>
        </p:txBody>
      </p:sp>
      <p:sp>
        <p:nvSpPr>
          <p:cNvPr id="9" name="Rounded Rectangle 8"/>
          <p:cNvSpPr/>
          <p:nvPr/>
        </p:nvSpPr>
        <p:spPr>
          <a:xfrm>
            <a:off x="7470648" y="1773936"/>
            <a:ext cx="4133087" cy="2057400"/>
          </a:xfrm>
          <a:prstGeom prst="roundRect">
            <a:avLst>
              <a:gd name="adj" fmla="val 4000"/>
            </a:avLst>
          </a:prstGeom>
          <a:solidFill>
            <a:srgbClr val="F7F9FB"/>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70648" y="1773936"/>
            <a:ext cx="50292" cy="205740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53527" y="1920240"/>
            <a:ext cx="3767327" cy="1783080"/>
          </a:xfrm>
          <a:prstGeom prst="rect">
            <a:avLst/>
          </a:prstGeom>
          <a:noFill/>
        </p:spPr>
        <p:txBody>
          <a:bodyPr wrap="square" lIns="0" rIns="0" tIns="0" bIns="0">
            <a:spAutoFit/>
          </a:bodyPr>
          <a:lstStyle/>
          <a:p>
            <a:pPr algn="l">
              <a:lnSpc>
                <a:spcPct val="108000"/>
              </a:lnSpc>
              <a:spcBef>
                <a:spcPts val="0"/>
              </a:spcBef>
              <a:spcAft>
                <a:spcPts val="0"/>
              </a:spcAft>
            </a:pPr>
            <a:r>
              <a:rPr sz="1100" b="0" lang="ko-KR">
                <a:solidFill>
                  <a:srgbClr val="333333"/>
                </a:solidFill>
                <a:latin typeface="Consolas"/>
                <a:ea typeface="Malgun Gothic"/>
                <a:cs typeface="Segoe UI"/>
              </a:rPr>
              <a:t>// 최초 로딩: 실패 시 예외 전달</a:t>
            </a:r>
          </a:p>
          <a:p>
            <a:pPr algn="l">
              <a:lnSpc>
                <a:spcPct val="108000"/>
              </a:lnSpc>
              <a:spcBef>
                <a:spcPts val="0"/>
              </a:spcBef>
              <a:spcAft>
                <a:spcPts val="0"/>
              </a:spcAft>
            </a:pPr>
            <a:r>
              <a:rPr sz="1100" b="0" lang="ko-KR">
                <a:solidFill>
                  <a:srgbClr val="333333"/>
                </a:solidFill>
                <a:latin typeface="Consolas"/>
                <a:ea typeface="Malgun Gothic"/>
                <a:cs typeface="Segoe UI"/>
              </a:rPr>
              <a:t>var configuration = builder.Build();</a:t>
            </a:r>
          </a:p>
          <a:p>
            <a:pPr algn="l">
              <a:lnSpc>
                <a:spcPct val="108000"/>
              </a:lnSpc>
              <a:spcBef>
                <a:spcPts val="0"/>
              </a:spcBef>
              <a:spcAft>
                <a:spcPts val="0"/>
              </a:spcAft>
            </a:pPr>
            <a:r>
              <a:rPr sz="1100" b="0" lang="ko-KR">
                <a:solidFill>
                  <a:srgbClr val="333333"/>
                </a:solidFill>
                <a:latin typeface="Consolas"/>
                <a:ea typeface="Malgun Gothic"/>
                <a:cs typeface="Segoe UI"/>
              </a:rPr>
              <a:t/>
            </a:r>
          </a:p>
          <a:p>
            <a:pPr algn="l">
              <a:lnSpc>
                <a:spcPct val="108000"/>
              </a:lnSpc>
              <a:spcBef>
                <a:spcPts val="0"/>
              </a:spcBef>
              <a:spcAft>
                <a:spcPts val="0"/>
              </a:spcAft>
            </a:pPr>
            <a:r>
              <a:rPr sz="1100" b="0" lang="ko-KR">
                <a:solidFill>
                  <a:srgbClr val="333333"/>
                </a:solidFill>
                <a:latin typeface="Consolas"/>
                <a:ea typeface="Malgun Gothic"/>
                <a:cs typeface="Segoe UI"/>
              </a:rPr>
              <a:t>// 이후 읽기는 메모리 접근</a:t>
            </a:r>
          </a:p>
          <a:p>
            <a:pPr algn="l">
              <a:lnSpc>
                <a:spcPct val="108000"/>
              </a:lnSpc>
              <a:spcBef>
                <a:spcPts val="0"/>
              </a:spcBef>
              <a:spcAft>
                <a:spcPts val="0"/>
              </a:spcAft>
            </a:pPr>
            <a:r>
              <a:rPr sz="1100" b="0" lang="ko-KR">
                <a:solidFill>
                  <a:srgbClr val="333333"/>
                </a:solidFill>
                <a:latin typeface="Consolas"/>
                <a:ea typeface="Malgun Gothic"/>
                <a:cs typeface="Segoe UI"/>
              </a:rPr>
              <a:t>string value =</a:t>
            </a:r>
          </a:p>
          <a:p>
            <a:pPr algn="l">
              <a:lnSpc>
                <a:spcPct val="108000"/>
              </a:lnSpc>
              <a:spcBef>
                <a:spcPts val="0"/>
              </a:spcBef>
              <a:spcAft>
                <a:spcPts val="0"/>
              </a:spcAft>
            </a:pPr>
            <a:r>
              <a:rPr sz="1100" b="0" lang="ko-KR">
                <a:solidFill>
                  <a:srgbClr val="333333"/>
                </a:solidFill>
                <a:latin typeface="Consolas"/>
                <a:ea typeface="Malgun Gothic"/>
                <a:cs typeface="Segoe UI"/>
              </a:rPr>
              <a:t>    configuration[settings.SecretName];</a:t>
            </a:r>
          </a:p>
        </p:txBody>
      </p:sp>
      <p:sp>
        <p:nvSpPr>
          <p:cNvPr id="12" name="Rounded Rectangle 11"/>
          <p:cNvSpPr/>
          <p:nvPr/>
        </p:nvSpPr>
        <p:spPr>
          <a:xfrm>
            <a:off x="7470648" y="4096512"/>
            <a:ext cx="4133087" cy="196596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70648" y="4096512"/>
            <a:ext cx="50292" cy="196596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0" y="4279392"/>
            <a:ext cx="3712463"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실제 Secret 이름 사용</a:t>
            </a:r>
          </a:p>
        </p:txBody>
      </p:sp>
      <p:sp>
        <p:nvSpPr>
          <p:cNvPr id="15" name="TextBox 14"/>
          <p:cNvSpPr txBox="1"/>
          <p:nvPr/>
        </p:nvSpPr>
        <p:spPr>
          <a:xfrm>
            <a:off x="7680960" y="4846320"/>
            <a:ext cx="3712463" cy="105156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KV_SECRET_NAME=test</a:t>
            </a:r>
          </a:p>
          <a:p>
            <a:pPr algn="l">
              <a:lnSpc>
                <a:spcPct val="108000"/>
              </a:lnSpc>
              <a:spcBef>
                <a:spcPts val="0"/>
              </a:spcBef>
              <a:spcAft>
                <a:spcPts val="0"/>
              </a:spcAft>
            </a:pPr>
            <a:r>
              <a:rPr sz="1350" b="0" lang="ko-KR">
                <a:solidFill>
                  <a:srgbClr val="333333"/>
                </a:solidFill>
                <a:latin typeface="Segoe UI"/>
                <a:ea typeface="Malgun Gothic"/>
                <a:cs typeface="Segoe UI"/>
              </a:rPr>
              <a:t>→ Configuration 키도 test</a:t>
            </a:r>
          </a:p>
          <a:p>
            <a:pPr algn="l">
              <a:lnSpc>
                <a:spcPct val="108000"/>
              </a:lnSpc>
              <a:spcBef>
                <a:spcPts val="0"/>
              </a:spcBef>
              <a:spcAft>
                <a:spcPts val="0"/>
              </a:spcAft>
            </a:pPr>
            <a:r>
              <a:rPr sz="1350" b="0" lang="ko-KR">
                <a:solidFill>
                  <a:srgbClr val="333333"/>
                </a:solidFill>
                <a:latin typeface="Segoe UI"/>
                <a:ea typeface="Malgun Gothic"/>
                <a:cs typeface="Segoe UI"/>
              </a:rPr>
              <a:t/>
            </a:r>
          </a:p>
          <a:p>
            <a:pPr algn="l">
              <a:lnSpc>
                <a:spcPct val="108000"/>
              </a:lnSpc>
              <a:spcBef>
                <a:spcPts val="0"/>
              </a:spcBef>
              <a:spcAft>
                <a:spcPts val="0"/>
              </a:spcAft>
            </a:pPr>
            <a:r>
              <a:rPr sz="1350" b="0" lang="ko-KR">
                <a:solidFill>
                  <a:srgbClr val="333333"/>
                </a:solidFill>
                <a:latin typeface="Segoe UI"/>
                <a:ea typeface="Malgun Gothic"/>
                <a:cs typeface="Segoe UI"/>
              </a:rPr>
              <a:t>GetKey(secret) =&gt; secret.Name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700" b="1" lang="ko-KR">
                <a:solidFill>
                  <a:srgbClr val="243A5E"/>
                </a:solidFill>
                <a:latin typeface="Segoe UI Semibold"/>
                <a:ea typeface="Malgun Gothic"/>
                <a:cs typeface="Segoe UI"/>
              </a:rPr>
              <a:t>운영 체크리스트와 공식 근거</a:t>
            </a:r>
          </a:p>
        </p:txBody>
      </p:sp>
      <p:sp>
        <p:nvSpPr>
          <p:cNvPr id="3" name="TextBox 2"/>
          <p:cNvSpPr txBox="1"/>
          <p:nvPr/>
        </p:nvSpPr>
        <p:spPr>
          <a:xfrm>
            <a:off x="585216" y="1252728"/>
            <a:ext cx="11018520" cy="31089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부록 A4 · 기능 유지와 안전한 실패를 함께 설계</a:t>
            </a:r>
          </a:p>
        </p:txBody>
      </p:sp>
      <p:sp>
        <p:nvSpPr>
          <p:cNvPr id="4" name="TextBox 3"/>
          <p:cNvSpPr txBox="1"/>
          <p:nvPr/>
        </p:nvSpPr>
        <p:spPr>
          <a:xfrm>
            <a:off x="585216" y="6501384"/>
            <a:ext cx="9875520" cy="182880"/>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04  ·  상세 참조 부록</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24</a:t>
            </a:r>
          </a:p>
        </p:txBody>
      </p:sp>
      <p:sp>
        <p:nvSpPr>
          <p:cNvPr id="6" name="Rounded Rectangle 5"/>
          <p:cNvSpPr/>
          <p:nvPr/>
        </p:nvSpPr>
        <p:spPr>
          <a:xfrm>
            <a:off x="585216" y="1810512"/>
            <a:ext cx="5559552" cy="423367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810512"/>
            <a:ext cx="50292" cy="423367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93392"/>
            <a:ext cx="5138928"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운영 확인</a:t>
            </a:r>
          </a:p>
        </p:txBody>
      </p:sp>
      <p:sp>
        <p:nvSpPr>
          <p:cNvPr id="9" name="TextBox 8"/>
          <p:cNvSpPr txBox="1"/>
          <p:nvPr/>
        </p:nvSpPr>
        <p:spPr>
          <a:xfrm>
            <a:off x="795528" y="2560320"/>
            <a:ext cx="5138928" cy="3319272"/>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오류별 대응: 403·404와 429 구분</a:t>
            </a:r>
          </a:p>
          <a:p>
            <a:pPr algn="l">
              <a:lnSpc>
                <a:spcPct val="108000"/>
              </a:lnSpc>
              <a:spcBef>
                <a:spcPts val="0"/>
              </a:spcBef>
              <a:spcAft>
                <a:spcPts val="0"/>
              </a:spcAft>
            </a:pPr>
            <a:r>
              <a:rPr sz="1350" b="0" lang="ko-KR">
                <a:solidFill>
                  <a:srgbClr val="333333"/>
                </a:solidFill>
                <a:latin typeface="Segoe UI"/>
                <a:ea typeface="Malgun Gothic"/>
                <a:cs typeface="Segoe UI"/>
              </a:rPr>
              <a:t>SDK 재시도 + 작업 시간 예산</a:t>
            </a:r>
          </a:p>
          <a:p>
            <a:pPr algn="l">
              <a:lnSpc>
                <a:spcPct val="108000"/>
              </a:lnSpc>
              <a:spcBef>
                <a:spcPts val="0"/>
              </a:spcBef>
              <a:spcAft>
                <a:spcPts val="0"/>
              </a:spcAft>
            </a:pPr>
            <a:r>
              <a:rPr sz="1350" b="0" lang="ko-KR">
                <a:solidFill>
                  <a:srgbClr val="333333"/>
                </a:solidFill>
                <a:latin typeface="Segoe UI"/>
                <a:ea typeface="Malgun Gothic"/>
                <a:cs typeface="Segoe UI"/>
              </a:rPr>
              <a:t>동시 시작 분산 + 준비 상태 기반 배포</a:t>
            </a:r>
          </a:p>
          <a:p>
            <a:pPr algn="l">
              <a:lnSpc>
                <a:spcPct val="108000"/>
              </a:lnSpc>
              <a:spcBef>
                <a:spcPts val="0"/>
              </a:spcBef>
              <a:spcAft>
                <a:spcPts val="0"/>
              </a:spcAft>
            </a:pPr>
            <a:r>
              <a:rPr sz="1350" b="0" lang="ko-KR">
                <a:solidFill>
                  <a:srgbClr val="333333"/>
                </a:solidFill>
                <a:latin typeface="Segoe UI"/>
                <a:ea typeface="Malgun Gothic"/>
                <a:cs typeface="Segoe UI"/>
              </a:rPr>
              <a:t>reload 실패·설정 최신성 관측</a:t>
            </a:r>
          </a:p>
          <a:p>
            <a:pPr algn="l">
              <a:lnSpc>
                <a:spcPct val="108000"/>
              </a:lnSpc>
              <a:spcBef>
                <a:spcPts val="0"/>
              </a:spcBef>
              <a:spcAft>
                <a:spcPts val="0"/>
              </a:spcAft>
            </a:pPr>
            <a:r>
              <a:rPr sz="1350" b="0" lang="ko-KR">
                <a:solidFill>
                  <a:srgbClr val="333333"/>
                </a:solidFill>
                <a:latin typeface="Segoe UI"/>
                <a:ea typeface="Malgun Gothic"/>
                <a:cs typeface="Segoe UI"/>
              </a:rPr>
              <a:t>기존 값 허용 시간·실제 자격 증명 유효성</a:t>
            </a:r>
          </a:p>
          <a:p>
            <a:pPr algn="l">
              <a:lnSpc>
                <a:spcPct val="108000"/>
              </a:lnSpc>
              <a:spcBef>
                <a:spcPts val="0"/>
              </a:spcBef>
              <a:spcAft>
                <a:spcPts val="0"/>
              </a:spcAft>
            </a:pPr>
            <a:r>
              <a:rPr sz="1350" b="0" lang="ko-KR">
                <a:solidFill>
                  <a:srgbClr val="333333"/>
                </a:solidFill>
                <a:latin typeface="Segoe UI"/>
                <a:ea typeface="Malgun Gothic"/>
                <a:cs typeface="Segoe UI"/>
              </a:rPr>
              <a:t>값·토큰·Client Secret 로그 출력 금지</a:t>
            </a:r>
          </a:p>
          <a:p>
            <a:pPr algn="l">
              <a:lnSpc>
                <a:spcPct val="108000"/>
              </a:lnSpc>
              <a:spcBef>
                <a:spcPts val="0"/>
              </a:spcBef>
              <a:spcAft>
                <a:spcPts val="0"/>
              </a:spcAft>
            </a:pPr>
            <a:r>
              <a:rPr sz="1350" b="0" lang="ko-KR">
                <a:solidFill>
                  <a:srgbClr val="333333"/>
                </a:solidFill>
                <a:latin typeface="Segoe UI"/>
                <a:ea typeface="Malgun Gothic"/>
                <a:cs typeface="Segoe UI"/>
              </a:rPr>
              <a:t>다중 리전 동기화·전환·복귀 절차</a:t>
            </a:r>
          </a:p>
        </p:txBody>
      </p:sp>
      <p:sp>
        <p:nvSpPr>
          <p:cNvPr id="10" name="Rounded Rectangle 9"/>
          <p:cNvSpPr/>
          <p:nvPr/>
        </p:nvSpPr>
        <p:spPr>
          <a:xfrm>
            <a:off x="6400800" y="1810512"/>
            <a:ext cx="5202936" cy="423367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810512"/>
            <a:ext cx="50292" cy="423367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11112" y="1993392"/>
            <a:ext cx="4782312"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공식 출처</a:t>
            </a:r>
          </a:p>
        </p:txBody>
      </p:sp>
      <p:sp>
        <p:nvSpPr>
          <p:cNvPr id="13" name="TextBox 12"/>
          <p:cNvSpPr txBox="1"/>
          <p:nvPr/>
        </p:nvSpPr>
        <p:spPr>
          <a:xfrm>
            <a:off x="6611112" y="2560320"/>
            <a:ext cx="4782312" cy="3319272"/>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Key Vault 서비스 한도</a:t>
            </a:r>
          </a:p>
          <a:p>
            <a:pPr algn="l">
              <a:lnSpc>
                <a:spcPct val="108000"/>
              </a:lnSpc>
              <a:spcBef>
                <a:spcPts val="0"/>
              </a:spcBef>
              <a:spcAft>
                <a:spcPts val="0"/>
              </a:spcAft>
            </a:pPr>
            <a:r>
              <a:rPr sz="1350" b="0" lang="ko-KR">
                <a:solidFill>
                  <a:srgbClr val="333333"/>
                </a:solidFill>
                <a:latin typeface="Segoe UI"/>
                <a:ea typeface="Malgun Gothic"/>
                <a:cs typeface="Segoe UI"/>
              </a:rPr>
              <a:t>Key Vault throttling 지침</a:t>
            </a:r>
          </a:p>
          <a:p>
            <a:pPr algn="l">
              <a:lnSpc>
                <a:spcPct val="108000"/>
              </a:lnSpc>
              <a:spcBef>
                <a:spcPts val="0"/>
              </a:spcBef>
              <a:spcAft>
                <a:spcPts val="0"/>
              </a:spcAft>
            </a:pPr>
            <a:r>
              <a:rPr sz="1350" b="0" lang="ko-KR">
                <a:solidFill>
                  <a:srgbClr val="333333"/>
                </a:solidFill>
                <a:latin typeface="Segoe UI"/>
                <a:ea typeface="Malgun Gothic"/>
                <a:cs typeface="Segoe UI"/>
              </a:rPr>
              <a:t>Key Vault 안정성</a:t>
            </a:r>
          </a:p>
          <a:p>
            <a:pPr algn="l">
              <a:lnSpc>
                <a:spcPct val="108000"/>
              </a:lnSpc>
              <a:spcBef>
                <a:spcPts val="0"/>
              </a:spcBef>
              <a:spcAft>
                <a:spcPts val="0"/>
              </a:spcAft>
            </a:pPr>
            <a:r>
              <a:rPr sz="1350" b="0" lang="ko-KR">
                <a:solidFill>
                  <a:srgbClr val="333333"/>
                </a:solidFill>
                <a:latin typeface="Segoe UI"/>
                <a:ea typeface="Malgun Gothic"/>
                <a:cs typeface="Segoe UI"/>
              </a:rPr>
              <a:t>Key Vault 감사 로그</a:t>
            </a:r>
          </a:p>
          <a:p>
            <a:pPr algn="l">
              <a:lnSpc>
                <a:spcPct val="108000"/>
              </a:lnSpc>
              <a:spcBef>
                <a:spcPts val="0"/>
              </a:spcBef>
              <a:spcAft>
                <a:spcPts val="0"/>
              </a:spcAft>
            </a:pPr>
            <a:r>
              <a:rPr sz="1350" b="0" lang="ko-KR">
                <a:solidFill>
                  <a:srgbClr val="333333"/>
                </a:solidFill>
                <a:latin typeface="Segoe UI"/>
                <a:ea typeface="Malgun Gothic"/>
                <a:cs typeface="Segoe UI"/>
              </a:rPr>
              <a:t>Azure SDK RetryOptions 구현</a:t>
            </a:r>
          </a:p>
          <a:p>
            <a:pPr algn="l">
              <a:lnSpc>
                <a:spcPct val="108000"/>
              </a:lnSpc>
              <a:spcBef>
                <a:spcPts val="0"/>
              </a:spcBef>
              <a:spcAft>
                <a:spcPts val="0"/>
              </a:spcAft>
            </a:pPr>
            <a:r>
              <a:rPr sz="1350" b="0" lang="ko-KR">
                <a:solidFill>
                  <a:srgbClr val="333333"/>
                </a:solidFill>
                <a:latin typeface="Segoe UI"/>
                <a:ea typeface="Malgun Gothic"/>
                <a:cs typeface="Segoe UI"/>
              </a:rPr>
              <a:t>Configuration Provider 구현</a:t>
            </a:r>
          </a:p>
          <a:p>
            <a:pPr algn="l">
              <a:lnSpc>
                <a:spcPct val="108000"/>
              </a:lnSpc>
              <a:spcBef>
                <a:spcPts val="0"/>
              </a:spcBef>
              <a:spcAft>
                <a:spcPts val="0"/>
              </a:spcAft>
            </a:pPr>
            <a:r>
              <a:rPr sz="1350" b="0" lang="ko-KR">
                <a:solidFill>
                  <a:srgbClr val="333333"/>
                </a:solidFill>
                <a:latin typeface="Segoe UI"/>
                <a:ea typeface="Malgun Gothic"/>
                <a:cs typeface="Segoe UI"/>
              </a:rPr>
              <a:t/>
            </a:r>
          </a:p>
          <a:p>
            <a:pPr algn="l">
              <a:lnSpc>
                <a:spcPct val="108000"/>
              </a:lnSpc>
              <a:spcBef>
                <a:spcPts val="0"/>
              </a:spcBef>
              <a:spcAft>
                <a:spcPts val="0"/>
              </a:spcAft>
            </a:pPr>
            <a:r>
              <a:rPr sz="1350" b="0" lang="ko-KR">
                <a:solidFill>
                  <a:srgbClr val="333333"/>
                </a:solidFill>
                <a:latin typeface="Segoe UI"/>
                <a:ea typeface="Malgun Gothic"/>
                <a:cs typeface="Segoe UI"/>
              </a:rPr>
              <a:t>상세 URL은 슬라이드 노트에 수록</a:t>
            </a:r>
          </a:p>
        </p:txBody>
      </p:sp>
    </p:spTree>
  </p:cSld>
  <p:clrMapOvr>
    <a:masterClrMapping/>
  </p:clrMapOvr>
</p:sld>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2_Microsoft Build 16:9 Template Dark">
  <a:themeElements>
    <a:clrScheme name="Custom 91">
      <a:dk1>
        <a:srgbClr val="091F2C"/>
      </a:dk1>
      <a:lt1>
        <a:srgbClr val="FFFFFF"/>
      </a:lt1>
      <a:dk2>
        <a:srgbClr val="463668"/>
      </a:dk2>
      <a:lt2>
        <a:srgbClr val="E8E6DF"/>
      </a:lt2>
      <a:accent1>
        <a:srgbClr val="C5B4E3"/>
      </a:accent1>
      <a:accent2>
        <a:srgbClr val="8661C5"/>
      </a:accent2>
      <a:accent3>
        <a:srgbClr val="0078D4"/>
      </a:accent3>
      <a:accent4>
        <a:srgbClr val="D7D2CB"/>
      </a:accent4>
      <a:accent5>
        <a:srgbClr val="D4EC8E"/>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Build_2023_16-9 Event-template.potx" id="{D98A8582-D9E9-4D2A-A4F4-342A0FDF4A6D}" vid="{F8883483-E3B9-4652-861E-5160AAC80937}"/>
    </a:ext>
  </a:extLst>
</a:theme>
</file>

<file path=ppt/theme/theme3.xml><?xml version="1.0" encoding="utf-8"?>
<a:theme xmlns:a="http://schemas.openxmlformats.org/drawingml/2006/main" name="Black Template">
  <a:themeElements>
    <a:clrScheme name="TS_20_Blue on Black">
      <a:dk1>
        <a:srgbClr val="000000"/>
      </a:dk1>
      <a:lt1>
        <a:srgbClr val="FFFFFF"/>
      </a:lt1>
      <a:dk2>
        <a:srgbClr val="243A5E"/>
      </a:dk2>
      <a:lt2>
        <a:srgbClr val="E6E6E6"/>
      </a:lt2>
      <a:accent1>
        <a:srgbClr val="50E6FF"/>
      </a:accent1>
      <a:accent2>
        <a:srgbClr val="0078D4"/>
      </a:accent2>
      <a:accent3>
        <a:srgbClr val="243A5E"/>
      </a:accent3>
      <a:accent4>
        <a:srgbClr val="30E5D0"/>
      </a:accent4>
      <a:accent5>
        <a:srgbClr val="008575"/>
      </a:accent5>
      <a:accent6>
        <a:srgbClr val="D2D2D2"/>
      </a:accent6>
      <a:hlink>
        <a:srgbClr val="50E6FF"/>
      </a:hlink>
      <a:folHlink>
        <a:srgbClr val="50E6FF"/>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000000"/>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BLACK Microsoft template BLUE Accent_10-20.potx" id="{936FC27D-29D7-439A-9712-BFAF6C362AAB}" vid="{D99BA823-0B64-4A5D-8684-9480EA3FB95C}"/>
    </a:ext>
  </a:extLst>
</a:theme>
</file>

<file path=ppt/theme/theme4.xml><?xml version="1.0" encoding="utf-8"?>
<a:theme xmlns:a="http://schemas.openxmlformats.org/drawingml/2006/main" name="Dark 16x9">
  <a:themeElements>
    <a:clrScheme name="Theme Colors Dark">
      <a:dk1>
        <a:srgbClr val="091F2C"/>
      </a:dk1>
      <a:lt1>
        <a:srgbClr val="FFFFFF"/>
      </a:lt1>
      <a:dk2>
        <a:srgbClr val="463668"/>
      </a:dk2>
      <a:lt2>
        <a:srgbClr val="E8E6DF"/>
      </a:lt2>
      <a:accent1>
        <a:srgbClr val="C5B4E3"/>
      </a:accent1>
      <a:accent2>
        <a:srgbClr val="8661C5"/>
      </a:accent2>
      <a:accent3>
        <a:srgbClr val="0078D4"/>
      </a:accent3>
      <a:accent4>
        <a:srgbClr val="D7D2CB"/>
      </a:accent4>
      <a:accent5>
        <a:srgbClr val="D59ED7"/>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brand template starter - 16x9 v02.potx" id="{9DE343BB-684C-4E39-9ABE-CA20EBB6B8E9}" vid="{2DADB89F-2F3A-458B-84CE-11ACB76D7223}"/>
    </a:ext>
  </a:extLst>
</a:theme>
</file>

<file path=ppt/theme/theme5.xml><?xml version="1.0" encoding="utf-8"?>
<a:theme xmlns:a="http://schemas.openxmlformats.org/drawingml/2006/main" name="Test">
  <a:themeElements>
    <a:clrScheme name="MCAPS">
      <a:dk1>
        <a:srgbClr val="000000"/>
      </a:dk1>
      <a:lt1>
        <a:srgbClr val="FFFFFF"/>
      </a:lt1>
      <a:dk2>
        <a:srgbClr val="3B2E58"/>
      </a:dk2>
      <a:lt2>
        <a:srgbClr val="E6E6E6"/>
      </a:lt2>
      <a:accent1>
        <a:srgbClr val="8661C5"/>
      </a:accent1>
      <a:accent2>
        <a:srgbClr val="0A1F2B"/>
      </a:accent2>
      <a:accent3>
        <a:srgbClr val="0078D4"/>
      </a:accent3>
      <a:accent4>
        <a:srgbClr val="FFB900"/>
      </a:accent4>
      <a:accent5>
        <a:srgbClr val="F4364C"/>
      </a:accent5>
      <a:accent6>
        <a:srgbClr val="D59DFF"/>
      </a:accent6>
      <a:hlink>
        <a:srgbClr val="0078D4"/>
      </a:hlink>
      <a:folHlink>
        <a:srgbClr val="0078D4"/>
      </a:folHlink>
    </a:clrScheme>
    <a:fontScheme name="Custom 5">
      <a:majorFont>
        <a:latin typeface="Segoe UI Variable Display"/>
        <a:ea typeface=""/>
        <a:cs typeface=""/>
      </a:majorFont>
      <a:minorFont>
        <a:latin typeface="Segoe UI Variable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gradFill>
          <a:gsLst>
            <a:gs pos="32000">
              <a:srgbClr val="C03BC4"/>
            </a:gs>
            <a:gs pos="100000">
              <a:srgbClr val="399A91"/>
            </a:gs>
            <a:gs pos="68000">
              <a:srgbClr val="0078D4"/>
            </a:gs>
            <a:gs pos="0">
              <a:srgbClr val="FF5C39"/>
            </a:gs>
          </a:gsLst>
          <a:path path="circle">
            <a:fillToRect l="100000" t="100000"/>
          </a:path>
        </a:gradFill>
        <a:ln w="25400">
          <a:noFill/>
          <a:headEnd type="none" w="med" len="med"/>
          <a:tailEnd type="none" w="med" len="med"/>
        </a:ln>
        <a:effectLst/>
      </a:spPr>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marL="0" marR="0" indent="0" algn="ctr" defTabSz="932472" rtl="0" eaLnBrk="1" fontAlgn="base" latinLnBrk="0" hangingPunct="1">
          <a:lnSpc>
            <a:spcPct val="100000"/>
          </a:lnSpc>
          <a:spcBef>
            <a:spcPct val="0"/>
          </a:spcBef>
          <a:spcAft>
            <a:spcPct val="0"/>
          </a:spcAft>
          <a:buClrTx/>
          <a:buSzTx/>
          <a:buFontTx/>
          <a:buNone/>
          <a:tabLst/>
          <a:defRPr kumimoji="0" sz="1800" b="1" i="0" u="none" strike="noStrike" kern="1200" cap="none" spc="0" normalizeH="0" baseline="0" noProof="0" dirty="0">
            <a:ln>
              <a:noFill/>
            </a:ln>
            <a:solidFill>
              <a:schemeClr val="tx1"/>
            </a:solidFill>
            <a:effectLst/>
            <a:uLnTx/>
            <a:uFillTx/>
            <a:latin typeface="Segoe UI"/>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Test" id="{14D6B222-068A-4F98-B2D8-20284718B742}" vid="{D72A4739-C47D-4CE1-8FB6-CA1FBE049EE8}"/>
    </a:ext>
  </a:extLst>
</a:theme>
</file>

<file path=ppt/theme/theme6.xml><?xml version="1.0" encoding="utf-8"?>
<a:theme xmlns:a="http://schemas.openxmlformats.org/drawingml/2006/main" name="1_Black Template">
  <a:themeElements>
    <a:clrScheme name="TS_20_Blue on Black">
      <a:dk1>
        <a:srgbClr val="000000"/>
      </a:dk1>
      <a:lt1>
        <a:srgbClr val="FFFFFF"/>
      </a:lt1>
      <a:dk2>
        <a:srgbClr val="243A5E"/>
      </a:dk2>
      <a:lt2>
        <a:srgbClr val="E6E6E6"/>
      </a:lt2>
      <a:accent1>
        <a:srgbClr val="50E6FF"/>
      </a:accent1>
      <a:accent2>
        <a:srgbClr val="0078D4"/>
      </a:accent2>
      <a:accent3>
        <a:srgbClr val="243A5E"/>
      </a:accent3>
      <a:accent4>
        <a:srgbClr val="30E5D0"/>
      </a:accent4>
      <a:accent5>
        <a:srgbClr val="008575"/>
      </a:accent5>
      <a:accent6>
        <a:srgbClr val="D2D2D2"/>
      </a:accent6>
      <a:hlink>
        <a:srgbClr val="50E6FF"/>
      </a:hlink>
      <a:folHlink>
        <a:srgbClr val="50E6FF"/>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000000"/>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BLACK Microsoft template BLUE Accent_10-20.potx" id="{936FC27D-29D7-439A-9712-BFAF6C362AAB}" vid="{D99BA823-0B64-4A5D-8684-9480EA3FB95C}"/>
    </a:ext>
  </a:extLst>
</a:theme>
</file>

<file path=ppt/theme/theme7.xml><?xml version="1.0" encoding="utf-8"?>
<a:theme xmlns:a="http://schemas.openxmlformats.org/drawingml/2006/main" name="1_Build 2019 Black">
  <a:themeElements>
    <a:clrScheme name="Azure">
      <a:dk1>
        <a:sysClr val="windowText" lastClr="000000"/>
      </a:dk1>
      <a:lt1>
        <a:sysClr val="window" lastClr="FFFFFF"/>
      </a:lt1>
      <a:dk2>
        <a:srgbClr val="000000"/>
      </a:dk2>
      <a:lt2>
        <a:srgbClr val="FFFFFF"/>
      </a:lt2>
      <a:accent1>
        <a:srgbClr val="0078D4"/>
      </a:accent1>
      <a:accent2>
        <a:srgbClr val="50E6FF"/>
      </a:accent2>
      <a:accent3>
        <a:srgbClr val="3C3C41"/>
      </a:accent3>
      <a:accent4>
        <a:srgbClr val="75757A"/>
      </a:accent4>
      <a:accent5>
        <a:srgbClr val="EBEBEB"/>
      </a:accent5>
      <a:accent6>
        <a:srgbClr val="FFFFFF"/>
      </a:accent6>
      <a:hlink>
        <a:srgbClr val="0078D4"/>
      </a:hlink>
      <a:folHlink>
        <a:srgbClr val="954F72"/>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uild2019_Breakout_Template_FINAL.potx" id="{F8CBCD3C-F346-4704-9E55-7681191E3DC9}" vid="{9B198E64-13BA-4121-B286-122848D264C2}"/>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item1.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8.xml><?xml version="1.0" encoding="utf-8"?>
<ct:contentTypeSchema xmlns:ct="http://schemas.microsoft.com/office/2006/metadata/contentType" xmlns:ma="http://schemas.microsoft.com/office/2006/metadata/properties/metaAttributes" ct:_="" ma:_="" ma:contentTypeName="Document" ma:contentTypeID="0x0101001BD4B4487B57D443AED9979943B92646" ma:contentTypeVersion="15" ma:contentTypeDescription="Create a new document." ma:contentTypeScope="" ma:versionID="11635a662f4c9a657eae7bf4dc620629">
  <xsd:schema xmlns:xsd="http://www.w3.org/2001/XMLSchema" xmlns:xs="http://www.w3.org/2001/XMLSchema" xmlns:p="http://schemas.microsoft.com/office/2006/metadata/properties" xmlns:ns1="http://schemas.microsoft.com/sharepoint/v3" xmlns:ns2="a29421e1-74d8-4915-bb0d-c72892872ba0" xmlns:ns3="230e9df3-be65-4c73-a93b-d1236ebd677e" targetNamespace="http://schemas.microsoft.com/office/2006/metadata/properties" ma:root="true" ma:fieldsID="dff1dd5af459cf9d2efcc6111ef93463" ns1:_="" ns2:_="" ns3:_="">
    <xsd:import namespace="http://schemas.microsoft.com/sharepoint/v3"/>
    <xsd:import namespace="a29421e1-74d8-4915-bb0d-c72892872ba0"/>
    <xsd:import namespace="230e9df3-be65-4c73-a93b-d1236ebd677e"/>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MediaServiceDocTag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421e1-74d8-4915-bb0d-c72892872ba0"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12b3914-fd28-4b53-a746-fcfd87edfe12}" ma:internalName="TaxCatchAll" ma:showField="CatchAllData" ma:web="c2fe79a6-8abe-455d-ad41-5c60efd42c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9.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1.xml><?xml version="1.0" encoding="utf-8"?>
<?mso-contentType ?>
<FormTemplates xmlns="http://schemas.microsoft.com/sharepoint/v3/contenttype/forms">
  <Display>DocumentLibraryForm</Display>
  <Edit>DocumentLibraryForm</Edit>
  <New>DocumentLibraryForm</New>
</FormTemplates>
</file>

<file path=customXml/item1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5.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7.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2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a29421e1-74d8-4915-bb0d-c72892872ba0">
      <Terms xmlns="http://schemas.microsoft.com/office/infopath/2007/PartnerControls"/>
    </lcf76f155ced4ddcb4097134ff3c332f>
    <TaxCatchAll xmlns="230e9df3-be65-4c73-a93b-d1236ebd677e" xsi:nil="true"/>
  </documentManagement>
</p:properties>
</file>

<file path=customXml/item3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9.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40.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1.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2.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3.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EF4AA5EB-A638-4D3A-B852-E71E18ED4953}">
  <ds:schemaRefs>
    <ds:schemaRef ds:uri="Strauss.PersonalizationDefinition"/>
  </ds:schemaRefs>
</ds:datastoreItem>
</file>

<file path=customXml/itemProps2.xml><?xml version="1.0" encoding="utf-8"?>
<ds:datastoreItem xmlns:ds="http://schemas.openxmlformats.org/officeDocument/2006/customXml" ds:itemID="{13A5538B-5199-4900-941A-B01E377F2065}">
  <ds:schemaRefs>
    <ds:schemaRef ds:uri="Strauss.PersonalizationDefinition"/>
  </ds:schemaRefs>
</ds:datastoreItem>
</file>

<file path=customXml/itemProps3.xml><?xml version="1.0" encoding="utf-8"?>
<ds:datastoreItem xmlns:ds="http://schemas.openxmlformats.org/officeDocument/2006/customXml" ds:itemID="{DF333A1B-0A9C-4DA8-ADAB-4378B69FDC48}">
  <ds:schemaRefs>
    <ds:schemaRef ds:uri="Strauss.PersonalizationDefinition"/>
  </ds:schemaRefs>
</ds:datastoreItem>
</file>

<file path=customXml/itemProps4.xml><?xml version="1.0" encoding="utf-8"?>
<ds:datastoreItem xmlns:ds="http://schemas.openxmlformats.org/officeDocument/2006/customXml" ds:itemID="{DE0DC7DC-A960-4E6E-BF1B-D3D906B081A2}">
  <ds:schemaRefs>
    <ds:schemaRef ds:uri="Strauss.PersonalizationDefinition"/>
  </ds:schemaRefs>
</ds:datastoreItem>
</file>

<file path=customXml/itemProps5.xml><?xml version="1.0" encoding="utf-8"?>
<ds:datastoreItem xmlns:ds="http://schemas.openxmlformats.org/officeDocument/2006/customXml" ds:itemID="{A09B3D8F-A36C-4B6D-871D-C53F61DFD219}">
  <ds:schemaRefs>
    <ds:schemaRef ds:uri="Strauss.PersonalizationDefinition"/>
  </ds:schemaRefs>
</ds:datastoreItem>
</file>

<file path=customXml/itemProps6.xml><?xml version="1.0" encoding="utf-8"?>
<ds:datastoreItem xmlns:ds="http://schemas.openxmlformats.org/officeDocument/2006/customXml" ds:itemID="{4EA01338-72BB-48B6-B6A4-05B31FE21105}">
  <ds:schemaRefs>
    <ds:schemaRef ds:uri="Strauss.PersonalizationDefinition"/>
  </ds:schemaRefs>
</ds:datastoreItem>
</file>

<file path=customXml/itemProps7.xml><?xml version="1.0" encoding="utf-8"?>
<ds:datastoreItem xmlns:ds="http://schemas.openxmlformats.org/officeDocument/2006/customXml" ds:itemID="{712108F3-86F2-4B95-AF2D-FE4E45965FCC}">
  <ds:schemaRefs>
    <ds:schemaRef ds:uri="Strauss.PersonalizationDefinition"/>
  </ds:schemaRefs>
</ds:datastoreItem>
</file>

<file path=customXml/itemProps8.xml><?xml version="1.0" encoding="utf-8"?>
<ds:datastoreItem xmlns:ds="http://schemas.openxmlformats.org/officeDocument/2006/customXml" ds:itemID="{B72F138C-EF79-4F9F-A08B-397C52E81F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29421e1-74d8-4915-bb0d-c72892872ba0"/>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9.xml><?xml version="1.0" encoding="utf-8"?>
<ds:datastoreItem xmlns:ds="http://schemas.openxmlformats.org/officeDocument/2006/customXml" ds:itemID="{628127A0-F2C3-45C3-BB9F-5B29A6B848BE}">
  <ds:schemaRefs>
    <ds:schemaRef ds:uri="Strauss.PersonalizationDefinition"/>
  </ds:schemaRefs>
</ds:datastoreItem>
</file>

<file path=customXml/itemProps10.xml><?xml version="1.0" encoding="utf-8"?>
<ds:datastoreItem xmlns:ds="http://schemas.openxmlformats.org/officeDocument/2006/customXml" ds:itemID="{08068EAD-DA6C-4DC8-843E-9CB0982D15F3}">
  <ds:schemaRefs>
    <ds:schemaRef ds:uri="Strauss.PersonalizationDefinition"/>
  </ds:schemaRefs>
</ds:datastoreItem>
</file>

<file path=customXml/itemProps11.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12.xml><?xml version="1.0" encoding="utf-8"?>
<ds:datastoreItem xmlns:ds="http://schemas.openxmlformats.org/officeDocument/2006/customXml" ds:itemID="{68BE9F8F-073F-46B7-B2D0-86DC8E2E9DCE}">
  <ds:schemaRefs>
    <ds:schemaRef ds:uri="Strauss.PersonalizationDefinition"/>
  </ds:schemaRefs>
</ds:datastoreItem>
</file>

<file path=customXml/itemProps13.xml><?xml version="1.0" encoding="utf-8"?>
<ds:datastoreItem xmlns:ds="http://schemas.openxmlformats.org/officeDocument/2006/customXml" ds:itemID="{103AB8E4-C30A-4895-9606-8D77F2E70F19}">
  <ds:schemaRefs>
    <ds:schemaRef ds:uri="Strauss.PersonalizationDefinition"/>
  </ds:schemaRefs>
</ds:datastoreItem>
</file>

<file path=customXml/itemProps14.xml><?xml version="1.0" encoding="utf-8"?>
<ds:datastoreItem xmlns:ds="http://schemas.openxmlformats.org/officeDocument/2006/customXml" ds:itemID="{FBC13881-F2DC-4AA3-88C8-97C40CA1EBC7}">
  <ds:schemaRefs>
    <ds:schemaRef ds:uri="Strauss.PersonalizationDefinition"/>
  </ds:schemaRefs>
</ds:datastoreItem>
</file>

<file path=customXml/itemProps15.xml><?xml version="1.0" encoding="utf-8"?>
<ds:datastoreItem xmlns:ds="http://schemas.openxmlformats.org/officeDocument/2006/customXml" ds:itemID="{2BCFCE7B-4A43-491B-887D-365E2A1C50B2}">
  <ds:schemaRefs>
    <ds:schemaRef ds:uri="Strauss.PersonalizationDefinition"/>
  </ds:schemaRefs>
</ds:datastoreItem>
</file>

<file path=customXml/itemProps16.xml><?xml version="1.0" encoding="utf-8"?>
<ds:datastoreItem xmlns:ds="http://schemas.openxmlformats.org/officeDocument/2006/customXml" ds:itemID="{FC25CD5D-A9DA-407F-9106-47BDA14BCED9}">
  <ds:schemaRefs>
    <ds:schemaRef ds:uri="Strauss.PersonalizationDefinition"/>
  </ds:schemaRefs>
</ds:datastoreItem>
</file>

<file path=customXml/itemProps17.xml><?xml version="1.0" encoding="utf-8"?>
<ds:datastoreItem xmlns:ds="http://schemas.openxmlformats.org/officeDocument/2006/customXml" ds:itemID="{C1060A51-5976-4775-97EE-ABE1B1E4972A}">
  <ds:schemaRefs>
    <ds:schemaRef ds:uri="Strauss.PersonalizationDefinition"/>
  </ds:schemaRefs>
</ds:datastoreItem>
</file>

<file path=customXml/itemProps18.xml><?xml version="1.0" encoding="utf-8"?>
<ds:datastoreItem xmlns:ds="http://schemas.openxmlformats.org/officeDocument/2006/customXml" ds:itemID="{D55AC15F-0A03-4D96-AA43-65FC3DCE2717}">
  <ds:schemaRefs>
    <ds:schemaRef ds:uri="Strauss.PersonalizationDefinition"/>
  </ds:schemaRefs>
</ds:datastoreItem>
</file>

<file path=customXml/itemProps19.xml><?xml version="1.0" encoding="utf-8"?>
<ds:datastoreItem xmlns:ds="http://schemas.openxmlformats.org/officeDocument/2006/customXml" ds:itemID="{D7FDC28F-4CBD-40ED-9D33-0A1360D5DEC4}">
  <ds:schemaRefs>
    <ds:schemaRef ds:uri="Strauss.PersonalizationDefinition"/>
  </ds:schemaRefs>
</ds:datastoreItem>
</file>

<file path=customXml/itemProps20.xml><?xml version="1.0" encoding="utf-8"?>
<ds:datastoreItem xmlns:ds="http://schemas.openxmlformats.org/officeDocument/2006/customXml" ds:itemID="{EDFBA6C8-3A38-44F0-B645-B6B0034983DA}">
  <ds:schemaRefs>
    <ds:schemaRef ds:uri="Strauss.PersonalizationDefinition"/>
  </ds:schemaRefs>
</ds:datastoreItem>
</file>

<file path=customXml/itemProps21.xml><?xml version="1.0" encoding="utf-8"?>
<ds:datastoreItem xmlns:ds="http://schemas.openxmlformats.org/officeDocument/2006/customXml" ds:itemID="{4C485A9E-99A8-4277-BE90-E837A967DB2E}">
  <ds:schemaRefs>
    <ds:schemaRef ds:uri="Strauss.PersonalizationDefinition"/>
  </ds:schemaRefs>
</ds:datastoreItem>
</file>

<file path=customXml/itemProps22.xml><?xml version="1.0" encoding="utf-8"?>
<ds:datastoreItem xmlns:ds="http://schemas.openxmlformats.org/officeDocument/2006/customXml" ds:itemID="{5C919DC8-E31E-42F0-9621-B916C2E029BA}">
  <ds:schemaRefs>
    <ds:schemaRef ds:uri="Strauss.PersonalizationDefinition"/>
  </ds:schemaRefs>
</ds:datastoreItem>
</file>

<file path=customXml/itemProps23.xml><?xml version="1.0" encoding="utf-8"?>
<ds:datastoreItem xmlns:ds="http://schemas.openxmlformats.org/officeDocument/2006/customXml" ds:itemID="{82C716E8-B770-4139-99B0-F35B9C64B90F}">
  <ds:schemaRefs>
    <ds:schemaRef ds:uri="Strauss.PersonalizationDefinition"/>
  </ds:schemaRefs>
</ds:datastoreItem>
</file>

<file path=customXml/itemProps24.xml><?xml version="1.0" encoding="utf-8"?>
<ds:datastoreItem xmlns:ds="http://schemas.openxmlformats.org/officeDocument/2006/customXml" ds:itemID="{32920470-F086-4197-B6FE-12027DE25DCC}">
  <ds:schemaRefs>
    <ds:schemaRef ds:uri="Strauss.PersonalizationDefinition"/>
  </ds:schemaRefs>
</ds:datastoreItem>
</file>

<file path=customXml/itemProps25.xml><?xml version="1.0" encoding="utf-8"?>
<ds:datastoreItem xmlns:ds="http://schemas.openxmlformats.org/officeDocument/2006/customXml" ds:itemID="{6F485757-9F3C-4A1E-9E86-E1C1551910BA}">
  <ds:schemaRefs>
    <ds:schemaRef ds:uri="Strauss.PersonalizationDefinition"/>
  </ds:schemaRefs>
</ds:datastoreItem>
</file>

<file path=customXml/itemProps26.xml><?xml version="1.0" encoding="utf-8"?>
<ds:datastoreItem xmlns:ds="http://schemas.openxmlformats.org/officeDocument/2006/customXml" ds:itemID="{BC268A45-186B-46A3-937F-0E016CEA70C1}">
  <ds:schemaRefs>
    <ds:schemaRef ds:uri="Strauss.PersonalizationDefinition"/>
  </ds:schemaRefs>
</ds:datastoreItem>
</file>

<file path=customXml/itemProps27.xml><?xml version="1.0" encoding="utf-8"?>
<ds:datastoreItem xmlns:ds="http://schemas.openxmlformats.org/officeDocument/2006/customXml" ds:itemID="{E7EBEF02-C69B-46E0-B38A-E51611CE5254}">
  <ds:schemaRefs>
    <ds:schemaRef ds:uri="Strauss.PersonalizationDefinition"/>
  </ds:schemaRefs>
</ds:datastoreItem>
</file>

<file path=customXml/itemProps28.xml><?xml version="1.0" encoding="utf-8"?>
<ds:datastoreItem xmlns:ds="http://schemas.openxmlformats.org/officeDocument/2006/customXml" ds:itemID="{406127A5-B8F7-4F8A-95A9-8E20F72EA129}">
  <ds:schemaRefs>
    <ds:schemaRef ds:uri="Strauss.PersonalizationDefinition"/>
  </ds:schemaRefs>
</ds:datastoreItem>
</file>

<file path=customXml/itemProps29.xml><?xml version="1.0" encoding="utf-8"?>
<ds:datastoreItem xmlns:ds="http://schemas.openxmlformats.org/officeDocument/2006/customXml" ds:itemID="{F56EB5D8-3CD5-48EE-9536-13CF2B9AC25D}">
  <ds:schemaRefs>
    <ds:schemaRef ds:uri="Strauss.PersonalizationDefinition"/>
  </ds:schemaRefs>
</ds:datastoreItem>
</file>

<file path=customXml/itemProps30.xml><?xml version="1.0" encoding="utf-8"?>
<ds:datastoreItem xmlns:ds="http://schemas.openxmlformats.org/officeDocument/2006/customXml" ds:itemID="{7BE5F28F-50CA-40F1-A02E-E794FE33362D}">
  <ds:schemaRefs>
    <ds:schemaRef ds:uri="Strauss.PersonalizationDefinition"/>
  </ds:schemaRefs>
</ds:datastoreItem>
</file>

<file path=customXml/itemProps31.xml><?xml version="1.0" encoding="utf-8"?>
<ds:datastoreItem xmlns:ds="http://schemas.openxmlformats.org/officeDocument/2006/customXml" ds:itemID="{734F6CED-B619-41E0-BEDE-58B64D5F5EB2}">
  <ds:schemaRefs>
    <ds:schemaRef ds:uri="Strauss.PersonalizationDefinition"/>
  </ds:schemaRefs>
</ds:datastoreItem>
</file>

<file path=customXml/itemProps32.xml><?xml version="1.0" encoding="utf-8"?>
<ds:datastoreItem xmlns:ds="http://schemas.openxmlformats.org/officeDocument/2006/customXml" ds:itemID="{B228D3F7-8445-4CE7-92DC-AC7FE2D5A2AF}">
  <ds:schemaRefs>
    <ds:schemaRef ds:uri="Strauss.PersonalizationDefinition"/>
  </ds:schemaRefs>
</ds:datastoreItem>
</file>

<file path=customXml/itemProps33.xml><?xml version="1.0" encoding="utf-8"?>
<ds:datastoreItem xmlns:ds="http://schemas.openxmlformats.org/officeDocument/2006/customXml" ds:itemID="{AC7687D8-5695-4F99-A8BA-1D247B418C22}">
  <ds:schemaRefs>
    <ds:schemaRef ds:uri="http://schemas.openxmlformats.org/package/2006/metadata/core-properties"/>
    <ds:schemaRef ds:uri="cea7764e-6bf9-427d-be15-e74097e0a61c"/>
    <ds:schemaRef ds:uri="http://schemas.microsoft.com/sharepoint/v3"/>
    <ds:schemaRef ds:uri="http://schemas.microsoft.com/office/2006/metadata/properties"/>
    <ds:schemaRef ds:uri="http://www.w3.org/XML/1998/namespace"/>
    <ds:schemaRef ds:uri="fb9ea31f-0ab8-44ff-80d1-5777f6d9d945"/>
    <ds:schemaRef ds:uri="http://schemas.microsoft.com/office/infopath/2007/PartnerControls"/>
    <ds:schemaRef ds:uri="http://purl.org/dc/elements/1.1/"/>
    <ds:schemaRef ds:uri="http://schemas.microsoft.com/office/2006/documentManagement/types"/>
    <ds:schemaRef ds:uri="230e9df3-be65-4c73-a93b-d1236ebd677e"/>
    <ds:schemaRef ds:uri="http://purl.org/dc/dcmitype/"/>
    <ds:schemaRef ds:uri="http://purl.org/dc/terms/"/>
    <ds:schemaRef ds:uri="a29421e1-74d8-4915-bb0d-c72892872ba0"/>
  </ds:schemaRefs>
</ds:datastoreItem>
</file>

<file path=customXml/itemProps34.xml><?xml version="1.0" encoding="utf-8"?>
<ds:datastoreItem xmlns:ds="http://schemas.openxmlformats.org/officeDocument/2006/customXml" ds:itemID="{6552B3D2-5F72-49FB-8B35-AFE12BF36804}">
  <ds:schemaRefs>
    <ds:schemaRef ds:uri="Strauss.PersonalizationDefinition"/>
  </ds:schemaRefs>
</ds:datastoreItem>
</file>

<file path=customXml/itemProps35.xml><?xml version="1.0" encoding="utf-8"?>
<ds:datastoreItem xmlns:ds="http://schemas.openxmlformats.org/officeDocument/2006/customXml" ds:itemID="{B09E3EAE-66CA-4A91-A5FE-A34A70B099ED}">
  <ds:schemaRefs>
    <ds:schemaRef ds:uri="Strauss.PersonalizationDefinition"/>
  </ds:schemaRefs>
</ds:datastoreItem>
</file>

<file path=customXml/itemProps36.xml><?xml version="1.0" encoding="utf-8"?>
<ds:datastoreItem xmlns:ds="http://schemas.openxmlformats.org/officeDocument/2006/customXml" ds:itemID="{541D4602-AC17-4CBD-B95E-D5B3D757BC54}">
  <ds:schemaRefs>
    <ds:schemaRef ds:uri="Strauss.PersonalizationDefinition"/>
  </ds:schemaRefs>
</ds:datastoreItem>
</file>

<file path=customXml/itemProps37.xml><?xml version="1.0" encoding="utf-8"?>
<ds:datastoreItem xmlns:ds="http://schemas.openxmlformats.org/officeDocument/2006/customXml" ds:itemID="{ECCE7DC3-F525-4E76-8812-56FCA2D21E50}">
  <ds:schemaRefs>
    <ds:schemaRef ds:uri="Strauss.PersonalizationDefinition"/>
  </ds:schemaRefs>
</ds:datastoreItem>
</file>

<file path=customXml/itemProps38.xml><?xml version="1.0" encoding="utf-8"?>
<ds:datastoreItem xmlns:ds="http://schemas.openxmlformats.org/officeDocument/2006/customXml" ds:itemID="{4A3F169F-E27D-4A25-888C-4C5D83BAC082}">
  <ds:schemaRefs>
    <ds:schemaRef ds:uri="Strauss.PersonalizationDefinition"/>
  </ds:schemaRefs>
</ds:datastoreItem>
</file>

<file path=customXml/itemProps39.xml><?xml version="1.0" encoding="utf-8"?>
<ds:datastoreItem xmlns:ds="http://schemas.openxmlformats.org/officeDocument/2006/customXml" ds:itemID="{11767EAE-0FC6-472D-9D35-EB3533243F22}">
  <ds:schemaRefs>
    <ds:schemaRef ds:uri="Strauss.PersonalizationDefinition"/>
  </ds:schemaRefs>
</ds:datastoreItem>
</file>

<file path=customXml/itemProps40.xml><?xml version="1.0" encoding="utf-8"?>
<ds:datastoreItem xmlns:ds="http://schemas.openxmlformats.org/officeDocument/2006/customXml" ds:itemID="{BC8D21B8-CC7A-47A5-8D21-CC643F0F4B3B}">
  <ds:schemaRefs>
    <ds:schemaRef ds:uri="Strauss.PersonalizationDefinition"/>
  </ds:schemaRefs>
</ds:datastoreItem>
</file>

<file path=customXml/itemProps41.xml><?xml version="1.0" encoding="utf-8"?>
<ds:datastoreItem xmlns:ds="http://schemas.openxmlformats.org/officeDocument/2006/customXml" ds:itemID="{FCAA2A99-6BF1-4F8C-822A-43FEE4D21DBD}">
  <ds:schemaRefs>
    <ds:schemaRef ds:uri="Strauss.PersonalizationDefinition"/>
  </ds:schemaRefs>
</ds:datastoreItem>
</file>

<file path=customXml/itemProps42.xml><?xml version="1.0" encoding="utf-8"?>
<ds:datastoreItem xmlns:ds="http://schemas.openxmlformats.org/officeDocument/2006/customXml" ds:itemID="{CEDD01A4-653E-4446-B29C-C3F1C33BD0E2}">
  <ds:schemaRefs>
    <ds:schemaRef ds:uri="Strauss.PersonalizationDefinition"/>
  </ds:schemaRefs>
</ds:datastoreItem>
</file>

<file path=customXml/itemProps43.xml><?xml version="1.0" encoding="utf-8"?>
<ds:datastoreItem xmlns:ds="http://schemas.openxmlformats.org/officeDocument/2006/customXml" ds:itemID="{733F9BED-2234-4BE7-A3B8-CC015E5060AB}">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Module_Template</Template>
  <TotalTime>0</TotalTime>
  <Words>15185</Words>
  <Application>Microsoft Office PowerPoint</Application>
  <PresentationFormat>Widescreen</PresentationFormat>
  <Paragraphs>1483</Paragraphs>
  <Slides>80</Slides>
  <Notes>66</Notes>
  <HiddenSlides>5</HiddenSlides>
  <MMClips>0</MMClips>
  <ScaleCrop>false</ScaleCrop>
  <HeadingPairs>
    <vt:vector size="4" baseType="variant">
      <vt:variant>
        <vt:lpstr>Theme</vt:lpstr>
      </vt:variant>
      <vt:variant>
        <vt:i4>7</vt:i4>
      </vt:variant>
      <vt:variant>
        <vt:lpstr>Slide Titles</vt:lpstr>
      </vt:variant>
      <vt:variant>
        <vt:i4>80</vt:i4>
      </vt:variant>
    </vt:vector>
  </HeadingPairs>
  <TitlesOfParts>
    <vt:vector size="87" baseType="lpstr">
      <vt:lpstr>White Template</vt:lpstr>
      <vt:lpstr>2_Microsoft Build 16:9 Template Dark</vt:lpstr>
      <vt:lpstr>Black Template</vt:lpstr>
      <vt:lpstr>Dark 16x9</vt:lpstr>
      <vt:lpstr>Test</vt:lpstr>
      <vt:lpstr>1_Black Template</vt:lpstr>
      <vt:lpstr>1_Build 2019 Black</vt:lpstr>
      <vt:lpstr>Workshop ​ Building AI Apps &amp; Agents</vt:lpstr>
      <vt:lpstr>Conditions and terms of use</vt:lpstr>
      <vt:lpstr>Learning Units covered  in this Module  </vt:lpstr>
      <vt:lpstr>Understanding  Retrieval Augmented Generation </vt:lpstr>
      <vt:lpstr>The limitations of LLMs</vt:lpstr>
      <vt:lpstr>Bringing domain knowledge to LLMs</vt:lpstr>
      <vt:lpstr>Retrieval augmented generation: bring your data to the prompt</vt:lpstr>
      <vt:lpstr>RAG: Retrieval Augmented Generation</vt:lpstr>
      <vt:lpstr>Simple Anatomy of a RAG app</vt:lpstr>
      <vt:lpstr>Retrieval Augmented Generation with Azure AI Search Grounding for intelligent applications</vt:lpstr>
      <vt:lpstr>RAG components</vt:lpstr>
      <vt:lpstr>RAG data sources</vt:lpstr>
      <vt:lpstr>Anatomy of RAG (unstructured data)</vt:lpstr>
      <vt:lpstr>Robust retrieval for RAG apps</vt:lpstr>
      <vt:lpstr>Why do we need to split documents?</vt:lpstr>
      <vt:lpstr>Optimal size of document chunk</vt:lpstr>
      <vt:lpstr>Retrieval strategies</vt:lpstr>
      <vt:lpstr>The technology behind Azure AI Search</vt:lpstr>
      <vt:lpstr>PowerPoint Presentation</vt:lpstr>
      <vt:lpstr>PowerPoint Presentation</vt:lpstr>
      <vt:lpstr>Retrieval and Vectors</vt:lpstr>
      <vt:lpstr>Let’s review the basics! Traditional information retrieval</vt:lpstr>
      <vt:lpstr>Let’s review the basics! Search via Inverted Indexes</vt:lpstr>
      <vt:lpstr>Let’s review the basics! Ranking &amp; Relevance in Traditional Search </vt:lpstr>
      <vt:lpstr>Combining Lexical and Semantic Representations for Optimal Recall Leveraging the Strengths of Lexical and Semantic Approaches in Retrieval</vt:lpstr>
      <vt:lpstr>Embeddings</vt:lpstr>
      <vt:lpstr>Embeddings make it possible to map content to a “semantic space”</vt:lpstr>
      <vt:lpstr>Vector embeddings</vt:lpstr>
      <vt:lpstr>Embedding models</vt:lpstr>
      <vt:lpstr>Similarity Search with embeddings</vt:lpstr>
      <vt:lpstr>Vector similarity</vt:lpstr>
      <vt:lpstr>Vector search</vt:lpstr>
      <vt:lpstr>Vector search strategies</vt:lpstr>
      <vt:lpstr>Rich vector search query capabilities</vt:lpstr>
      <vt:lpstr>Search multi-modal vectors</vt:lpstr>
      <vt:lpstr>Optimal relevance: Hybrid search + Semantic ranker </vt:lpstr>
      <vt:lpstr>Retrieval relevance across methods</vt:lpstr>
      <vt:lpstr>Impact of query types on relevance</vt:lpstr>
      <vt:lpstr>PowerPoint Presentation</vt:lpstr>
      <vt:lpstr>RAG patterns in action</vt:lpstr>
      <vt:lpstr>PowerPoint Presentation</vt:lpstr>
      <vt:lpstr>Demo</vt:lpstr>
      <vt:lpstr>PowerPoint Presentation</vt:lpstr>
      <vt:lpstr>GPT Retrieval Augmented Generation (GPT-RAG)</vt:lpstr>
      <vt:lpstr>Diagram</vt:lpstr>
      <vt:lpstr>Azure OpenAI End-to-end baseline</vt:lpstr>
      <vt:lpstr>Extract and analyze call center data</vt:lpstr>
      <vt:lpstr>Azure AI Search</vt:lpstr>
      <vt:lpstr>Diagram</vt:lpstr>
      <vt:lpstr>Diagram</vt:lpstr>
      <vt:lpstr>Build language model pipelines with memory</vt:lpstr>
      <vt:lpstr>Conversation Summarization</vt:lpstr>
      <vt:lpstr>Diagram</vt:lpstr>
      <vt:lpstr>Retrieval and Data engineering for RAG scenarios</vt:lpstr>
      <vt:lpstr>Choosing an embedding model Key factors for selecting the optimal model for your use case</vt:lpstr>
      <vt:lpstr>The dream scenario for Vector Search Effortless data management and relevant search results</vt:lpstr>
      <vt:lpstr>Scalability in Vector Search Key questions and considerations for efficient scaling</vt:lpstr>
      <vt:lpstr>Preprocessing &amp; document Chunking  Optimizing data preparation for efficient Vector Search</vt:lpstr>
      <vt:lpstr>Challenge of embedding management Overcoming embedding management in Vector Search</vt:lpstr>
      <vt:lpstr>Addressing the query language challenge Enhancing Vector Search through improved query understanding</vt:lpstr>
      <vt:lpstr>Enhancing search relevance in Vector Search Achieving accurate ranking, result diversity, and adaptability</vt:lpstr>
      <vt:lpstr>PowerPoint Presentation</vt:lpstr>
      <vt:lpstr>Lab: Guided implementation </vt:lpstr>
      <vt:lpstr>Questions?</vt:lpstr>
      <vt:lpstr>Thank you!</vt:lpstr>
      <vt:lpstr>Appendix</vt:lpstr>
      <vt:lpstr>RAG on documents</vt:lpstr>
      <vt:lpstr>Components of a high-quality RAG</vt:lpstr>
      <vt:lpstr>Retrieval Augmented Generation – HLA for private documents</vt:lpstr>
      <vt:lpstr>Chunking</vt:lpstr>
      <vt:lpstr>Data ingestion process</vt:lpstr>
      <vt:lpstr>Integrated vectorization</vt:lpstr>
      <vt:lpstr>Common applications of Azure AI Search</vt:lpstr>
      <vt:lpstr>Search + AI Better together</vt:lpstr>
      <vt:lpstr>Vector Search at a High Level </vt:lpstr>
      <vt:lpstr>Vector Search: Deeper Dive </vt:lpstr>
      <vt:lpstr>The Dream Scenario for Vector Search Effortless Data Management and Relevant Search Results</vt:lpstr>
      <vt:lpstr>Scalability Preprocessing Splitting/Chunking Embedding management </vt:lpstr>
      <vt:lpstr>Query understanding Query flexibility</vt:lpstr>
      <vt:lpstr>Ranking accuracy Result Diversity  Search algorithm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04 | Key Vault 장애 대응과 Throttling</dc:title>
  <dc:creator>Azure Key Vault Workshop</dc:creator>
  <cp:lastModifiedBy>Davide Antelmo</cp:lastModifiedBy>
  <cp:revision>14</cp:revision>
  <dcterms:created xsi:type="dcterms:W3CDTF">2019-02-08T20:09:46Z</dcterms:created>
  <dcterms:modified xsi:type="dcterms:W3CDTF">2026-07-30T06:50:42Z</dcterms:modified>
  <dc:subject>본문 20장 + 상세 참조 부록 4장</dc:subject>
  <cp:keywords>Key Vault, Secrets, Keys, Certificates, RBAC, Service Principal</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0x0101001BD4B4487B57D443AED9979943B92646</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Lead Signoff">
    <vt:bool>false</vt:bool>
  </property>
  <property fmtid="{D5CDD505-2E9C-101B-9397-08002B2CF9AE}" pid="21" name="Title URL">
    <vt:lpwstr>, </vt:lpwstr>
  </property>
  <property fmtid="{D5CDD505-2E9C-101B-9397-08002B2CF9AE}" pid="22" name="Mail Sent">
    <vt:bool>false</vt:bool>
  </property>
  <property fmtid="{D5CDD505-2E9C-101B-9397-08002B2CF9AE}" pid="23" name="State">
    <vt:lpwstr>Open</vt:lpwstr>
  </property>
  <property fmtid="{D5CDD505-2E9C-101B-9397-08002B2CF9AE}" pid="24" name="xd_ProgID">
    <vt:lpwstr/>
  </property>
  <property fmtid="{D5CDD505-2E9C-101B-9397-08002B2CF9AE}" pid="25" name="_SourceUrl">
    <vt:lpwstr/>
  </property>
  <property fmtid="{D5CDD505-2E9C-101B-9397-08002B2CF9AE}" pid="26" name="_SharedFileIndex">
    <vt:lpwstr/>
  </property>
  <property fmtid="{D5CDD505-2E9C-101B-9397-08002B2CF9AE}" pid="27" name="ComplianceAssetId">
    <vt:lpwstr/>
  </property>
  <property fmtid="{D5CDD505-2E9C-101B-9397-08002B2CF9AE}" pid="28" name="TemplateUrl">
    <vt:lpwstr/>
  </property>
  <property fmtid="{D5CDD505-2E9C-101B-9397-08002B2CF9AE}" pid="29" name="_ExtendedDescription">
    <vt:lpwstr/>
  </property>
  <property fmtid="{D5CDD505-2E9C-101B-9397-08002B2CF9AE}" pid="30" name="xd_Signature">
    <vt:lpwstr/>
  </property>
  <property fmtid="{D5CDD505-2E9C-101B-9397-08002B2CF9AE}" pid="31" name="TriggerFlowInfo">
    <vt:lpwstr/>
  </property>
</Properties>
</file>